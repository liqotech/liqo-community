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7" r:id="rId4"/>
    <p:sldMasterId id="2147483690" r:id="rId5"/>
    <p:sldMasterId id="2147483660" r:id="rId6"/>
    <p:sldMasterId id="2147483767" r:id="rId7"/>
    <p:sldMasterId id="2147483748" r:id="rId8"/>
    <p:sldMasterId id="2147483784" r:id="rId9"/>
    <p:sldMasterId id="2147483702" r:id="rId10"/>
  </p:sldMasterIdLst>
  <p:notesMasterIdLst>
    <p:notesMasterId r:id="rId20"/>
  </p:notesMasterIdLst>
  <p:sldIdLst>
    <p:sldId id="343" r:id="rId11"/>
    <p:sldId id="354" r:id="rId12"/>
    <p:sldId id="372" r:id="rId13"/>
    <p:sldId id="370" r:id="rId14"/>
    <p:sldId id="358" r:id="rId15"/>
    <p:sldId id="374" r:id="rId16"/>
    <p:sldId id="375" r:id="rId17"/>
    <p:sldId id="363" r:id="rId18"/>
    <p:sldId id="368" r:id="rId19"/>
  </p:sldIdLst>
  <p:sldSz cx="12192000" cy="6858000"/>
  <p:notesSz cx="6858000" cy="9144000"/>
  <p:embeddedFontLs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Medium" panose="00000600000000000000" pitchFamily="2" charset="0"/>
      <p:regular r:id="rId25"/>
      <p:italic r:id="rId26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C18FAC-BC8E-47FE-BE3B-E5593F1ECCBC}" v="62" dt="2024-12-03T11:10:22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92" autoAdjust="0"/>
    <p:restoredTop sz="95033" autoAdjust="0"/>
  </p:normalViewPr>
  <p:slideViewPr>
    <p:cSldViewPr snapToGrid="0" showGuides="1">
      <p:cViewPr varScale="1">
        <p:scale>
          <a:sx n="84" d="100"/>
          <a:sy n="84" d="100"/>
        </p:scale>
        <p:origin x="773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font" Target="fonts/font4.fntdata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 Medina" userId="7598f83f-02d5-41fa-ba4b-2c3eb4a3a56e" providerId="ADAL" clId="{83C18FAC-BC8E-47FE-BE3B-E5593F1ECCBC}"/>
    <pc:docChg chg="undo custSel addSld delSld modSld sldOrd addMainMaster delMainMaster modMainMaster">
      <pc:chgData name="Riccardo  Medina" userId="7598f83f-02d5-41fa-ba4b-2c3eb4a3a56e" providerId="ADAL" clId="{83C18FAC-BC8E-47FE-BE3B-E5593F1ECCBC}" dt="2024-12-03T11:11:05.789" v="1688" actId="47"/>
      <pc:docMkLst>
        <pc:docMk/>
      </pc:docMkLst>
      <pc:sldChg chg="modSp del mod ord">
        <pc:chgData name="Riccardo  Medina" userId="7598f83f-02d5-41fa-ba4b-2c3eb4a3a56e" providerId="ADAL" clId="{83C18FAC-BC8E-47FE-BE3B-E5593F1ECCBC}" dt="2024-12-03T11:11:05.789" v="1688" actId="47"/>
        <pc:sldMkLst>
          <pc:docMk/>
          <pc:sldMk cId="2905338695" sldId="273"/>
        </pc:sldMkLst>
        <pc:spChg chg="mod">
          <ac:chgData name="Riccardo  Medina" userId="7598f83f-02d5-41fa-ba4b-2c3eb4a3a56e" providerId="ADAL" clId="{83C18FAC-BC8E-47FE-BE3B-E5593F1ECCBC}" dt="2024-12-03T08:01:41.895" v="0" actId="20577"/>
          <ac:spMkLst>
            <pc:docMk/>
            <pc:sldMk cId="2905338695" sldId="273"/>
            <ac:spMk id="62" creationId="{4ACC9946-022E-407C-BEE0-EE3DDA573012}"/>
          </ac:spMkLst>
        </pc:spChg>
      </pc:sldChg>
      <pc:sldChg chg="ord">
        <pc:chgData name="Riccardo  Medina" userId="7598f83f-02d5-41fa-ba4b-2c3eb4a3a56e" providerId="ADAL" clId="{83C18FAC-BC8E-47FE-BE3B-E5593F1ECCBC}" dt="2024-12-03T08:02:40.133" v="2"/>
        <pc:sldMkLst>
          <pc:docMk/>
          <pc:sldMk cId="2215486796" sldId="354"/>
        </pc:sldMkLst>
      </pc:sldChg>
      <pc:sldChg chg="ord">
        <pc:chgData name="Riccardo  Medina" userId="7598f83f-02d5-41fa-ba4b-2c3eb4a3a56e" providerId="ADAL" clId="{83C18FAC-BC8E-47FE-BE3B-E5593F1ECCBC}" dt="2024-12-03T08:04:46.992" v="10"/>
        <pc:sldMkLst>
          <pc:docMk/>
          <pc:sldMk cId="3130464369" sldId="356"/>
        </pc:sldMkLst>
      </pc:sldChg>
      <pc:sldChg chg="addSp delSp mod">
        <pc:chgData name="Riccardo  Medina" userId="7598f83f-02d5-41fa-ba4b-2c3eb4a3a56e" providerId="ADAL" clId="{83C18FAC-BC8E-47FE-BE3B-E5593F1ECCBC}" dt="2024-12-03T10:31:48.810" v="399" actId="478"/>
        <pc:sldMkLst>
          <pc:docMk/>
          <pc:sldMk cId="2274701364" sldId="358"/>
        </pc:sldMkLst>
        <pc:inkChg chg="add del">
          <ac:chgData name="Riccardo  Medina" userId="7598f83f-02d5-41fa-ba4b-2c3eb4a3a56e" providerId="ADAL" clId="{83C18FAC-BC8E-47FE-BE3B-E5593F1ECCBC}" dt="2024-12-03T10:31:48.810" v="399" actId="478"/>
          <ac:inkMkLst>
            <pc:docMk/>
            <pc:sldMk cId="2274701364" sldId="358"/>
            <ac:inkMk id="2" creationId="{FA69C19C-E557-CFE2-3D34-1CD637DE733C}"/>
          </ac:inkMkLst>
        </pc:inkChg>
      </pc:sldChg>
      <pc:sldChg chg="addSp delSp modSp mod">
        <pc:chgData name="Riccardo  Medina" userId="7598f83f-02d5-41fa-ba4b-2c3eb4a3a56e" providerId="ADAL" clId="{83C18FAC-BC8E-47FE-BE3B-E5593F1ECCBC}" dt="2024-12-03T09:49:47.134" v="49" actId="20577"/>
        <pc:sldMkLst>
          <pc:docMk/>
          <pc:sldMk cId="3989536180" sldId="362"/>
        </pc:sldMkLst>
        <pc:spChg chg="mod">
          <ac:chgData name="Riccardo  Medina" userId="7598f83f-02d5-41fa-ba4b-2c3eb4a3a56e" providerId="ADAL" clId="{83C18FAC-BC8E-47FE-BE3B-E5593F1ECCBC}" dt="2024-12-03T09:49:47.134" v="49" actId="20577"/>
          <ac:spMkLst>
            <pc:docMk/>
            <pc:sldMk cId="3989536180" sldId="362"/>
            <ac:spMk id="6" creationId="{53135E3D-E7EB-E8C7-4C8A-779F9D5314C3}"/>
          </ac:spMkLst>
        </pc:spChg>
        <pc:inkChg chg="add del">
          <ac:chgData name="Riccardo  Medina" userId="7598f83f-02d5-41fa-ba4b-2c3eb4a3a56e" providerId="ADAL" clId="{83C18FAC-BC8E-47FE-BE3B-E5593F1ECCBC}" dt="2024-12-03T09:48:48.072" v="12" actId="478"/>
          <ac:inkMkLst>
            <pc:docMk/>
            <pc:sldMk cId="3989536180" sldId="362"/>
            <ac:inkMk id="2" creationId="{89785D01-502B-35AB-9F33-85667EB9F06E}"/>
          </ac:inkMkLst>
        </pc:inkChg>
      </pc:sldChg>
      <pc:sldChg chg="addSp">
        <pc:chgData name="Riccardo  Medina" userId="7598f83f-02d5-41fa-ba4b-2c3eb4a3a56e" providerId="ADAL" clId="{83C18FAC-BC8E-47FE-BE3B-E5593F1ECCBC}" dt="2024-12-03T08:36:21.856" v="11"/>
        <pc:sldMkLst>
          <pc:docMk/>
          <pc:sldMk cId="598263454" sldId="363"/>
        </pc:sldMkLst>
        <pc:inkChg chg="add">
          <ac:chgData name="Riccardo  Medina" userId="7598f83f-02d5-41fa-ba4b-2c3eb4a3a56e" providerId="ADAL" clId="{83C18FAC-BC8E-47FE-BE3B-E5593F1ECCBC}" dt="2024-12-03T08:36:21.856" v="11"/>
          <ac:inkMkLst>
            <pc:docMk/>
            <pc:sldMk cId="598263454" sldId="363"/>
            <ac:inkMk id="2" creationId="{E13DA200-1F44-356B-CB2C-37DD4427E8FE}"/>
          </ac:inkMkLst>
        </pc:inkChg>
      </pc:sldChg>
      <pc:sldChg chg="addSp delSp modSp add mod modClrScheme chgLayout">
        <pc:chgData name="Riccardo  Medina" userId="7598f83f-02d5-41fa-ba4b-2c3eb4a3a56e" providerId="ADAL" clId="{83C18FAC-BC8E-47FE-BE3B-E5593F1ECCBC}" dt="2024-12-03T11:07:03.951" v="1654" actId="1076"/>
        <pc:sldMkLst>
          <pc:docMk/>
          <pc:sldMk cId="2366579730" sldId="364"/>
        </pc:sldMkLst>
        <pc:spChg chg="add del mod ord">
          <ac:chgData name="Riccardo  Medina" userId="7598f83f-02d5-41fa-ba4b-2c3eb4a3a56e" providerId="ADAL" clId="{83C18FAC-BC8E-47FE-BE3B-E5593F1ECCBC}" dt="2024-12-03T10:40:36.973" v="462" actId="700"/>
          <ac:spMkLst>
            <pc:docMk/>
            <pc:sldMk cId="2366579730" sldId="364"/>
            <ac:spMk id="3" creationId="{60C872C9-205A-289A-6A4A-8E912D679603}"/>
          </ac:spMkLst>
        </pc:spChg>
        <pc:spChg chg="add del mod ord">
          <ac:chgData name="Riccardo  Medina" userId="7598f83f-02d5-41fa-ba4b-2c3eb4a3a56e" providerId="ADAL" clId="{83C18FAC-BC8E-47FE-BE3B-E5593F1ECCBC}" dt="2024-12-03T10:40:36.973" v="462" actId="700"/>
          <ac:spMkLst>
            <pc:docMk/>
            <pc:sldMk cId="2366579730" sldId="364"/>
            <ac:spMk id="4" creationId="{4D16AC5B-A0F2-6068-2790-0CC6E9BD51CE}"/>
          </ac:spMkLst>
        </pc:spChg>
        <pc:spChg chg="add del mod">
          <ac:chgData name="Riccardo  Medina" userId="7598f83f-02d5-41fa-ba4b-2c3eb4a3a56e" providerId="ADAL" clId="{83C18FAC-BC8E-47FE-BE3B-E5593F1ECCBC}" dt="2024-12-03T10:43:04.732" v="476" actId="478"/>
          <ac:spMkLst>
            <pc:docMk/>
            <pc:sldMk cId="2366579730" sldId="364"/>
            <ac:spMk id="6" creationId="{F38E5D89-F083-EC40-90F8-B9DF95EEAFBC}"/>
          </ac:spMkLst>
        </pc:spChg>
        <pc:spChg chg="add del mod ord">
          <ac:chgData name="Riccardo  Medina" userId="7598f83f-02d5-41fa-ba4b-2c3eb4a3a56e" providerId="ADAL" clId="{83C18FAC-BC8E-47FE-BE3B-E5593F1ECCBC}" dt="2024-12-03T10:40:36.973" v="462" actId="700"/>
          <ac:spMkLst>
            <pc:docMk/>
            <pc:sldMk cId="2366579730" sldId="364"/>
            <ac:spMk id="7" creationId="{DD7D7F1F-75A1-DC9A-5716-783DC0695161}"/>
          </ac:spMkLst>
        </pc:spChg>
        <pc:spChg chg="add del mod ord">
          <ac:chgData name="Riccardo  Medina" userId="7598f83f-02d5-41fa-ba4b-2c3eb4a3a56e" providerId="ADAL" clId="{83C18FAC-BC8E-47FE-BE3B-E5593F1ECCBC}" dt="2024-12-03T10:42:53.981" v="474" actId="700"/>
          <ac:spMkLst>
            <pc:docMk/>
            <pc:sldMk cId="2366579730" sldId="364"/>
            <ac:spMk id="10" creationId="{E6093861-3CAE-BADE-725B-57816A14F63F}"/>
          </ac:spMkLst>
        </pc:spChg>
        <pc:spChg chg="add del mod ord">
          <ac:chgData name="Riccardo  Medina" userId="7598f83f-02d5-41fa-ba4b-2c3eb4a3a56e" providerId="ADAL" clId="{83C18FAC-BC8E-47FE-BE3B-E5593F1ECCBC}" dt="2024-12-03T10:42:53.981" v="474" actId="700"/>
          <ac:spMkLst>
            <pc:docMk/>
            <pc:sldMk cId="2366579730" sldId="364"/>
            <ac:spMk id="11" creationId="{6123BA4A-2F5C-ED12-C5D2-04B9F548DE37}"/>
          </ac:spMkLst>
        </pc:spChg>
        <pc:spChg chg="add del mod ord">
          <ac:chgData name="Riccardo  Medina" userId="7598f83f-02d5-41fa-ba4b-2c3eb4a3a56e" providerId="ADAL" clId="{83C18FAC-BC8E-47FE-BE3B-E5593F1ECCBC}" dt="2024-12-03T10:42:53.981" v="474" actId="700"/>
          <ac:spMkLst>
            <pc:docMk/>
            <pc:sldMk cId="2366579730" sldId="364"/>
            <ac:spMk id="12" creationId="{A95EB145-C6E3-5359-F270-5CC7F223B4D7}"/>
          </ac:spMkLst>
        </pc:spChg>
        <pc:spChg chg="add mod ord">
          <ac:chgData name="Riccardo  Medina" userId="7598f83f-02d5-41fa-ba4b-2c3eb4a3a56e" providerId="ADAL" clId="{83C18FAC-BC8E-47FE-BE3B-E5593F1ECCBC}" dt="2024-12-03T10:42:53.981" v="474" actId="700"/>
          <ac:spMkLst>
            <pc:docMk/>
            <pc:sldMk cId="2366579730" sldId="364"/>
            <ac:spMk id="13" creationId="{CA69B3AE-292C-2BCD-5D2A-6F3A6C3B4FC8}"/>
          </ac:spMkLst>
        </pc:spChg>
        <pc:spChg chg="add mod ord">
          <ac:chgData name="Riccardo  Medina" userId="7598f83f-02d5-41fa-ba4b-2c3eb4a3a56e" providerId="ADAL" clId="{83C18FAC-BC8E-47FE-BE3B-E5593F1ECCBC}" dt="2024-12-03T10:42:53.981" v="474" actId="700"/>
          <ac:spMkLst>
            <pc:docMk/>
            <pc:sldMk cId="2366579730" sldId="364"/>
            <ac:spMk id="14" creationId="{04DF2843-17D3-602F-B51C-616EA07ECF65}"/>
          </ac:spMkLst>
        </pc:spChg>
        <pc:spChg chg="add del mod ord">
          <ac:chgData name="Riccardo  Medina" userId="7598f83f-02d5-41fa-ba4b-2c3eb4a3a56e" providerId="ADAL" clId="{83C18FAC-BC8E-47FE-BE3B-E5593F1ECCBC}" dt="2024-12-03T10:43:42.902" v="480" actId="931"/>
          <ac:spMkLst>
            <pc:docMk/>
            <pc:sldMk cId="2366579730" sldId="364"/>
            <ac:spMk id="15" creationId="{97B126DF-4998-E932-C23E-A01E84E92578}"/>
          </ac:spMkLst>
        </pc:spChg>
        <pc:spChg chg="add del mod">
          <ac:chgData name="Riccardo  Medina" userId="7598f83f-02d5-41fa-ba4b-2c3eb4a3a56e" providerId="ADAL" clId="{83C18FAC-BC8E-47FE-BE3B-E5593F1ECCBC}" dt="2024-12-03T10:52:13.384" v="616" actId="931"/>
          <ac:spMkLst>
            <pc:docMk/>
            <pc:sldMk cId="2366579730" sldId="364"/>
            <ac:spMk id="19" creationId="{A1AA101A-C6CE-8DCF-71F9-D3E161F05976}"/>
          </ac:spMkLst>
        </pc:spChg>
        <pc:spChg chg="add del mod">
          <ac:chgData name="Riccardo  Medina" userId="7598f83f-02d5-41fa-ba4b-2c3eb4a3a56e" providerId="ADAL" clId="{83C18FAC-BC8E-47FE-BE3B-E5593F1ECCBC}" dt="2024-12-03T11:04:41.685" v="1618" actId="931"/>
          <ac:spMkLst>
            <pc:docMk/>
            <pc:sldMk cId="2366579730" sldId="364"/>
            <ac:spMk id="25" creationId="{D2A0F611-976A-0B97-08DA-944A0F7C760F}"/>
          </ac:spMkLst>
        </pc:spChg>
        <pc:spChg chg="mod ord">
          <ac:chgData name="Riccardo  Medina" userId="7598f83f-02d5-41fa-ba4b-2c3eb4a3a56e" providerId="ADAL" clId="{83C18FAC-BC8E-47FE-BE3B-E5593F1ECCBC}" dt="2024-12-03T10:42:53.981" v="474" actId="700"/>
          <ac:spMkLst>
            <pc:docMk/>
            <pc:sldMk cId="2366579730" sldId="364"/>
            <ac:spMk id="62" creationId="{8670147E-7FF8-0D1F-52DE-DB6EF52FA60C}"/>
          </ac:spMkLst>
        </pc:spChg>
        <pc:spChg chg="mod ord">
          <ac:chgData name="Riccardo  Medina" userId="7598f83f-02d5-41fa-ba4b-2c3eb4a3a56e" providerId="ADAL" clId="{83C18FAC-BC8E-47FE-BE3B-E5593F1ECCBC}" dt="2024-12-03T10:43:22.045" v="479" actId="27636"/>
          <ac:spMkLst>
            <pc:docMk/>
            <pc:sldMk cId="2366579730" sldId="364"/>
            <ac:spMk id="72" creationId="{218D9421-B75A-ED47-81CA-B31663E0E055}"/>
          </ac:spMkLst>
        </pc:spChg>
        <pc:picChg chg="del mod">
          <ac:chgData name="Riccardo  Medina" userId="7598f83f-02d5-41fa-ba4b-2c3eb4a3a56e" providerId="ADAL" clId="{83C18FAC-BC8E-47FE-BE3B-E5593F1ECCBC}" dt="2024-12-03T10:32:12.736" v="400" actId="478"/>
          <ac:picMkLst>
            <pc:docMk/>
            <pc:sldMk cId="2366579730" sldId="364"/>
            <ac:picMk id="5" creationId="{8EAE53FB-DDF7-3C4D-FA6F-C1B79C6DC0B5}"/>
          </ac:picMkLst>
        </pc:picChg>
        <pc:picChg chg="add mod">
          <ac:chgData name="Riccardo  Medina" userId="7598f83f-02d5-41fa-ba4b-2c3eb4a3a56e" providerId="ADAL" clId="{83C18FAC-BC8E-47FE-BE3B-E5593F1ECCBC}" dt="2024-12-03T10:40:35.395" v="456" actId="931"/>
          <ac:picMkLst>
            <pc:docMk/>
            <pc:sldMk cId="2366579730" sldId="364"/>
            <ac:picMk id="9" creationId="{6C24C29D-5AF6-E9BF-CECF-AE9B994CB2D2}"/>
          </ac:picMkLst>
        </pc:picChg>
        <pc:picChg chg="add del mod">
          <ac:chgData name="Riccardo  Medina" userId="7598f83f-02d5-41fa-ba4b-2c3eb4a3a56e" providerId="ADAL" clId="{83C18FAC-BC8E-47FE-BE3B-E5593F1ECCBC}" dt="2024-12-03T10:47:46.405" v="561" actId="478"/>
          <ac:picMkLst>
            <pc:docMk/>
            <pc:sldMk cId="2366579730" sldId="364"/>
            <ac:picMk id="17" creationId="{FA32B3B9-4175-750F-6488-7CB70E796ECA}"/>
          </ac:picMkLst>
        </pc:picChg>
        <pc:picChg chg="add mod">
          <ac:chgData name="Riccardo  Medina" userId="7598f83f-02d5-41fa-ba4b-2c3eb4a3a56e" providerId="ADAL" clId="{83C18FAC-BC8E-47FE-BE3B-E5593F1ECCBC}" dt="2024-12-03T10:52:05.525" v="615" actId="931"/>
          <ac:picMkLst>
            <pc:docMk/>
            <pc:sldMk cId="2366579730" sldId="364"/>
            <ac:picMk id="21" creationId="{F7EA522C-3975-0AE6-EA39-061F8DC7AE54}"/>
          </ac:picMkLst>
        </pc:picChg>
        <pc:picChg chg="add del mod modCrop">
          <ac:chgData name="Riccardo  Medina" userId="7598f83f-02d5-41fa-ba4b-2c3eb4a3a56e" providerId="ADAL" clId="{83C18FAC-BC8E-47FE-BE3B-E5593F1ECCBC}" dt="2024-12-03T11:02:44.103" v="1608" actId="478"/>
          <ac:picMkLst>
            <pc:docMk/>
            <pc:sldMk cId="2366579730" sldId="364"/>
            <ac:picMk id="23" creationId="{B082F31E-5554-18A2-5334-B31B39A6F8EB}"/>
          </ac:picMkLst>
        </pc:picChg>
        <pc:picChg chg="add mod modCrop">
          <ac:chgData name="Riccardo  Medina" userId="7598f83f-02d5-41fa-ba4b-2c3eb4a3a56e" providerId="ADAL" clId="{83C18FAC-BC8E-47FE-BE3B-E5593F1ECCBC}" dt="2024-12-03T11:04:37.591" v="1617" actId="931"/>
          <ac:picMkLst>
            <pc:docMk/>
            <pc:sldMk cId="2366579730" sldId="364"/>
            <ac:picMk id="27" creationId="{948F6020-D635-844F-9381-B744E5B35618}"/>
          </ac:picMkLst>
        </pc:picChg>
        <pc:picChg chg="add mod modCrop">
          <ac:chgData name="Riccardo  Medina" userId="7598f83f-02d5-41fa-ba4b-2c3eb4a3a56e" providerId="ADAL" clId="{83C18FAC-BC8E-47FE-BE3B-E5593F1ECCBC}" dt="2024-12-03T11:07:03.951" v="1654" actId="1076"/>
          <ac:picMkLst>
            <pc:docMk/>
            <pc:sldMk cId="2366579730" sldId="364"/>
            <ac:picMk id="29" creationId="{8DA56E35-1B98-8F12-0882-B385E27E4933}"/>
          </ac:picMkLst>
        </pc:picChg>
        <pc:inkChg chg="del">
          <ac:chgData name="Riccardo  Medina" userId="7598f83f-02d5-41fa-ba4b-2c3eb4a3a56e" providerId="ADAL" clId="{83C18FAC-BC8E-47FE-BE3B-E5593F1ECCBC}" dt="2024-12-03T09:50:29.136" v="51" actId="478"/>
          <ac:inkMkLst>
            <pc:docMk/>
            <pc:sldMk cId="2366579730" sldId="364"/>
            <ac:inkMk id="2" creationId="{602A4418-FDC7-A557-D48B-D7E879FF4727}"/>
          </ac:inkMkLst>
        </pc:inkChg>
      </pc:sldChg>
      <pc:sldChg chg="addSp delSp modSp add mod">
        <pc:chgData name="Riccardo  Medina" userId="7598f83f-02d5-41fa-ba4b-2c3eb4a3a56e" providerId="ADAL" clId="{83C18FAC-BC8E-47FE-BE3B-E5593F1ECCBC}" dt="2024-12-03T11:10:07.289" v="1664" actId="1076"/>
        <pc:sldMkLst>
          <pc:docMk/>
          <pc:sldMk cId="2979575809" sldId="365"/>
        </pc:sldMkLst>
        <pc:spChg chg="add del mod">
          <ac:chgData name="Riccardo  Medina" userId="7598f83f-02d5-41fa-ba4b-2c3eb4a3a56e" providerId="ADAL" clId="{83C18FAC-BC8E-47FE-BE3B-E5593F1ECCBC}" dt="2024-12-03T11:05:26.702" v="1626" actId="931"/>
          <ac:spMkLst>
            <pc:docMk/>
            <pc:sldMk cId="2979575809" sldId="365"/>
            <ac:spMk id="3" creationId="{68532CDB-1548-2AA7-E353-7F799F4DB148}"/>
          </ac:spMkLst>
        </pc:spChg>
        <pc:spChg chg="add del mod">
          <ac:chgData name="Riccardo  Medina" userId="7598f83f-02d5-41fa-ba4b-2c3eb4a3a56e" providerId="ADAL" clId="{83C18FAC-BC8E-47FE-BE3B-E5593F1ECCBC}" dt="2024-12-03T11:09:56.193" v="1658" actId="931"/>
          <ac:spMkLst>
            <pc:docMk/>
            <pc:sldMk cId="2979575809" sldId="365"/>
            <ac:spMk id="7" creationId="{D968AC09-E6D3-E645-7B1A-35484C40E4FB}"/>
          </ac:spMkLst>
        </pc:spChg>
        <pc:picChg chg="add del mod">
          <ac:chgData name="Riccardo  Medina" userId="7598f83f-02d5-41fa-ba4b-2c3eb4a3a56e" providerId="ADAL" clId="{83C18FAC-BC8E-47FE-BE3B-E5593F1ECCBC}" dt="2024-12-03T11:09:53.068" v="1657" actId="478"/>
          <ac:picMkLst>
            <pc:docMk/>
            <pc:sldMk cId="2979575809" sldId="365"/>
            <ac:picMk id="5" creationId="{2DE12032-E942-F51E-32D6-8F60522C4E93}"/>
          </ac:picMkLst>
        </pc:picChg>
        <pc:picChg chg="add mod">
          <ac:chgData name="Riccardo  Medina" userId="7598f83f-02d5-41fa-ba4b-2c3eb4a3a56e" providerId="ADAL" clId="{83C18FAC-BC8E-47FE-BE3B-E5593F1ECCBC}" dt="2024-12-03T11:10:07.289" v="1664" actId="1076"/>
          <ac:picMkLst>
            <pc:docMk/>
            <pc:sldMk cId="2979575809" sldId="365"/>
            <ac:picMk id="9" creationId="{BE25BF17-0080-5443-C4C7-84C44986F4DB}"/>
          </ac:picMkLst>
        </pc:picChg>
        <pc:picChg chg="del">
          <ac:chgData name="Riccardo  Medina" userId="7598f83f-02d5-41fa-ba4b-2c3eb4a3a56e" providerId="ADAL" clId="{83C18FAC-BC8E-47FE-BE3B-E5593F1ECCBC}" dt="2024-12-03T11:05:23.092" v="1625" actId="478"/>
          <ac:picMkLst>
            <pc:docMk/>
            <pc:sldMk cId="2979575809" sldId="365"/>
            <ac:picMk id="29" creationId="{881F9589-A4F4-0A9C-1DA9-BAECD739D530}"/>
          </ac:picMkLst>
        </pc:picChg>
      </pc:sldChg>
      <pc:sldChg chg="addSp delSp modSp add del mod">
        <pc:chgData name="Riccardo  Medina" userId="7598f83f-02d5-41fa-ba4b-2c3eb4a3a56e" providerId="ADAL" clId="{83C18FAC-BC8E-47FE-BE3B-E5593F1ECCBC}" dt="2024-12-03T11:02:41.291" v="1606" actId="47"/>
        <pc:sldMkLst>
          <pc:docMk/>
          <pc:sldMk cId="3360120086" sldId="365"/>
        </pc:sldMkLst>
        <pc:spChg chg="add del mod">
          <ac:chgData name="Riccardo  Medina" userId="7598f83f-02d5-41fa-ba4b-2c3eb4a3a56e" providerId="ADAL" clId="{83C18FAC-BC8E-47FE-BE3B-E5593F1ECCBC}" dt="2024-12-03T10:45:56.733" v="544" actId="931"/>
          <ac:spMkLst>
            <pc:docMk/>
            <pc:sldMk cId="3360120086" sldId="365"/>
            <ac:spMk id="3" creationId="{2685391D-7A33-D4C0-6689-C91A80091859}"/>
          </ac:spMkLst>
        </pc:spChg>
        <pc:picChg chg="add mod">
          <ac:chgData name="Riccardo  Medina" userId="7598f83f-02d5-41fa-ba4b-2c3eb4a3a56e" providerId="ADAL" clId="{83C18FAC-BC8E-47FE-BE3B-E5593F1ECCBC}" dt="2024-12-03T10:46:18.233" v="552" actId="14100"/>
          <ac:picMkLst>
            <pc:docMk/>
            <pc:sldMk cId="3360120086" sldId="365"/>
            <ac:picMk id="5" creationId="{2A582A00-6780-D825-11BD-9E1F49711C39}"/>
          </ac:picMkLst>
        </pc:picChg>
        <pc:picChg chg="del">
          <ac:chgData name="Riccardo  Medina" userId="7598f83f-02d5-41fa-ba4b-2c3eb4a3a56e" providerId="ADAL" clId="{83C18FAC-BC8E-47FE-BE3B-E5593F1ECCBC}" dt="2024-12-03T10:45:48.421" v="543" actId="478"/>
          <ac:picMkLst>
            <pc:docMk/>
            <pc:sldMk cId="3360120086" sldId="365"/>
            <ac:picMk id="17" creationId="{70A9A3E3-EA1A-B8A6-FF9B-5AE5637919E9}"/>
          </ac:picMkLst>
        </pc:picChg>
      </pc:sldChg>
      <pc:sldChg chg="addSp delSp modSp add del mod">
        <pc:chgData name="Riccardo  Medina" userId="7598f83f-02d5-41fa-ba4b-2c3eb4a3a56e" providerId="ADAL" clId="{83C18FAC-BC8E-47FE-BE3B-E5593F1ECCBC}" dt="2024-12-03T11:02:42.260" v="1607" actId="47"/>
        <pc:sldMkLst>
          <pc:docMk/>
          <pc:sldMk cId="1285841928" sldId="366"/>
        </pc:sldMkLst>
        <pc:spChg chg="add del mod">
          <ac:chgData name="Riccardo  Medina" userId="7598f83f-02d5-41fa-ba4b-2c3eb4a3a56e" providerId="ADAL" clId="{83C18FAC-BC8E-47FE-BE3B-E5593F1ECCBC}" dt="2024-12-03T10:46:44.452" v="554" actId="931"/>
          <ac:spMkLst>
            <pc:docMk/>
            <pc:sldMk cId="1285841928" sldId="366"/>
            <ac:spMk id="3" creationId="{94D513A1-1298-79E2-C098-2A5BDA964983}"/>
          </ac:spMkLst>
        </pc:spChg>
        <pc:picChg chg="add mod">
          <ac:chgData name="Riccardo  Medina" userId="7598f83f-02d5-41fa-ba4b-2c3eb4a3a56e" providerId="ADAL" clId="{83C18FAC-BC8E-47FE-BE3B-E5593F1ECCBC}" dt="2024-12-03T10:46:59.155" v="560" actId="1076"/>
          <ac:picMkLst>
            <pc:docMk/>
            <pc:sldMk cId="1285841928" sldId="366"/>
            <ac:picMk id="5" creationId="{1CC0A4E2-AF29-63DE-C648-ADF4E504BE34}"/>
          </ac:picMkLst>
        </pc:picChg>
        <pc:picChg chg="del">
          <ac:chgData name="Riccardo  Medina" userId="7598f83f-02d5-41fa-ba4b-2c3eb4a3a56e" providerId="ADAL" clId="{83C18FAC-BC8E-47FE-BE3B-E5593F1ECCBC}" dt="2024-12-03T10:46:40.264" v="553" actId="478"/>
          <ac:picMkLst>
            <pc:docMk/>
            <pc:sldMk cId="1285841928" sldId="366"/>
            <ac:picMk id="17" creationId="{B7B4768B-1B7E-CC66-4DF4-01FAB2840193}"/>
          </ac:picMkLst>
        </pc:picChg>
      </pc:sldChg>
      <pc:sldChg chg="addSp delSp modSp add mod">
        <pc:chgData name="Riccardo  Medina" userId="7598f83f-02d5-41fa-ba4b-2c3eb4a3a56e" providerId="ADAL" clId="{83C18FAC-BC8E-47FE-BE3B-E5593F1ECCBC}" dt="2024-12-03T11:10:28.898" v="1687" actId="1076"/>
        <pc:sldMkLst>
          <pc:docMk/>
          <pc:sldMk cId="1298394959" sldId="366"/>
        </pc:sldMkLst>
        <pc:spChg chg="add del mod">
          <ac:chgData name="Riccardo  Medina" userId="7598f83f-02d5-41fa-ba4b-2c3eb4a3a56e" providerId="ADAL" clId="{83C18FAC-BC8E-47FE-BE3B-E5593F1ECCBC}" dt="2024-12-03T11:05:54.140" v="1632" actId="931"/>
          <ac:spMkLst>
            <pc:docMk/>
            <pc:sldMk cId="1298394959" sldId="366"/>
            <ac:spMk id="3" creationId="{F14D31A2-B9A9-5C01-1B97-68C42BC74886}"/>
          </ac:spMkLst>
        </pc:spChg>
        <pc:spChg chg="add del mod">
          <ac:chgData name="Riccardo  Medina" userId="7598f83f-02d5-41fa-ba4b-2c3eb4a3a56e" providerId="ADAL" clId="{83C18FAC-BC8E-47FE-BE3B-E5593F1ECCBC}" dt="2024-12-03T11:10:18.554" v="1666" actId="931"/>
          <ac:spMkLst>
            <pc:docMk/>
            <pc:sldMk cId="1298394959" sldId="366"/>
            <ac:spMk id="7" creationId="{2EEE1189-78EF-C5C6-14EA-318FDDD10A5B}"/>
          </ac:spMkLst>
        </pc:spChg>
        <pc:picChg chg="add del mod">
          <ac:chgData name="Riccardo  Medina" userId="7598f83f-02d5-41fa-ba4b-2c3eb4a3a56e" providerId="ADAL" clId="{83C18FAC-BC8E-47FE-BE3B-E5593F1ECCBC}" dt="2024-12-03T11:10:14.992" v="1665" actId="478"/>
          <ac:picMkLst>
            <pc:docMk/>
            <pc:sldMk cId="1298394959" sldId="366"/>
            <ac:picMk id="5" creationId="{35649925-1464-839A-5616-4BDF52BC18BA}"/>
          </ac:picMkLst>
        </pc:picChg>
        <pc:picChg chg="add mod">
          <ac:chgData name="Riccardo  Medina" userId="7598f83f-02d5-41fa-ba4b-2c3eb4a3a56e" providerId="ADAL" clId="{83C18FAC-BC8E-47FE-BE3B-E5593F1ECCBC}" dt="2024-12-03T11:10:28.898" v="1687" actId="1076"/>
          <ac:picMkLst>
            <pc:docMk/>
            <pc:sldMk cId="1298394959" sldId="366"/>
            <ac:picMk id="9" creationId="{FB9DAA20-BF95-8173-FE15-7CD809F102FB}"/>
          </ac:picMkLst>
        </pc:picChg>
        <pc:picChg chg="del">
          <ac:chgData name="Riccardo  Medina" userId="7598f83f-02d5-41fa-ba4b-2c3eb4a3a56e" providerId="ADAL" clId="{83C18FAC-BC8E-47FE-BE3B-E5593F1ECCBC}" dt="2024-12-03T11:05:49.343" v="1631" actId="478"/>
          <ac:picMkLst>
            <pc:docMk/>
            <pc:sldMk cId="1298394959" sldId="366"/>
            <ac:picMk id="29" creationId="{B4CF9201-AC84-3CAA-7113-2D95DF4DF570}"/>
          </ac:picMkLst>
        </pc:picChg>
      </pc:sldChg>
      <pc:sldChg chg="modSp add del mod">
        <pc:chgData name="Riccardo  Medina" userId="7598f83f-02d5-41fa-ba4b-2c3eb4a3a56e" providerId="ADAL" clId="{83C18FAC-BC8E-47FE-BE3B-E5593F1ECCBC}" dt="2024-12-03T11:02:39.197" v="1605" actId="47"/>
        <pc:sldMkLst>
          <pc:docMk/>
          <pc:sldMk cId="2245129487" sldId="367"/>
        </pc:sldMkLst>
        <pc:picChg chg="mod modCrop">
          <ac:chgData name="Riccardo  Medina" userId="7598f83f-02d5-41fa-ba4b-2c3eb4a3a56e" providerId="ADAL" clId="{83C18FAC-BC8E-47FE-BE3B-E5593F1ECCBC}" dt="2024-12-03T10:58:07.236" v="1590" actId="18131"/>
          <ac:picMkLst>
            <pc:docMk/>
            <pc:sldMk cId="2245129487" sldId="367"/>
            <ac:picMk id="23" creationId="{0563319A-CCE0-CAFE-7089-207AA39637F9}"/>
          </ac:picMkLst>
        </pc:picChg>
      </pc:sldChg>
      <pc:sldChg chg="addSp delSp modSp add del mod">
        <pc:chgData name="Riccardo  Medina" userId="7598f83f-02d5-41fa-ba4b-2c3eb4a3a56e" providerId="ADAL" clId="{83C18FAC-BC8E-47FE-BE3B-E5593F1ECCBC}" dt="2024-12-03T11:02:38.228" v="1604" actId="47"/>
        <pc:sldMkLst>
          <pc:docMk/>
          <pc:sldMk cId="266945205" sldId="368"/>
        </pc:sldMkLst>
        <pc:spChg chg="add del mod">
          <ac:chgData name="Riccardo  Medina" userId="7598f83f-02d5-41fa-ba4b-2c3eb4a3a56e" providerId="ADAL" clId="{83C18FAC-BC8E-47FE-BE3B-E5593F1ECCBC}" dt="2024-12-03T10:55:17.728" v="1259" actId="931"/>
          <ac:spMkLst>
            <pc:docMk/>
            <pc:sldMk cId="266945205" sldId="368"/>
            <ac:spMk id="3" creationId="{60CDD7F2-4FA4-EFFD-D4F3-77B86D079215}"/>
          </ac:spMkLst>
        </pc:spChg>
        <pc:picChg chg="add mod modCrop">
          <ac:chgData name="Riccardo  Medina" userId="7598f83f-02d5-41fa-ba4b-2c3eb4a3a56e" providerId="ADAL" clId="{83C18FAC-BC8E-47FE-BE3B-E5593F1ECCBC}" dt="2024-12-03T11:02:35.244" v="1603"/>
          <ac:picMkLst>
            <pc:docMk/>
            <pc:sldMk cId="266945205" sldId="368"/>
            <ac:picMk id="5" creationId="{26C14999-29AB-9810-B0FB-5507226BB5CA}"/>
          </ac:picMkLst>
        </pc:picChg>
        <pc:picChg chg="add mod ord">
          <ac:chgData name="Riccardo  Medina" userId="7598f83f-02d5-41fa-ba4b-2c3eb4a3a56e" providerId="ADAL" clId="{83C18FAC-BC8E-47FE-BE3B-E5593F1ECCBC}" dt="2024-12-03T10:58:06.955" v="1589"/>
          <ac:picMkLst>
            <pc:docMk/>
            <pc:sldMk cId="266945205" sldId="368"/>
            <ac:picMk id="6" creationId="{1D0D0CF2-56FC-669E-5BF1-DD7002896414}"/>
          </ac:picMkLst>
        </pc:picChg>
        <pc:picChg chg="del">
          <ac:chgData name="Riccardo  Medina" userId="7598f83f-02d5-41fa-ba4b-2c3eb4a3a56e" providerId="ADAL" clId="{83C18FAC-BC8E-47FE-BE3B-E5593F1ECCBC}" dt="2024-12-03T10:55:12.557" v="1258" actId="478"/>
          <ac:picMkLst>
            <pc:docMk/>
            <pc:sldMk cId="266945205" sldId="368"/>
            <ac:picMk id="23" creationId="{1BB32A1D-1004-4742-4755-F5E1401CFADC}"/>
          </ac:picMkLst>
        </pc:picChg>
      </pc:sldChg>
      <pc:sldMasterChg chg="addSldLayout modSldLayout">
        <pc:chgData name="Riccardo  Medina" userId="7598f83f-02d5-41fa-ba4b-2c3eb4a3a56e" providerId="ADAL" clId="{83C18FAC-BC8E-47FE-BE3B-E5593F1ECCBC}" dt="2024-12-03T10:41:36.729" v="472" actId="14100"/>
        <pc:sldMasterMkLst>
          <pc:docMk/>
          <pc:sldMasterMk cId="2292814278" sldId="2147483660"/>
        </pc:sldMasterMkLst>
        <pc:sldLayoutChg chg="addSp delSp modSp mod">
          <pc:chgData name="Riccardo  Medina" userId="7598f83f-02d5-41fa-ba4b-2c3eb4a3a56e" providerId="ADAL" clId="{83C18FAC-BC8E-47FE-BE3B-E5593F1ECCBC}" dt="2024-12-03T10:36:26.238" v="426" actId="14100"/>
          <pc:sldLayoutMkLst>
            <pc:docMk/>
            <pc:sldMasterMk cId="2292814278" sldId="2147483660"/>
            <pc:sldLayoutMk cId="1319059784" sldId="2147483701"/>
          </pc:sldLayoutMkLst>
          <pc:spChg chg="add del mod">
            <ac:chgData name="Riccardo  Medina" userId="7598f83f-02d5-41fa-ba4b-2c3eb4a3a56e" providerId="ADAL" clId="{83C18FAC-BC8E-47FE-BE3B-E5593F1ECCBC}" dt="2024-12-03T10:36:24.988" v="422" actId="1076"/>
            <ac:spMkLst>
              <pc:docMk/>
              <pc:sldMasterMk cId="2292814278" sldId="2147483660"/>
              <pc:sldLayoutMk cId="1319059784" sldId="2147483701"/>
              <ac:spMk id="2" creationId="{725CF157-FC48-B72D-263A-4C9A6B5DA9D9}"/>
            </ac:spMkLst>
          </pc:spChg>
          <pc:spChg chg="mod">
            <ac:chgData name="Riccardo  Medina" userId="7598f83f-02d5-41fa-ba4b-2c3eb4a3a56e" providerId="ADAL" clId="{83C18FAC-BC8E-47FE-BE3B-E5593F1ECCBC}" dt="2024-12-03T10:36:01.551" v="411" actId="14100"/>
            <ac:spMkLst>
              <pc:docMk/>
              <pc:sldMasterMk cId="2292814278" sldId="2147483660"/>
              <pc:sldLayoutMk cId="1319059784" sldId="2147483701"/>
              <ac:spMk id="3" creationId="{CBAC65A3-B6FC-44F3-B14D-3891FC4F60FE}"/>
            </ac:spMkLst>
          </pc:spChg>
          <pc:spChg chg="add del mod">
            <ac:chgData name="Riccardo  Medina" userId="7598f83f-02d5-41fa-ba4b-2c3eb4a3a56e" providerId="ADAL" clId="{83C18FAC-BC8E-47FE-BE3B-E5593F1ECCBC}" dt="2024-12-03T10:36:24.629" v="421" actId="1076"/>
            <ac:spMkLst>
              <pc:docMk/>
              <pc:sldMasterMk cId="2292814278" sldId="2147483660"/>
              <pc:sldLayoutMk cId="1319059784" sldId="2147483701"/>
              <ac:spMk id="4" creationId="{EC3D4A46-2709-9CD6-4C0A-40C949A740C2}"/>
            </ac:spMkLst>
          </pc:spChg>
          <pc:spChg chg="mod">
            <ac:chgData name="Riccardo  Medina" userId="7598f83f-02d5-41fa-ba4b-2c3eb4a3a56e" providerId="ADAL" clId="{83C18FAC-BC8E-47FE-BE3B-E5593F1ECCBC}" dt="2024-12-03T10:36:26.238" v="426" actId="14100"/>
            <ac:spMkLst>
              <pc:docMk/>
              <pc:sldMasterMk cId="2292814278" sldId="2147483660"/>
              <pc:sldLayoutMk cId="1319059784" sldId="2147483701"/>
              <ac:spMk id="11" creationId="{42C06F64-DD78-4FE6-AB8C-9E00EFCADEAB}"/>
            </ac:spMkLst>
          </pc:spChg>
          <pc:spChg chg="add del mod">
            <ac:chgData name="Riccardo  Medina" userId="7598f83f-02d5-41fa-ba4b-2c3eb4a3a56e" providerId="ADAL" clId="{83C18FAC-BC8E-47FE-BE3B-E5593F1ECCBC}" dt="2024-12-03T10:36:25.551" v="424" actId="1076"/>
            <ac:spMkLst>
              <pc:docMk/>
              <pc:sldMasterMk cId="2292814278" sldId="2147483660"/>
              <pc:sldLayoutMk cId="1319059784" sldId="2147483701"/>
              <ac:spMk id="12" creationId="{1A6D4A53-1887-4A47-B527-837A3FB9DCBF}"/>
            </ac:spMkLst>
          </pc:spChg>
        </pc:sldLayoutChg>
        <pc:sldLayoutChg chg="addSp delSp modSp add mod replId modTransition">
          <pc:chgData name="Riccardo  Medina" userId="7598f83f-02d5-41fa-ba4b-2c3eb4a3a56e" providerId="ADAL" clId="{83C18FAC-BC8E-47FE-BE3B-E5593F1ECCBC}" dt="2024-12-03T10:41:36.729" v="472" actId="14100"/>
          <pc:sldLayoutMkLst>
            <pc:docMk/>
            <pc:sldMasterMk cId="2292814278" sldId="2147483660"/>
            <pc:sldLayoutMk cId="504952540" sldId="2147483804"/>
          </pc:sldLayoutMkLst>
          <pc:spChg chg="add del">
            <ac:chgData name="Riccardo  Medina" userId="7598f83f-02d5-41fa-ba4b-2c3eb4a3a56e" providerId="ADAL" clId="{83C18FAC-BC8E-47FE-BE3B-E5593F1ECCBC}" dt="2024-12-03T10:41:25.557" v="468" actId="11529"/>
            <ac:spMkLst>
              <pc:docMk/>
              <pc:sldMasterMk cId="2292814278" sldId="2147483660"/>
              <pc:sldLayoutMk cId="504952540" sldId="2147483804"/>
              <ac:spMk id="2" creationId="{720EA906-D830-30ED-C13C-9FBB46A8B01F}"/>
            </ac:spMkLst>
          </pc:spChg>
          <pc:spChg chg="add mod">
            <ac:chgData name="Riccardo  Medina" userId="7598f83f-02d5-41fa-ba4b-2c3eb4a3a56e" providerId="ADAL" clId="{83C18FAC-BC8E-47FE-BE3B-E5593F1ECCBC}" dt="2024-12-03T10:41:36.729" v="472" actId="14100"/>
            <ac:spMkLst>
              <pc:docMk/>
              <pc:sldMasterMk cId="2292814278" sldId="2147483660"/>
              <pc:sldLayoutMk cId="504952540" sldId="2147483804"/>
              <ac:spMk id="5" creationId="{BEAD93B8-534C-B14E-F3B7-A8402DA9E652}"/>
            </ac:spMkLst>
          </pc:spChg>
          <pc:spChg chg="mod">
            <ac:chgData name="Riccardo  Medina" userId="7598f83f-02d5-41fa-ba4b-2c3eb4a3a56e" providerId="ADAL" clId="{83C18FAC-BC8E-47FE-BE3B-E5593F1ECCBC}" dt="2024-12-03T10:41:16.135" v="467" actId="14100"/>
            <ac:spMkLst>
              <pc:docMk/>
              <pc:sldMasterMk cId="2292814278" sldId="2147483660"/>
              <pc:sldLayoutMk cId="504952540" sldId="2147483804"/>
              <ac:spMk id="6" creationId="{BBFC0353-3BF7-4026-97BB-6EA39F4991EB}"/>
            </ac:spMkLst>
          </pc:spChg>
        </pc:sldLayoutChg>
        <pc:sldLayoutChg chg="addSp delSp modSp add mod replId modTransition">
          <pc:chgData name="Riccardo  Medina" userId="7598f83f-02d5-41fa-ba4b-2c3eb4a3a56e" providerId="ADAL" clId="{83C18FAC-BC8E-47FE-BE3B-E5593F1ECCBC}" dt="2024-12-03T10:38:35.474" v="444" actId="14100"/>
          <pc:sldLayoutMkLst>
            <pc:docMk/>
            <pc:sldMasterMk cId="2292814278" sldId="2147483660"/>
            <pc:sldLayoutMk cId="1281705682" sldId="2147483804"/>
          </pc:sldLayoutMkLst>
          <pc:spChg chg="add del mod">
            <ac:chgData name="Riccardo  Medina" userId="7598f83f-02d5-41fa-ba4b-2c3eb4a3a56e" providerId="ADAL" clId="{83C18FAC-BC8E-47FE-BE3B-E5593F1ECCBC}" dt="2024-12-03T10:37:31.816" v="435" actId="478"/>
            <ac:spMkLst>
              <pc:docMk/>
              <pc:sldMasterMk cId="2292814278" sldId="2147483660"/>
              <pc:sldLayoutMk cId="1281705682" sldId="2147483804"/>
              <ac:spMk id="2" creationId="{BA02B3A0-C124-0E5B-6209-8D72322AF3A6}"/>
            </ac:spMkLst>
          </pc:spChg>
          <pc:spChg chg="add del">
            <ac:chgData name="Riccardo  Medina" userId="7598f83f-02d5-41fa-ba4b-2c3eb4a3a56e" providerId="ADAL" clId="{83C18FAC-BC8E-47FE-BE3B-E5593F1ECCBC}" dt="2024-12-03T10:37:58.348" v="436" actId="11529"/>
            <ac:spMkLst>
              <pc:docMk/>
              <pc:sldMasterMk cId="2292814278" sldId="2147483660"/>
              <pc:sldLayoutMk cId="1281705682" sldId="2147483804"/>
              <ac:spMk id="4" creationId="{02FE087D-E697-8056-2A10-A441B41E731C}"/>
            </ac:spMkLst>
          </pc:spChg>
          <pc:spChg chg="add mod">
            <ac:chgData name="Riccardo  Medina" userId="7598f83f-02d5-41fa-ba4b-2c3eb4a3a56e" providerId="ADAL" clId="{83C18FAC-BC8E-47FE-BE3B-E5593F1ECCBC}" dt="2024-12-03T10:38:31.318" v="443" actId="14100"/>
            <ac:spMkLst>
              <pc:docMk/>
              <pc:sldMasterMk cId="2292814278" sldId="2147483660"/>
              <pc:sldLayoutMk cId="1281705682" sldId="2147483804"/>
              <ac:spMk id="5" creationId="{12B58933-58EC-89C8-5814-319BB5291BBF}"/>
            </ac:spMkLst>
          </pc:spChg>
          <pc:spChg chg="mod">
            <ac:chgData name="Riccardo  Medina" userId="7598f83f-02d5-41fa-ba4b-2c3eb4a3a56e" providerId="ADAL" clId="{83C18FAC-BC8E-47FE-BE3B-E5593F1ECCBC}" dt="2024-12-03T10:38:35.474" v="444" actId="14100"/>
            <ac:spMkLst>
              <pc:docMk/>
              <pc:sldMasterMk cId="2292814278" sldId="2147483660"/>
              <pc:sldLayoutMk cId="1281705682" sldId="2147483804"/>
              <ac:spMk id="11" creationId="{42C06F64-DD78-4FE6-AB8C-9E00EFCADEAB}"/>
            </ac:spMkLst>
          </pc:spChg>
          <pc:spChg chg="del">
            <ac:chgData name="Riccardo  Medina" userId="7598f83f-02d5-41fa-ba4b-2c3eb4a3a56e" providerId="ADAL" clId="{83C18FAC-BC8E-47FE-BE3B-E5593F1ECCBC}" dt="2024-12-03T10:36:51.035" v="428" actId="478"/>
            <ac:spMkLst>
              <pc:docMk/>
              <pc:sldMasterMk cId="2292814278" sldId="2147483660"/>
              <pc:sldLayoutMk cId="1281705682" sldId="2147483804"/>
              <ac:spMk id="12" creationId="{1A6D4A53-1887-4A47-B527-837A3FB9DCBF}"/>
            </ac:spMkLst>
          </pc:spChg>
        </pc:sldLayoutChg>
      </pc:sldMasterChg>
      <pc:sldMasterChg chg="add del mod addSldLayout delSldLayout modSldLayout">
        <pc:chgData name="Riccardo  Medina" userId="7598f83f-02d5-41fa-ba4b-2c3eb4a3a56e" providerId="ADAL" clId="{83C18FAC-BC8E-47FE-BE3B-E5593F1ECCBC}" dt="2024-12-03T10:41:03.193" v="465" actId="2890"/>
        <pc:sldMasterMkLst>
          <pc:docMk/>
          <pc:sldMasterMk cId="4268552800" sldId="2147483804"/>
        </pc:sldMasterMkLst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1061954667" sldId="2147483805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1504355833" sldId="2147483806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1529190144" sldId="2147483807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3947304785" sldId="2147483808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1446952364" sldId="2147483809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1422096600" sldId="2147483810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2623391111" sldId="2147483811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2443650556" sldId="2147483812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4216521885" sldId="2147483813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2638015244" sldId="2147483814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2034697834" sldId="2147483815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3769712829" sldId="2147483816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1579157929" sldId="2147483817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1790559896" sldId="2147483818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1377155411" sldId="2147483819"/>
          </pc:sldLayoutMkLst>
        </pc:sldLayoutChg>
        <pc:sldLayoutChg chg="add del mod replId">
          <pc:chgData name="Riccardo  Medina" userId="7598f83f-02d5-41fa-ba4b-2c3eb4a3a56e" providerId="ADAL" clId="{83C18FAC-BC8E-47FE-BE3B-E5593F1ECCBC}" dt="2024-12-03T10:41:03.193" v="465" actId="2890"/>
          <pc:sldLayoutMkLst>
            <pc:docMk/>
            <pc:sldMasterMk cId="4268552800" sldId="2147483804"/>
            <pc:sldLayoutMk cId="2961604737" sldId="2147483820"/>
          </pc:sldLayoutMkLst>
        </pc:sldLayoutChg>
      </pc:sldMasterChg>
      <pc:sldMasterChg chg="new del mod addSldLayout delSldLayout">
        <pc:chgData name="Riccardo  Medina" userId="7598f83f-02d5-41fa-ba4b-2c3eb4a3a56e" providerId="ADAL" clId="{83C18FAC-BC8E-47FE-BE3B-E5593F1ECCBC}" dt="2024-12-03T10:40:38.067" v="463" actId="6938"/>
        <pc:sldMasterMkLst>
          <pc:docMk/>
          <pc:sldMasterMk cId="3256230666" sldId="2147483805"/>
        </pc:sldMasterMkLst>
        <pc:sldLayoutChg chg="new del replId">
          <pc:chgData name="Riccardo  Medina" userId="7598f83f-02d5-41fa-ba4b-2c3eb4a3a56e" providerId="ADAL" clId="{83C18FAC-BC8E-47FE-BE3B-E5593F1ECCBC}" dt="2024-12-03T10:40:38.067" v="463" actId="6938"/>
          <pc:sldLayoutMkLst>
            <pc:docMk/>
            <pc:sldMasterMk cId="3256230666" sldId="2147483805"/>
            <pc:sldLayoutMk cId="980573956" sldId="2147483806"/>
          </pc:sldLayoutMkLst>
        </pc:sldLayoutChg>
        <pc:sldLayoutChg chg="new del replId">
          <pc:chgData name="Riccardo  Medina" userId="7598f83f-02d5-41fa-ba4b-2c3eb4a3a56e" providerId="ADAL" clId="{83C18FAC-BC8E-47FE-BE3B-E5593F1ECCBC}" dt="2024-12-03T10:40:38.067" v="463" actId="6938"/>
          <pc:sldLayoutMkLst>
            <pc:docMk/>
            <pc:sldMasterMk cId="3256230666" sldId="2147483805"/>
            <pc:sldLayoutMk cId="1195553604" sldId="2147483807"/>
          </pc:sldLayoutMkLst>
        </pc:sldLayoutChg>
        <pc:sldLayoutChg chg="new del replId">
          <pc:chgData name="Riccardo  Medina" userId="7598f83f-02d5-41fa-ba4b-2c3eb4a3a56e" providerId="ADAL" clId="{83C18FAC-BC8E-47FE-BE3B-E5593F1ECCBC}" dt="2024-12-03T10:40:38.067" v="463" actId="6938"/>
          <pc:sldLayoutMkLst>
            <pc:docMk/>
            <pc:sldMasterMk cId="3256230666" sldId="2147483805"/>
            <pc:sldLayoutMk cId="87250614" sldId="2147483808"/>
          </pc:sldLayoutMkLst>
        </pc:sldLayoutChg>
        <pc:sldLayoutChg chg="new del replId">
          <pc:chgData name="Riccardo  Medina" userId="7598f83f-02d5-41fa-ba4b-2c3eb4a3a56e" providerId="ADAL" clId="{83C18FAC-BC8E-47FE-BE3B-E5593F1ECCBC}" dt="2024-12-03T10:40:38.067" v="463" actId="6938"/>
          <pc:sldLayoutMkLst>
            <pc:docMk/>
            <pc:sldMasterMk cId="3256230666" sldId="2147483805"/>
            <pc:sldLayoutMk cId="1473542168" sldId="2147483809"/>
          </pc:sldLayoutMkLst>
        </pc:sldLayoutChg>
        <pc:sldLayoutChg chg="new del replId">
          <pc:chgData name="Riccardo  Medina" userId="7598f83f-02d5-41fa-ba4b-2c3eb4a3a56e" providerId="ADAL" clId="{83C18FAC-BC8E-47FE-BE3B-E5593F1ECCBC}" dt="2024-12-03T10:40:38.067" v="463" actId="6938"/>
          <pc:sldLayoutMkLst>
            <pc:docMk/>
            <pc:sldMasterMk cId="3256230666" sldId="2147483805"/>
            <pc:sldLayoutMk cId="2529214134" sldId="2147483810"/>
          </pc:sldLayoutMkLst>
        </pc:sldLayoutChg>
        <pc:sldLayoutChg chg="new del replId">
          <pc:chgData name="Riccardo  Medina" userId="7598f83f-02d5-41fa-ba4b-2c3eb4a3a56e" providerId="ADAL" clId="{83C18FAC-BC8E-47FE-BE3B-E5593F1ECCBC}" dt="2024-12-03T10:40:38.067" v="463" actId="6938"/>
          <pc:sldLayoutMkLst>
            <pc:docMk/>
            <pc:sldMasterMk cId="3256230666" sldId="2147483805"/>
            <pc:sldLayoutMk cId="1592589487" sldId="2147483811"/>
          </pc:sldLayoutMkLst>
        </pc:sldLayoutChg>
        <pc:sldLayoutChg chg="new del replId">
          <pc:chgData name="Riccardo  Medina" userId="7598f83f-02d5-41fa-ba4b-2c3eb4a3a56e" providerId="ADAL" clId="{83C18FAC-BC8E-47FE-BE3B-E5593F1ECCBC}" dt="2024-12-03T10:40:38.067" v="463" actId="6938"/>
          <pc:sldLayoutMkLst>
            <pc:docMk/>
            <pc:sldMasterMk cId="3256230666" sldId="2147483805"/>
            <pc:sldLayoutMk cId="2609147371" sldId="2147483812"/>
          </pc:sldLayoutMkLst>
        </pc:sldLayoutChg>
        <pc:sldLayoutChg chg="new del replId">
          <pc:chgData name="Riccardo  Medina" userId="7598f83f-02d5-41fa-ba4b-2c3eb4a3a56e" providerId="ADAL" clId="{83C18FAC-BC8E-47FE-BE3B-E5593F1ECCBC}" dt="2024-12-03T10:40:38.067" v="463" actId="6938"/>
          <pc:sldLayoutMkLst>
            <pc:docMk/>
            <pc:sldMasterMk cId="3256230666" sldId="2147483805"/>
            <pc:sldLayoutMk cId="1983281826" sldId="2147483813"/>
          </pc:sldLayoutMkLst>
        </pc:sldLayoutChg>
        <pc:sldLayoutChg chg="new del replId">
          <pc:chgData name="Riccardo  Medina" userId="7598f83f-02d5-41fa-ba4b-2c3eb4a3a56e" providerId="ADAL" clId="{83C18FAC-BC8E-47FE-BE3B-E5593F1ECCBC}" dt="2024-12-03T10:40:38.067" v="463" actId="6938"/>
          <pc:sldLayoutMkLst>
            <pc:docMk/>
            <pc:sldMasterMk cId="3256230666" sldId="2147483805"/>
            <pc:sldLayoutMk cId="619747620" sldId="2147483814"/>
          </pc:sldLayoutMkLst>
        </pc:sldLayoutChg>
        <pc:sldLayoutChg chg="new del replId">
          <pc:chgData name="Riccardo  Medina" userId="7598f83f-02d5-41fa-ba4b-2c3eb4a3a56e" providerId="ADAL" clId="{83C18FAC-BC8E-47FE-BE3B-E5593F1ECCBC}" dt="2024-12-03T10:40:38.067" v="463" actId="6938"/>
          <pc:sldLayoutMkLst>
            <pc:docMk/>
            <pc:sldMasterMk cId="3256230666" sldId="2147483805"/>
            <pc:sldLayoutMk cId="1263661660" sldId="2147483815"/>
          </pc:sldLayoutMkLst>
        </pc:sldLayoutChg>
        <pc:sldLayoutChg chg="new del replId">
          <pc:chgData name="Riccardo  Medina" userId="7598f83f-02d5-41fa-ba4b-2c3eb4a3a56e" providerId="ADAL" clId="{83C18FAC-BC8E-47FE-BE3B-E5593F1ECCBC}" dt="2024-12-03T10:40:38.067" v="463" actId="6938"/>
          <pc:sldLayoutMkLst>
            <pc:docMk/>
            <pc:sldMasterMk cId="3256230666" sldId="2147483805"/>
            <pc:sldLayoutMk cId="3487256900" sldId="214748381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E216C-9209-4E92-B990-3D3C88A5C4FD}" type="datetimeFigureOut">
              <a:rPr lang="en-GB" smtClean="0"/>
              <a:t>15/09/2025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0B9C6-6127-47F9-9705-452258C4559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75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0B9C6-6127-47F9-9705-452258C4559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767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0B9C6-6127-47F9-9705-452258C4559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487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0B9C6-6127-47F9-9705-452258C4559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6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_ Ap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5988862-B47E-48D4-9426-E775261B7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107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7FA2C98-6DE1-4D78-AE6F-0BAAE6E1D8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7DE37F3-51F4-48BE-8599-73297EEF3BD3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5BB8A5A3-9EC2-4C88-8FAC-05F96F00D7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b" anchorCtr="0"/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95F7323E-8285-4667-83C4-2BED21A60E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252142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2F68884-7283-48EF-B315-53827BAF1A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5410098"/>
            <a:ext cx="2166253" cy="95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7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Apert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A394C85-E2AD-479A-B76F-DFA5BB41B2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39" y="2787188"/>
            <a:ext cx="2857722" cy="1255543"/>
          </a:xfrm>
          <a:prstGeom prst="rect">
            <a:avLst/>
          </a:prstGeom>
        </p:spPr>
      </p:pic>
      <p:sp>
        <p:nvSpPr>
          <p:cNvPr id="3" name="Segnaposto immagine 10">
            <a:extLst>
              <a:ext uri="{FF2B5EF4-FFF2-40B4-BE49-F238E27FC236}">
                <a16:creationId xmlns:a16="http://schemas.microsoft.com/office/drawing/2014/main" id="{9CCE0AB1-41FD-4EDC-AB39-9282210F552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51544" y="0"/>
            <a:ext cx="9140456" cy="6858000"/>
          </a:xfrm>
          <a:custGeom>
            <a:avLst/>
            <a:gdLst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0456" h="6858000">
                <a:moveTo>
                  <a:pt x="0" y="0"/>
                </a:moveTo>
                <a:lnTo>
                  <a:pt x="9140456" y="0"/>
                </a:lnTo>
                <a:lnTo>
                  <a:pt x="9140456" y="6858000"/>
                </a:lnTo>
                <a:lnTo>
                  <a:pt x="0" y="6858000"/>
                </a:lnTo>
                <a:cubicBezTo>
                  <a:pt x="1265276" y="5858538"/>
                  <a:pt x="2647507" y="25092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>
                <a:latin typeface="Poppins" panose="00000500000000000000" pitchFamily="2" charset="0"/>
              </a:defRPr>
            </a:lvl1pPr>
          </a:lstStyle>
          <a:p>
            <a:r>
              <a:rPr lang="it-IT" dirty="0"/>
              <a:t>   </a:t>
            </a:r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049324E1-916B-44BE-A2CA-01572E502A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2817" y="888227"/>
            <a:ext cx="5040000" cy="3024000"/>
          </a:xfrm>
          <a:prstGeom prst="rect">
            <a:avLst/>
          </a:prstGeom>
        </p:spPr>
        <p:txBody>
          <a:bodyPr anchor="b" anchorCtr="0"/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6" name="Segnaposto testo 9">
            <a:extLst>
              <a:ext uri="{FF2B5EF4-FFF2-40B4-BE49-F238E27FC236}">
                <a16:creationId xmlns:a16="http://schemas.microsoft.com/office/drawing/2014/main" id="{BC83BF07-630E-48B5-9C07-F0CEF6A2BF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413" y="4249738"/>
            <a:ext cx="5040312" cy="10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98F9590B-AA34-4576-A95D-7E6FD9F1FF0F}"/>
              </a:ext>
            </a:extLst>
          </p:cNvPr>
          <p:cNvCxnSpPr/>
          <p:nvPr userDrawn="1"/>
        </p:nvCxnSpPr>
        <p:spPr>
          <a:xfrm>
            <a:off x="6705088" y="5410098"/>
            <a:ext cx="1552353" cy="0"/>
          </a:xfrm>
          <a:prstGeom prst="line">
            <a:avLst/>
          </a:prstGeom>
          <a:ln w="412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6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hius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5F8C436-50BB-46D3-92D1-A32E72258D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39" y="2787188"/>
            <a:ext cx="2857722" cy="125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3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_ Titolo aran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5">
            <a:extLst>
              <a:ext uri="{FF2B5EF4-FFF2-40B4-BE49-F238E27FC236}">
                <a16:creationId xmlns:a16="http://schemas.microsoft.com/office/drawing/2014/main" id="{467B1EFD-3A9D-457D-BBE0-7ACE87EB3F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78622" y="0"/>
            <a:ext cx="841337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ko-KR" dirty="0"/>
              <a:t>                                      </a:t>
            </a:r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6" name="Shape 14">
            <a:extLst>
              <a:ext uri="{FF2B5EF4-FFF2-40B4-BE49-F238E27FC236}">
                <a16:creationId xmlns:a16="http://schemas.microsoft.com/office/drawing/2014/main" id="{E6CEB77F-C2FB-412D-ABD2-524F04C33F6A}"/>
              </a:ext>
            </a:extLst>
          </p:cNvPr>
          <p:cNvSpPr/>
          <p:nvPr userDrawn="1"/>
        </p:nvSpPr>
        <p:spPr>
          <a:xfrm flipH="1">
            <a:off x="-7127" y="-1"/>
            <a:ext cx="3779026" cy="6857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73D10D-42B2-4140-B143-9E1099C04D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</p:spPr>
        <p:txBody>
          <a:bodyPr anchor="b" anchorCtr="0"/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98B74FA1-92E9-41CD-8A30-4D1772522A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</p:spPr>
        <p:txBody>
          <a:bodyPr lIns="108000"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45743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 _ Titolo b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그림 개체 틀 5">
            <a:extLst>
              <a:ext uri="{FF2B5EF4-FFF2-40B4-BE49-F238E27FC236}">
                <a16:creationId xmlns:a16="http://schemas.microsoft.com/office/drawing/2014/main" id="{467B1EFD-3A9D-457D-BBE0-7ACE87EB3F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71898" y="0"/>
            <a:ext cx="842010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ko-KR" dirty="0"/>
              <a:t>                                      </a:t>
            </a:r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r>
              <a:rPr lang="en-US" altLang="ko-KR" dirty="0"/>
              <a:t>  </a:t>
            </a:r>
            <a:endParaRPr lang="ko-KR" altLang="en-US" dirty="0"/>
          </a:p>
        </p:txBody>
      </p:sp>
      <p:sp>
        <p:nvSpPr>
          <p:cNvPr id="6" name="Shape 14">
            <a:extLst>
              <a:ext uri="{FF2B5EF4-FFF2-40B4-BE49-F238E27FC236}">
                <a16:creationId xmlns:a16="http://schemas.microsoft.com/office/drawing/2014/main" id="{E6CEB77F-C2FB-412D-ABD2-524F04C33F6A}"/>
              </a:ext>
            </a:extLst>
          </p:cNvPr>
          <p:cNvSpPr/>
          <p:nvPr userDrawn="1"/>
        </p:nvSpPr>
        <p:spPr>
          <a:xfrm flipH="1">
            <a:off x="-7127" y="-1"/>
            <a:ext cx="3779026" cy="6857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8A73D10D-42B2-4140-B143-9E1099C04D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</p:spPr>
        <p:txBody>
          <a:bodyPr anchor="b" anchorCtr="0"/>
          <a:lstStyle>
            <a:lvl1pPr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98B74FA1-92E9-41CD-8A30-4D1772522A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</p:spPr>
        <p:txBody>
          <a:bodyPr lIns="108000"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59282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_ Titolo aran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10">
            <a:extLst>
              <a:ext uri="{FF2B5EF4-FFF2-40B4-BE49-F238E27FC236}">
                <a16:creationId xmlns:a16="http://schemas.microsoft.com/office/drawing/2014/main" id="{4C35D42E-4455-4D08-924D-D892114D6A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544" y="0"/>
            <a:ext cx="9140456" cy="6858000"/>
          </a:xfrm>
          <a:custGeom>
            <a:avLst/>
            <a:gdLst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0456" h="6858000">
                <a:moveTo>
                  <a:pt x="0" y="0"/>
                </a:moveTo>
                <a:lnTo>
                  <a:pt x="9140456" y="0"/>
                </a:lnTo>
                <a:lnTo>
                  <a:pt x="9140456" y="6858000"/>
                </a:lnTo>
                <a:lnTo>
                  <a:pt x="0" y="6858000"/>
                </a:lnTo>
                <a:cubicBezTo>
                  <a:pt x="1265276" y="5858538"/>
                  <a:pt x="2647507" y="25092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AFB329AF-977A-4CD2-979D-45D1B2DA17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</p:spPr>
        <p:txBody>
          <a:bodyPr anchor="b" anchorCtr="0"/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BDFED81-C641-4DA4-9D59-2F4C3EB1A0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</p:spPr>
        <p:txBody>
          <a:bodyPr lIns="108000"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1610321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_ Titolo b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10">
            <a:extLst>
              <a:ext uri="{FF2B5EF4-FFF2-40B4-BE49-F238E27FC236}">
                <a16:creationId xmlns:a16="http://schemas.microsoft.com/office/drawing/2014/main" id="{4C35D42E-4455-4D08-924D-D892114D6A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544" y="0"/>
            <a:ext cx="9140456" cy="6858000"/>
          </a:xfrm>
          <a:custGeom>
            <a:avLst/>
            <a:gdLst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  <a:gd name="connsiteX0" fmla="*/ 0 w 9140456"/>
              <a:gd name="connsiteY0" fmla="*/ 0 h 6858000"/>
              <a:gd name="connsiteX1" fmla="*/ 9140456 w 9140456"/>
              <a:gd name="connsiteY1" fmla="*/ 0 h 6858000"/>
              <a:gd name="connsiteX2" fmla="*/ 9140456 w 9140456"/>
              <a:gd name="connsiteY2" fmla="*/ 6858000 h 6858000"/>
              <a:gd name="connsiteX3" fmla="*/ 0 w 9140456"/>
              <a:gd name="connsiteY3" fmla="*/ 6858000 h 6858000"/>
              <a:gd name="connsiteX4" fmla="*/ 0 w 914045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0456" h="6858000">
                <a:moveTo>
                  <a:pt x="0" y="0"/>
                </a:moveTo>
                <a:lnTo>
                  <a:pt x="9140456" y="0"/>
                </a:lnTo>
                <a:lnTo>
                  <a:pt x="9140456" y="6858000"/>
                </a:lnTo>
                <a:lnTo>
                  <a:pt x="0" y="6858000"/>
                </a:lnTo>
                <a:cubicBezTo>
                  <a:pt x="1265276" y="5858538"/>
                  <a:pt x="2647507" y="2509284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AFB329AF-977A-4CD2-979D-45D1B2DA17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2875" y="260351"/>
            <a:ext cx="3486150" cy="4883150"/>
          </a:xfrm>
          <a:prstGeom prst="rect">
            <a:avLst/>
          </a:prstGeom>
        </p:spPr>
        <p:txBody>
          <a:bodyPr anchor="b" anchorCtr="0"/>
          <a:lstStyle>
            <a:lvl1pPr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sz="4800">
                <a:latin typeface="+mj-lt"/>
              </a:defRPr>
            </a:lvl2pPr>
            <a:lvl3pPr>
              <a:defRPr sz="4800">
                <a:latin typeface="+mj-lt"/>
              </a:defRPr>
            </a:lvl3pPr>
            <a:lvl4pPr>
              <a:defRPr sz="4800">
                <a:latin typeface="+mj-lt"/>
              </a:defRPr>
            </a:lvl4pPr>
            <a:lvl5pPr>
              <a:defRPr sz="4800">
                <a:latin typeface="+mj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BDFED81-C641-4DA4-9D59-2F4C3EB1A0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2471" y="5290344"/>
            <a:ext cx="3486150" cy="1307306"/>
          </a:xfrm>
          <a:prstGeom prst="rect">
            <a:avLst/>
          </a:prstGeom>
        </p:spPr>
        <p:txBody>
          <a:bodyPr lIns="108000"/>
          <a:lstStyle>
            <a:lvl1pPr>
              <a:defRPr sz="240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14682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b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B453391B-7D2F-45F2-AE4D-DFFF6DFAA1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 spc="3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8E0D916-313D-4D54-93C3-7D71BCE710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3525" y="4022482"/>
            <a:ext cx="11664950" cy="1176808"/>
          </a:xfrm>
          <a:prstGeom prst="rect">
            <a:avLst/>
          </a:prstGeom>
          <a:effectLst>
            <a:outerShdw blurRad="38100" dist="38100" dir="2700000" algn="tl" rotWithShape="0">
              <a:prstClr val="black">
                <a:alpha val="60000"/>
              </a:prstClr>
            </a:outerShdw>
          </a:effectLst>
        </p:spPr>
        <p:txBody>
          <a:bodyPr anchor="b" anchorCtr="0"/>
          <a:lstStyle>
            <a:lvl1pPr algn="ctr">
              <a:defRPr lang="it-IT" sz="44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12" name="Segnaposto testo 9">
            <a:extLst>
              <a:ext uri="{FF2B5EF4-FFF2-40B4-BE49-F238E27FC236}">
                <a16:creationId xmlns:a16="http://schemas.microsoft.com/office/drawing/2014/main" id="{3AA3A5B7-2027-41AF-928A-67BB9175F0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3525" y="5346133"/>
            <a:ext cx="11664950" cy="895218"/>
          </a:xfrm>
          <a:prstGeom prst="rect">
            <a:avLst/>
          </a:prstGeom>
          <a:effectLst>
            <a:outerShdw blurRad="38100" dist="38100" dir="2700000" algn="tl" rotWithShape="0">
              <a:prstClr val="black">
                <a:alpha val="60000"/>
              </a:prstClr>
            </a:outerShdw>
          </a:effectLst>
        </p:spPr>
        <p:txBody>
          <a:bodyPr/>
          <a:lstStyle>
            <a:lvl1pPr algn="ctr">
              <a:defRPr lang="it-IT" sz="2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</p:spTree>
    <p:extLst>
      <p:ext uri="{BB962C8B-B14F-4D97-AF65-F5344CB8AC3E}">
        <p14:creationId xmlns:p14="http://schemas.microsoft.com/office/powerpoint/2010/main" val="32060016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11676550" cy="12054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>
              <a:defRPr sz="4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1167655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7C5FC7-708D-4EF6-A855-401DEBC422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A6DDF61-F6DE-4361-AD5B-BABAFEB1D2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28207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11676550" cy="12054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>
              <a:defRPr sz="4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11676550" cy="120545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7C5FC7-708D-4EF6-A855-401DEBC422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A6DDF61-F6DE-4361-AD5B-BABAFEB1D2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immagine 4">
            <a:extLst>
              <a:ext uri="{FF2B5EF4-FFF2-40B4-BE49-F238E27FC236}">
                <a16:creationId xmlns:a16="http://schemas.microsoft.com/office/drawing/2014/main" id="{BEAD93B8-534C-B14E-F3B7-A8402DA9E6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3525" y="3205018"/>
            <a:ext cx="11676550" cy="3029527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952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61087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610870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0"/>
            <a:ext cx="5605462" cy="63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0B794CE2-2DCD-4C8D-8D06-C7FB1A035F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F6F075E7-35E5-42AF-970E-DE2202AA0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641493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61087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610870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267495"/>
            <a:ext cx="5341937" cy="577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EF62B772-15B1-4C16-AF67-AAB45B0D71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17EE76B7-0AC3-403C-99D7-5D0C6FC41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1136323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765675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765675" cy="435600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0"/>
            <a:ext cx="6960096" cy="63144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2AF1B125-AD23-4DC7-B3E3-812F030D04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A8E6A4C6-B595-4272-A7E2-7306EDABA1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41621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-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765675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765675" cy="435600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267494"/>
            <a:ext cx="6696571" cy="577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11E01C7A-7BEB-4097-B2D5-43AFFECAB8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9EA2FF1C-9A92-4055-9019-5DA99DAB85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74367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2656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2656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7770FBC1-A5D9-401E-9844-F7444DA8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602FE433-9B40-4921-9DC9-4592E27177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B3BE4384-B867-4B5A-B8E7-18E7AFC0E606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1" y="0"/>
            <a:ext cx="7506789" cy="311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3C14F6F-4309-4933-A242-0762D8B26FBB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5211" y="3193200"/>
            <a:ext cx="7506789" cy="311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6324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2656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2656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2" y="3200575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31AF81B-B579-49B3-869B-0E637E4812B3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5212" y="267494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133AAD7E-D8DF-4986-862B-321587805F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841DD8AC-2CE0-4717-A6E0-0FB4678556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389800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70088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70088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794557" y="0"/>
            <a:ext cx="3875001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794557" y="2123344"/>
            <a:ext cx="3875001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794557" y="4246687"/>
            <a:ext cx="3875001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2" name="Segnaposto testo 3">
            <a:extLst>
              <a:ext uri="{FF2B5EF4-FFF2-40B4-BE49-F238E27FC236}">
                <a16:creationId xmlns:a16="http://schemas.microsoft.com/office/drawing/2014/main" id="{9675EF38-F12D-4AE0-B318-24709B518E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546072E1-8500-407E-9DB8-48D17743F2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34557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70088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70088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7865995" y="26749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 noChangeAspect="1"/>
          </p:cNvSpPr>
          <p:nvPr>
            <p:ph type="pic" idx="15" hasCustomPrompt="1"/>
          </p:nvPr>
        </p:nvSpPr>
        <p:spPr>
          <a:xfrm>
            <a:off x="7865995" y="221798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 noChangeAspect="1"/>
          </p:cNvSpPr>
          <p:nvPr>
            <p:ph type="pic" idx="16" hasCustomPrompt="1"/>
          </p:nvPr>
        </p:nvSpPr>
        <p:spPr>
          <a:xfrm>
            <a:off x="7865995" y="416847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2" name="Segnaposto testo 3">
            <a:extLst>
              <a:ext uri="{FF2B5EF4-FFF2-40B4-BE49-F238E27FC236}">
                <a16:creationId xmlns:a16="http://schemas.microsoft.com/office/drawing/2014/main" id="{DD4EF6CB-752B-4DA4-9672-38F2AE423C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421CB9B6-9C83-4513-BC3D-71361799A6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73724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4 Immagini + Contenu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3">
            <a:extLst>
              <a:ext uri="{FF2B5EF4-FFF2-40B4-BE49-F238E27FC236}">
                <a16:creationId xmlns:a16="http://schemas.microsoft.com/office/drawing/2014/main" id="{923F1B22-9FAF-4C51-8AAA-C5F09CA48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3" name="Segnaposto testo 6">
            <a:extLst>
              <a:ext uri="{FF2B5EF4-FFF2-40B4-BE49-F238E27FC236}">
                <a16:creationId xmlns:a16="http://schemas.microsoft.com/office/drawing/2014/main" id="{06E5506D-EE81-4F39-A567-C64F906E52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4" name="그림 개체 틀 4">
            <a:extLst>
              <a:ext uri="{FF2B5EF4-FFF2-40B4-BE49-F238E27FC236}">
                <a16:creationId xmlns:a16="http://schemas.microsoft.com/office/drawing/2014/main" id="{92A158C5-E8CE-4910-8D86-4FE4EFD1661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70152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25" name="그림 개체 틀 6">
            <a:extLst>
              <a:ext uri="{FF2B5EF4-FFF2-40B4-BE49-F238E27FC236}">
                <a16:creationId xmlns:a16="http://schemas.microsoft.com/office/drawing/2014/main" id="{CFB167B2-D57B-43A0-8B95-04ECA8D3ABA7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11703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26" name="그림 개체 틀 32">
            <a:extLst>
              <a:ext uri="{FF2B5EF4-FFF2-40B4-BE49-F238E27FC236}">
                <a16:creationId xmlns:a16="http://schemas.microsoft.com/office/drawing/2014/main" id="{B1BB74FD-D03C-4A5F-8977-08154BC2029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153254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 dirty="0"/>
          </a:p>
        </p:txBody>
      </p:sp>
      <p:sp>
        <p:nvSpPr>
          <p:cNvPr id="27" name="그림 개체 틀 34">
            <a:extLst>
              <a:ext uri="{FF2B5EF4-FFF2-40B4-BE49-F238E27FC236}">
                <a16:creationId xmlns:a16="http://schemas.microsoft.com/office/drawing/2014/main" id="{A0CB264D-24B6-4EBA-A297-C0B9F74DA9A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094806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 dirty="0"/>
          </a:p>
        </p:txBody>
      </p:sp>
      <p:sp>
        <p:nvSpPr>
          <p:cNvPr id="29" name="Segnaposto testo 28">
            <a:extLst>
              <a:ext uri="{FF2B5EF4-FFF2-40B4-BE49-F238E27FC236}">
                <a16:creationId xmlns:a16="http://schemas.microsoft.com/office/drawing/2014/main" id="{A771C0DD-B7FE-47D8-8932-6CD27F4E26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3524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0" name="Segnaposto testo 28">
            <a:extLst>
              <a:ext uri="{FF2B5EF4-FFF2-40B4-BE49-F238E27FC236}">
                <a16:creationId xmlns:a16="http://schemas.microsoft.com/office/drawing/2014/main" id="{D850DEC3-46C7-4EC0-941C-BA1D619BB6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3524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accent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1" name="Segnaposto testo 28">
            <a:extLst>
              <a:ext uri="{FF2B5EF4-FFF2-40B4-BE49-F238E27FC236}">
                <a16:creationId xmlns:a16="http://schemas.microsoft.com/office/drawing/2014/main" id="{F4A94273-BFEA-4F8D-B002-5E02C53BA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3524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2" name="Segnaposto testo 28">
            <a:extLst>
              <a:ext uri="{FF2B5EF4-FFF2-40B4-BE49-F238E27FC236}">
                <a16:creationId xmlns:a16="http://schemas.microsoft.com/office/drawing/2014/main" id="{3D9056A2-544F-4F61-B4CB-67FB3E74685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11703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3" name="Segnaposto testo 28">
            <a:extLst>
              <a:ext uri="{FF2B5EF4-FFF2-40B4-BE49-F238E27FC236}">
                <a16:creationId xmlns:a16="http://schemas.microsoft.com/office/drawing/2014/main" id="{4FF65B3C-8C7E-4FFE-9D25-A58A62A033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11703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accent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4" name="Segnaposto testo 28">
            <a:extLst>
              <a:ext uri="{FF2B5EF4-FFF2-40B4-BE49-F238E27FC236}">
                <a16:creationId xmlns:a16="http://schemas.microsoft.com/office/drawing/2014/main" id="{D30D1DC8-BA36-4095-8903-8F49AA0811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1703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5" name="Segnaposto testo 28">
            <a:extLst>
              <a:ext uri="{FF2B5EF4-FFF2-40B4-BE49-F238E27FC236}">
                <a16:creationId xmlns:a16="http://schemas.microsoft.com/office/drawing/2014/main" id="{5187E9AB-5FEC-4BF1-8365-64BF02B2E9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94806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6" name="Segnaposto testo 28">
            <a:extLst>
              <a:ext uri="{FF2B5EF4-FFF2-40B4-BE49-F238E27FC236}">
                <a16:creationId xmlns:a16="http://schemas.microsoft.com/office/drawing/2014/main" id="{0661FED8-4396-472D-B0DC-37027E9B40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4806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accent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7" name="Segnaposto testo 28">
            <a:extLst>
              <a:ext uri="{FF2B5EF4-FFF2-40B4-BE49-F238E27FC236}">
                <a16:creationId xmlns:a16="http://schemas.microsoft.com/office/drawing/2014/main" id="{C798E9A7-1C31-46D9-B8EA-59828339B7D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94806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8" name="Segnaposto testo 28">
            <a:extLst>
              <a:ext uri="{FF2B5EF4-FFF2-40B4-BE49-F238E27FC236}">
                <a16:creationId xmlns:a16="http://schemas.microsoft.com/office/drawing/2014/main" id="{97932AFC-C61E-4F7C-A758-7E71A1C45A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59882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9" name="Segnaposto testo 28">
            <a:extLst>
              <a:ext uri="{FF2B5EF4-FFF2-40B4-BE49-F238E27FC236}">
                <a16:creationId xmlns:a16="http://schemas.microsoft.com/office/drawing/2014/main" id="{993AA2D3-D668-40C8-A073-627866A806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9882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accent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40" name="Segnaposto testo 28">
            <a:extLst>
              <a:ext uri="{FF2B5EF4-FFF2-40B4-BE49-F238E27FC236}">
                <a16:creationId xmlns:a16="http://schemas.microsoft.com/office/drawing/2014/main" id="{D54170FE-8449-4118-B49A-89E5AE0410E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59882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41" name="Segnaposto titolo 1">
            <a:extLst>
              <a:ext uri="{FF2B5EF4-FFF2-40B4-BE49-F238E27FC236}">
                <a16:creationId xmlns:a16="http://schemas.microsoft.com/office/drawing/2014/main" id="{BA44DDEC-1494-41BB-A2F7-D39028C1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9375872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009D6241-3665-4979-BBA2-EB3122726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1CEC2A6-B09F-4EFE-9E67-6543D4C1B7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6974822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C0186C3-F33D-48EE-9789-261D989339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21898" y="1800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AA2408B2-ADE8-49FE-8028-675AFACD78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5832475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156178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FE5B8E6-9966-4268-91F3-2DA6D93B20F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21442" y="1708874"/>
            <a:ext cx="10161896" cy="44512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65334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42C06F64-DD78-4FE6-AB8C-9E00EFCADE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62800" y="1708874"/>
            <a:ext cx="5706579" cy="4447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1A6D4A53-1887-4A47-B527-837A3FB9DC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0800" y="1708874"/>
            <a:ext cx="5706579" cy="4447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90597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B453391B-7D2F-45F2-AE4D-DFFF6DFAA1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3144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E1202DC0-5A83-4655-8498-E7C065096B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C373BEE6-424C-4DD7-817B-84704B3E3E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226669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3">
            <a:extLst>
              <a:ext uri="{FF2B5EF4-FFF2-40B4-BE49-F238E27FC236}">
                <a16:creationId xmlns:a16="http://schemas.microsoft.com/office/drawing/2014/main" id="{923F1B22-9FAF-4C51-8AAA-C5F09CA48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3" name="Segnaposto testo 6">
            <a:extLst>
              <a:ext uri="{FF2B5EF4-FFF2-40B4-BE49-F238E27FC236}">
                <a16:creationId xmlns:a16="http://schemas.microsoft.com/office/drawing/2014/main" id="{06E5506D-EE81-4F39-A567-C64F906E52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444043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1167655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1167655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7C5FC7-708D-4EF6-A855-401DEBC422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A6DDF61-F6DE-4361-AD5B-BABAFEB1D2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77971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61087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610870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0"/>
            <a:ext cx="5605462" cy="63144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0B794CE2-2DCD-4C8D-8D06-C7FB1A035F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F6F075E7-35E5-42AF-970E-DE2202AA0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647985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61087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6108700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267495"/>
            <a:ext cx="5341937" cy="577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EF62B772-15B1-4C16-AF67-AAB45B0D71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17EE76B7-0AC3-403C-99D7-5D0C6FC41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204354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765675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765675" cy="435600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0"/>
            <a:ext cx="6960096" cy="63144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2AF1B125-AD23-4DC7-B3E3-812F030D04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A8E6A4C6-B595-4272-A7E2-7306EDABA1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13397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-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765675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765675" cy="435600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267494"/>
            <a:ext cx="6696571" cy="577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Segnaposto testo 3">
            <a:extLst>
              <a:ext uri="{FF2B5EF4-FFF2-40B4-BE49-F238E27FC236}">
                <a16:creationId xmlns:a16="http://schemas.microsoft.com/office/drawing/2014/main" id="{11E01C7A-7BEB-4097-B2D5-43AFFECAB8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9EA2FF1C-9A92-4055-9019-5DA99DAB85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601288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2656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2656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1" y="0"/>
            <a:ext cx="7506789" cy="311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7770FBC1-A5D9-401E-9844-F7444DA8A6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602FE433-9B40-4921-9DC9-4592E27177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118B910-9B9D-48DA-AA66-5ACF85B7679D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5211" y="3193200"/>
            <a:ext cx="7506789" cy="311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63215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42656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42656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2" y="2664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3" name="Segnaposto testo 3">
            <a:extLst>
              <a:ext uri="{FF2B5EF4-FFF2-40B4-BE49-F238E27FC236}">
                <a16:creationId xmlns:a16="http://schemas.microsoft.com/office/drawing/2014/main" id="{133AAD7E-D8DF-4986-862B-321587805F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841DD8AC-2CE0-4717-A6E0-0FB4678556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5AC2C2F-E25F-420E-994E-2D89E412151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5212" y="32004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3270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70088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70088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794557" y="0"/>
            <a:ext cx="3875001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794557" y="2123344"/>
            <a:ext cx="3875001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794557" y="4246687"/>
            <a:ext cx="3875001" cy="20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2" name="Segnaposto testo 3">
            <a:extLst>
              <a:ext uri="{FF2B5EF4-FFF2-40B4-BE49-F238E27FC236}">
                <a16:creationId xmlns:a16="http://schemas.microsoft.com/office/drawing/2014/main" id="{9675EF38-F12D-4AE0-B318-24709B518E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546072E1-8500-407E-9DB8-48D17743F2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598001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7008813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BBFC0353-3BF7-4026-97BB-6EA39F4991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7008813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7865995" y="26749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 noChangeAspect="1"/>
          </p:cNvSpPr>
          <p:nvPr>
            <p:ph type="pic" idx="15" hasCustomPrompt="1"/>
          </p:nvPr>
        </p:nvSpPr>
        <p:spPr>
          <a:xfrm>
            <a:off x="7865995" y="221798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 noChangeAspect="1"/>
          </p:cNvSpPr>
          <p:nvPr>
            <p:ph type="pic" idx="16" hasCustomPrompt="1"/>
          </p:nvPr>
        </p:nvSpPr>
        <p:spPr>
          <a:xfrm>
            <a:off x="7865995" y="4168474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2" name="Segnaposto testo 3">
            <a:extLst>
              <a:ext uri="{FF2B5EF4-FFF2-40B4-BE49-F238E27FC236}">
                <a16:creationId xmlns:a16="http://schemas.microsoft.com/office/drawing/2014/main" id="{DD4EF6CB-752B-4DA4-9672-38F2AE423C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Segnaposto testo 6">
            <a:extLst>
              <a:ext uri="{FF2B5EF4-FFF2-40B4-BE49-F238E27FC236}">
                <a16:creationId xmlns:a16="http://schemas.microsoft.com/office/drawing/2014/main" id="{421CB9B6-9C83-4513-BC3D-71361799A6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850009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4 Immagini + Contenu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3">
            <a:extLst>
              <a:ext uri="{FF2B5EF4-FFF2-40B4-BE49-F238E27FC236}">
                <a16:creationId xmlns:a16="http://schemas.microsoft.com/office/drawing/2014/main" id="{923F1B22-9FAF-4C51-8AAA-C5F09CA48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3" name="Segnaposto testo 6">
            <a:extLst>
              <a:ext uri="{FF2B5EF4-FFF2-40B4-BE49-F238E27FC236}">
                <a16:creationId xmlns:a16="http://schemas.microsoft.com/office/drawing/2014/main" id="{06E5506D-EE81-4F39-A567-C64F906E52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4" name="그림 개체 틀 4">
            <a:extLst>
              <a:ext uri="{FF2B5EF4-FFF2-40B4-BE49-F238E27FC236}">
                <a16:creationId xmlns:a16="http://schemas.microsoft.com/office/drawing/2014/main" id="{92A158C5-E8CE-4910-8D86-4FE4EFD1661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70152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25" name="그림 개체 틀 6">
            <a:extLst>
              <a:ext uri="{FF2B5EF4-FFF2-40B4-BE49-F238E27FC236}">
                <a16:creationId xmlns:a16="http://schemas.microsoft.com/office/drawing/2014/main" id="{CFB167B2-D57B-43A0-8B95-04ECA8D3ABA7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11703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26" name="그림 개체 틀 32">
            <a:extLst>
              <a:ext uri="{FF2B5EF4-FFF2-40B4-BE49-F238E27FC236}">
                <a16:creationId xmlns:a16="http://schemas.microsoft.com/office/drawing/2014/main" id="{B1BB74FD-D03C-4A5F-8977-08154BC2029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153254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 dirty="0"/>
          </a:p>
        </p:txBody>
      </p:sp>
      <p:sp>
        <p:nvSpPr>
          <p:cNvPr id="27" name="그림 개체 틀 34">
            <a:extLst>
              <a:ext uri="{FF2B5EF4-FFF2-40B4-BE49-F238E27FC236}">
                <a16:creationId xmlns:a16="http://schemas.microsoft.com/office/drawing/2014/main" id="{A0CB264D-24B6-4EBA-A297-C0B9F74DA9A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094806" y="1006784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 dirty="0"/>
          </a:p>
        </p:txBody>
      </p:sp>
      <p:sp>
        <p:nvSpPr>
          <p:cNvPr id="29" name="Segnaposto testo 28">
            <a:extLst>
              <a:ext uri="{FF2B5EF4-FFF2-40B4-BE49-F238E27FC236}">
                <a16:creationId xmlns:a16="http://schemas.microsoft.com/office/drawing/2014/main" id="{A771C0DD-B7FE-47D8-8932-6CD27F4E26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3524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0" name="Segnaposto testo 28">
            <a:extLst>
              <a:ext uri="{FF2B5EF4-FFF2-40B4-BE49-F238E27FC236}">
                <a16:creationId xmlns:a16="http://schemas.microsoft.com/office/drawing/2014/main" id="{D850DEC3-46C7-4EC0-941C-BA1D619BB6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3524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1" name="Segnaposto testo 28">
            <a:extLst>
              <a:ext uri="{FF2B5EF4-FFF2-40B4-BE49-F238E27FC236}">
                <a16:creationId xmlns:a16="http://schemas.microsoft.com/office/drawing/2014/main" id="{F4A94273-BFEA-4F8D-B002-5E02C53BA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3524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2" name="Segnaposto testo 28">
            <a:extLst>
              <a:ext uri="{FF2B5EF4-FFF2-40B4-BE49-F238E27FC236}">
                <a16:creationId xmlns:a16="http://schemas.microsoft.com/office/drawing/2014/main" id="{3D9056A2-544F-4F61-B4CB-67FB3E74685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11703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3" name="Segnaposto testo 28">
            <a:extLst>
              <a:ext uri="{FF2B5EF4-FFF2-40B4-BE49-F238E27FC236}">
                <a16:creationId xmlns:a16="http://schemas.microsoft.com/office/drawing/2014/main" id="{4FF65B3C-8C7E-4FFE-9D25-A58A62A033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11703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4" name="Segnaposto testo 28">
            <a:extLst>
              <a:ext uri="{FF2B5EF4-FFF2-40B4-BE49-F238E27FC236}">
                <a16:creationId xmlns:a16="http://schemas.microsoft.com/office/drawing/2014/main" id="{D30D1DC8-BA36-4095-8903-8F49AA0811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1703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5" name="Segnaposto testo 28">
            <a:extLst>
              <a:ext uri="{FF2B5EF4-FFF2-40B4-BE49-F238E27FC236}">
                <a16:creationId xmlns:a16="http://schemas.microsoft.com/office/drawing/2014/main" id="{5187E9AB-5FEC-4BF1-8365-64BF02B2E9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94806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6" name="Segnaposto testo 28">
            <a:extLst>
              <a:ext uri="{FF2B5EF4-FFF2-40B4-BE49-F238E27FC236}">
                <a16:creationId xmlns:a16="http://schemas.microsoft.com/office/drawing/2014/main" id="{0661FED8-4396-472D-B0DC-37027E9B40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4806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7" name="Segnaposto testo 28">
            <a:extLst>
              <a:ext uri="{FF2B5EF4-FFF2-40B4-BE49-F238E27FC236}">
                <a16:creationId xmlns:a16="http://schemas.microsoft.com/office/drawing/2014/main" id="{C798E9A7-1C31-46D9-B8EA-59828339B7D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94806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8" name="Segnaposto testo 28">
            <a:extLst>
              <a:ext uri="{FF2B5EF4-FFF2-40B4-BE49-F238E27FC236}">
                <a16:creationId xmlns:a16="http://schemas.microsoft.com/office/drawing/2014/main" id="{97932AFC-C61E-4F7C-A758-7E71A1C45A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59882" y="3618190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9" name="Segnaposto testo 28">
            <a:extLst>
              <a:ext uri="{FF2B5EF4-FFF2-40B4-BE49-F238E27FC236}">
                <a16:creationId xmlns:a16="http://schemas.microsoft.com/office/drawing/2014/main" id="{993AA2D3-D668-40C8-A073-627866A806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9882" y="4318765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40" name="Segnaposto testo 28">
            <a:extLst>
              <a:ext uri="{FF2B5EF4-FFF2-40B4-BE49-F238E27FC236}">
                <a16:creationId xmlns:a16="http://schemas.microsoft.com/office/drawing/2014/main" id="{D54170FE-8449-4118-B49A-89E5AE0410E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59882" y="4965303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41" name="Segnaposto titolo 1">
            <a:extLst>
              <a:ext uri="{FF2B5EF4-FFF2-40B4-BE49-F238E27FC236}">
                <a16:creationId xmlns:a16="http://schemas.microsoft.com/office/drawing/2014/main" id="{BA44DDEC-1494-41BB-A2F7-D39028C1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798128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009D6241-3665-4979-BBA2-EB3122726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1CEC2A6-B09F-4EFE-9E67-6543D4C1B7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35148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C0186C3-F33D-48EE-9789-261D989339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21898" y="1800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9" name="Segnaposto testo 5">
            <a:extLst>
              <a:ext uri="{FF2B5EF4-FFF2-40B4-BE49-F238E27FC236}">
                <a16:creationId xmlns:a16="http://schemas.microsoft.com/office/drawing/2014/main" id="{AA2408B2-ADE8-49FE-8028-675AFACD78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800000"/>
            <a:ext cx="5832475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565514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FE5B8E6-9966-4268-91F3-2DA6D93B20F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21442" y="1708874"/>
            <a:ext cx="10161896" cy="44512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33668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CBAC65A3-B6FC-44F3-B14D-3891FC4F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0" y="180000"/>
            <a:ext cx="1134000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102153DE-AC17-4B9C-AD42-312210080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F5F82762-F2D7-4A5B-8DD1-1C8B80AD7F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1D0AF379-7024-45BB-8C63-E27405FA509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62800" y="1708874"/>
            <a:ext cx="5706579" cy="4447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D9031517-C012-4287-9579-16E370CDB97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0800" y="1708874"/>
            <a:ext cx="5706579" cy="4447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8282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B453391B-7D2F-45F2-AE4D-DFFF6DFAA1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3144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E1202DC0-5A83-4655-8498-E7C065096B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C373BEE6-424C-4DD7-817B-84704B3E3E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350044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3">
            <a:extLst>
              <a:ext uri="{FF2B5EF4-FFF2-40B4-BE49-F238E27FC236}">
                <a16:creationId xmlns:a16="http://schemas.microsoft.com/office/drawing/2014/main" id="{923F1B22-9FAF-4C51-8AAA-C5F09CA48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14608" y="6362246"/>
            <a:ext cx="8421867" cy="236542"/>
          </a:xfrm>
        </p:spPr>
        <p:txBody>
          <a:bodyPr/>
          <a:lstStyle>
            <a:lvl1pPr algn="r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3" name="Segnaposto testo 6">
            <a:extLst>
              <a:ext uri="{FF2B5EF4-FFF2-40B4-BE49-F238E27FC236}">
                <a16:creationId xmlns:a16="http://schemas.microsoft.com/office/drawing/2014/main" id="{06E5506D-EE81-4F39-A567-C64F906E52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474" y="6609589"/>
            <a:ext cx="8451065" cy="215816"/>
          </a:xfrm>
        </p:spPr>
        <p:txBody>
          <a:bodyPr/>
          <a:lstStyle>
            <a:lvl1pPr algn="r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4964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B16563-69B8-4CC8-9C1D-91452215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10A0B44-1E8C-4AF1-A742-055565808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145E-B1DA-43BC-8F82-43C4263E046D}" type="datetimeFigureOut">
              <a:rPr lang="it-IT" smtClean="0"/>
              <a:pPr/>
              <a:t>15/09/2025</a:t>
            </a:fld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EEAFB7-3C44-465E-80D7-9A5CC8714E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272CC6-F969-4BE6-92FF-DB5CFBA96BF0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F08A6BAA-C0E7-4B0E-B686-46B074C3CF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C58FA111-84C7-421E-901E-08D710D964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7" name="Segnaposto testo 10">
            <a:extLst>
              <a:ext uri="{FF2B5EF4-FFF2-40B4-BE49-F238E27FC236}">
                <a16:creationId xmlns:a16="http://schemas.microsoft.com/office/drawing/2014/main" id="{B8CBEDEC-81E0-45E9-B015-56754EEDD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11919914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4088356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550800"/>
            <a:ext cx="5605462" cy="60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B929B8E3-4532-443C-B60E-BE8B1AD093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424C6F24-847F-4F69-9439-2B3A09B454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8082D5E-B846-4336-81A6-4CC588359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6309966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0" name="Segnaposto testo 10">
            <a:extLst>
              <a:ext uri="{FF2B5EF4-FFF2-40B4-BE49-F238E27FC236}">
                <a16:creationId xmlns:a16="http://schemas.microsoft.com/office/drawing/2014/main" id="{AB479D78-55D5-4FFA-969E-98BC90D86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6309966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204776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706220" y="684000"/>
            <a:ext cx="5341937" cy="577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34485BDB-3AC0-45B1-AFC1-1373E3BFCD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C16B034E-F942-4C55-B228-FC02B7363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10961FAA-6050-4013-8055-078C6EC9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6309966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25208779-DFD7-407B-BE88-BBEF31AB1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6309966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5911012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550800"/>
            <a:ext cx="6960096" cy="604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476E0E05-2D89-4791-B4BA-F48BECA06E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63B290BF-F38E-4D99-BE6F-7086069FE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22036A2B-C575-43B4-A184-1FBEDEF54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4958244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5038643E-73BD-4454-8E60-C62081A59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4958244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1173089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364000" y="684000"/>
            <a:ext cx="6696571" cy="577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D19CF0D3-43BE-4560-AC78-719D66BF04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DC129172-7073-40F6-981A-AA7BCBC244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41412EC-6EE8-4232-9E63-10FD4817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5064261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2EE11938-D42E-4989-8E1B-9E4F36DD9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5064261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30775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1" y="3591161"/>
            <a:ext cx="7506789" cy="300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31AF81B-B579-49B3-869B-0E637E4812B3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5211" y="550800"/>
            <a:ext cx="7506789" cy="300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0" name="Segnaposto testo 3">
            <a:extLst>
              <a:ext uri="{FF2B5EF4-FFF2-40B4-BE49-F238E27FC236}">
                <a16:creationId xmlns:a16="http://schemas.microsoft.com/office/drawing/2014/main" id="{74058B69-F030-4EB5-B963-FDA8EF505C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49F395E1-E3FB-404C-A6CA-8D7946D921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0F4DEB04-4AF2-46B0-8578-67CF7D03C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4395027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129DDCC2-6EC8-422B-9EC7-D97CED5CC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4395027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76557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811108" y="6912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0" name="Segnaposto testo 3">
            <a:extLst>
              <a:ext uri="{FF2B5EF4-FFF2-40B4-BE49-F238E27FC236}">
                <a16:creationId xmlns:a16="http://schemas.microsoft.com/office/drawing/2014/main" id="{338F7922-28CE-4C92-85E5-7C222A8807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B0F2ADE-BB40-4FE6-A03C-8940A72B05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CDE63A89-C917-4BA5-9B03-863311DC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4520922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9CC9E881-1271-4886-A102-EAC3E783F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4520922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03BBBF15-41C8-4E6C-BB9B-7A9946BE9A4B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811108" y="36252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834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794557" y="550800"/>
            <a:ext cx="3875001" cy="19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794557" y="2586103"/>
            <a:ext cx="3875001" cy="19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794557" y="4621406"/>
            <a:ext cx="3875001" cy="19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D2F438B2-2972-48D6-A3EB-3A993C838C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02F67451-F2E1-4215-86D6-AFE00FD529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31A12690-E63B-46B3-BD53-80D9AFD1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4" y="648000"/>
            <a:ext cx="7224366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4576A2F8-2404-453E-B2D1-BCAFC3989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4" y="2268000"/>
            <a:ext cx="7224366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799635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7865995" y="691563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 noChangeAspect="1"/>
          </p:cNvSpPr>
          <p:nvPr>
            <p:ph type="pic" idx="15" hasCustomPrompt="1"/>
          </p:nvPr>
        </p:nvSpPr>
        <p:spPr>
          <a:xfrm>
            <a:off x="7865995" y="2642053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 noChangeAspect="1"/>
          </p:cNvSpPr>
          <p:nvPr>
            <p:ph type="pic" idx="16" hasCustomPrompt="1"/>
          </p:nvPr>
        </p:nvSpPr>
        <p:spPr>
          <a:xfrm>
            <a:off x="7865995" y="4592543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E766A17C-48EE-4585-B721-10910733A0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00A87F12-BCB5-459B-90E6-38DDDA6595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A34D918B-0F86-4F34-9A5E-248773CE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7078592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6B2EFC54-9286-43CA-A8AA-9D71AD0F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7078592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32786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4 Immagini + Contenu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그림 개체 틀 4">
            <a:extLst>
              <a:ext uri="{FF2B5EF4-FFF2-40B4-BE49-F238E27FC236}">
                <a16:creationId xmlns:a16="http://schemas.microsoft.com/office/drawing/2014/main" id="{92A158C5-E8CE-4910-8D86-4FE4EFD1661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70152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25" name="그림 개체 틀 6">
            <a:extLst>
              <a:ext uri="{FF2B5EF4-FFF2-40B4-BE49-F238E27FC236}">
                <a16:creationId xmlns:a16="http://schemas.microsoft.com/office/drawing/2014/main" id="{CFB167B2-D57B-43A0-8B95-04ECA8D3ABA7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11703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26" name="그림 개체 틀 32">
            <a:extLst>
              <a:ext uri="{FF2B5EF4-FFF2-40B4-BE49-F238E27FC236}">
                <a16:creationId xmlns:a16="http://schemas.microsoft.com/office/drawing/2014/main" id="{B1BB74FD-D03C-4A5F-8977-08154BC2029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153254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 dirty="0"/>
          </a:p>
        </p:txBody>
      </p:sp>
      <p:sp>
        <p:nvSpPr>
          <p:cNvPr id="27" name="그림 개체 틀 34">
            <a:extLst>
              <a:ext uri="{FF2B5EF4-FFF2-40B4-BE49-F238E27FC236}">
                <a16:creationId xmlns:a16="http://schemas.microsoft.com/office/drawing/2014/main" id="{A0CB264D-24B6-4EBA-A297-C0B9F74DA9A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094806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 dirty="0"/>
          </a:p>
        </p:txBody>
      </p:sp>
      <p:sp>
        <p:nvSpPr>
          <p:cNvPr id="29" name="Segnaposto testo 28">
            <a:extLst>
              <a:ext uri="{FF2B5EF4-FFF2-40B4-BE49-F238E27FC236}">
                <a16:creationId xmlns:a16="http://schemas.microsoft.com/office/drawing/2014/main" id="{A771C0DD-B7FE-47D8-8932-6CD27F4E26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3524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0" name="Segnaposto testo 28">
            <a:extLst>
              <a:ext uri="{FF2B5EF4-FFF2-40B4-BE49-F238E27FC236}">
                <a16:creationId xmlns:a16="http://schemas.microsoft.com/office/drawing/2014/main" id="{D850DEC3-46C7-4EC0-941C-BA1D619BB6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3524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1" name="Segnaposto testo 28">
            <a:extLst>
              <a:ext uri="{FF2B5EF4-FFF2-40B4-BE49-F238E27FC236}">
                <a16:creationId xmlns:a16="http://schemas.microsoft.com/office/drawing/2014/main" id="{F4A94273-BFEA-4F8D-B002-5E02C53BA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3524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2" name="Segnaposto testo 28">
            <a:extLst>
              <a:ext uri="{FF2B5EF4-FFF2-40B4-BE49-F238E27FC236}">
                <a16:creationId xmlns:a16="http://schemas.microsoft.com/office/drawing/2014/main" id="{3D9056A2-544F-4F61-B4CB-67FB3E74685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11703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3" name="Segnaposto testo 28">
            <a:extLst>
              <a:ext uri="{FF2B5EF4-FFF2-40B4-BE49-F238E27FC236}">
                <a16:creationId xmlns:a16="http://schemas.microsoft.com/office/drawing/2014/main" id="{4FF65B3C-8C7E-4FFE-9D25-A58A62A033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11703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4" name="Segnaposto testo 28">
            <a:extLst>
              <a:ext uri="{FF2B5EF4-FFF2-40B4-BE49-F238E27FC236}">
                <a16:creationId xmlns:a16="http://schemas.microsoft.com/office/drawing/2014/main" id="{D30D1DC8-BA36-4095-8903-8F49AA0811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1703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5" name="Segnaposto testo 28">
            <a:extLst>
              <a:ext uri="{FF2B5EF4-FFF2-40B4-BE49-F238E27FC236}">
                <a16:creationId xmlns:a16="http://schemas.microsoft.com/office/drawing/2014/main" id="{5187E9AB-5FEC-4BF1-8365-64BF02B2E9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94806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6" name="Segnaposto testo 28">
            <a:extLst>
              <a:ext uri="{FF2B5EF4-FFF2-40B4-BE49-F238E27FC236}">
                <a16:creationId xmlns:a16="http://schemas.microsoft.com/office/drawing/2014/main" id="{0661FED8-4396-472D-B0DC-37027E9B40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4806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7" name="Segnaposto testo 28">
            <a:extLst>
              <a:ext uri="{FF2B5EF4-FFF2-40B4-BE49-F238E27FC236}">
                <a16:creationId xmlns:a16="http://schemas.microsoft.com/office/drawing/2014/main" id="{C798E9A7-1C31-46D9-B8EA-59828339B7D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94806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8" name="Segnaposto testo 28">
            <a:extLst>
              <a:ext uri="{FF2B5EF4-FFF2-40B4-BE49-F238E27FC236}">
                <a16:creationId xmlns:a16="http://schemas.microsoft.com/office/drawing/2014/main" id="{97932AFC-C61E-4F7C-A758-7E71A1C45A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59882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9" name="Segnaposto testo 28">
            <a:extLst>
              <a:ext uri="{FF2B5EF4-FFF2-40B4-BE49-F238E27FC236}">
                <a16:creationId xmlns:a16="http://schemas.microsoft.com/office/drawing/2014/main" id="{993AA2D3-D668-40C8-A073-627866A806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9882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40" name="Segnaposto testo 28">
            <a:extLst>
              <a:ext uri="{FF2B5EF4-FFF2-40B4-BE49-F238E27FC236}">
                <a16:creationId xmlns:a16="http://schemas.microsoft.com/office/drawing/2014/main" id="{D54170FE-8449-4118-B49A-89E5AE0410E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59882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21" name="Segnaposto testo 3">
            <a:extLst>
              <a:ext uri="{FF2B5EF4-FFF2-40B4-BE49-F238E27FC236}">
                <a16:creationId xmlns:a16="http://schemas.microsoft.com/office/drawing/2014/main" id="{7129E076-8578-4FA5-A5B7-0F53AF7DFF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2" name="Segnaposto testo 6">
            <a:extLst>
              <a:ext uri="{FF2B5EF4-FFF2-40B4-BE49-F238E27FC236}">
                <a16:creationId xmlns:a16="http://schemas.microsoft.com/office/drawing/2014/main" id="{F1BD8F57-63CC-4449-A0BC-01276DDB082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3" name="Segnaposto titolo 1">
            <a:extLst>
              <a:ext uri="{FF2B5EF4-FFF2-40B4-BE49-F238E27FC236}">
                <a16:creationId xmlns:a16="http://schemas.microsoft.com/office/drawing/2014/main" id="{F224D736-A024-4E60-9F8E-9C3554DD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663262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049FB3C6-6A53-4D52-9673-A37328607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DFFF12-90DA-41BB-B409-DE6503FF6C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CCE497D7-5F64-4804-A7DF-87A1EE0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20153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049FB3C6-6A53-4D52-9673-A37328607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DFFF12-90DA-41BB-B409-DE6503FF6C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CCE497D7-5F64-4804-A7DF-87A1EE0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AFD34D45-2E80-4CCF-886E-6380B03133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1898" y="2124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697CE62-7806-4BF7-861C-A0A68854E9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2124000"/>
            <a:ext cx="5832475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81591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FE5B8E6-9966-4268-91F3-2DA6D93B20F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21442" y="2115366"/>
            <a:ext cx="10161896" cy="43347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DD8786DF-071A-4E17-AC59-F2D4892CC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8700C366-3B61-4255-BE2A-A6288CA966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25E9CE01-A274-4333-9BA0-F2F80D57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1968544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049FB3C6-6A53-4D52-9673-A37328607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DFFF12-90DA-41BB-B409-DE6503FF6C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CCE497D7-5F64-4804-A7DF-87A1EE0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AFD34D45-2E80-4CCF-886E-6380B03133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0000" y="2124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6F650D01-347C-4441-B044-8F693F9BCB0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20800" y="2124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1978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B453391B-7D2F-45F2-AE4D-DFFF6DFAA1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550800"/>
            <a:ext cx="12192000" cy="604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14599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44B94CD-52C1-4B24-B976-E053F99058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EA3C2B37-937B-452E-BE59-3930E1A651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9242254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B16563-69B8-4CC8-9C1D-914522152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10A0B44-1E8C-4AF1-A742-055565808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3145E-B1DA-43BC-8F82-43C4263E046D}" type="datetimeFigureOut">
              <a:rPr lang="it-IT" smtClean="0"/>
              <a:pPr/>
              <a:t>15/09/2025</a:t>
            </a:fld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EEAFB7-3C44-465E-80D7-9A5CC8714E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272CC6-F969-4BE6-92FF-DB5CFBA96BF0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F08A6BAA-C0E7-4B0E-B686-46B074C3CF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C58FA111-84C7-421E-901E-08D710D964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7" name="Segnaposto testo 10">
            <a:extLst>
              <a:ext uri="{FF2B5EF4-FFF2-40B4-BE49-F238E27FC236}">
                <a16:creationId xmlns:a16="http://schemas.microsoft.com/office/drawing/2014/main" id="{B8CBEDEC-81E0-45E9-B015-56754EEDD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11919914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2011394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6538" y="550800"/>
            <a:ext cx="5605462" cy="60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B929B8E3-4532-443C-B60E-BE8B1AD093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424C6F24-847F-4F69-9439-2B3A09B454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8082D5E-B846-4336-81A6-4CC588359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6309966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0" name="Segnaposto testo 10">
            <a:extLst>
              <a:ext uri="{FF2B5EF4-FFF2-40B4-BE49-F238E27FC236}">
                <a16:creationId xmlns:a16="http://schemas.microsoft.com/office/drawing/2014/main" id="{AB479D78-55D5-4FFA-969E-98BC90D86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6309966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4327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FA8B7C1-E65C-4AD9-AABC-3ECFF5BFC29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706220" y="684000"/>
            <a:ext cx="5341937" cy="577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34485BDB-3AC0-45B1-AFC1-1373E3BFCD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C16B034E-F942-4C55-B228-FC02B7363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10961FAA-6050-4013-8055-078C6EC9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6309966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25208779-DFD7-407B-BE88-BBEF31AB1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6309966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902615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231904" y="550800"/>
            <a:ext cx="6960096" cy="604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476E0E05-2D89-4791-B4BA-F48BECA06E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63B290BF-F38E-4D99-BE6F-7086069FE3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22036A2B-C575-43B4-A184-1FBEDEF54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4958244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5038643E-73BD-4454-8E60-C62081A59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4958244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110475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1 Immagine seg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03E9E4CD-E23C-47A3-A3E7-E700BFDF500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364000" y="684000"/>
            <a:ext cx="6696571" cy="5778000"/>
          </a:xfrm>
          <a:custGeom>
            <a:avLst/>
            <a:gdLst>
              <a:gd name="connsiteX0" fmla="*/ 2353219 w 6960096"/>
              <a:gd name="connsiteY0" fmla="*/ 2324450 h 6858000"/>
              <a:gd name="connsiteX1" fmla="*/ 6960096 w 6960096"/>
              <a:gd name="connsiteY1" fmla="*/ 2324450 h 6858000"/>
              <a:gd name="connsiteX2" fmla="*/ 6960096 w 6960096"/>
              <a:gd name="connsiteY2" fmla="*/ 6858000 h 6858000"/>
              <a:gd name="connsiteX3" fmla="*/ 2353219 w 6960096"/>
              <a:gd name="connsiteY3" fmla="*/ 6858000 h 6858000"/>
              <a:gd name="connsiteX4" fmla="*/ 0 w 6960096"/>
              <a:gd name="connsiteY4" fmla="*/ 2324450 h 6858000"/>
              <a:gd name="connsiteX5" fmla="*/ 2245219 w 6960096"/>
              <a:gd name="connsiteY5" fmla="*/ 2324450 h 6858000"/>
              <a:gd name="connsiteX6" fmla="*/ 2245219 w 6960096"/>
              <a:gd name="connsiteY6" fmla="*/ 6858000 h 6858000"/>
              <a:gd name="connsiteX7" fmla="*/ 0 w 6960096"/>
              <a:gd name="connsiteY7" fmla="*/ 6858000 h 6858000"/>
              <a:gd name="connsiteX8" fmla="*/ 2353219 w 6960096"/>
              <a:gd name="connsiteY8" fmla="*/ 0 h 6858000"/>
              <a:gd name="connsiteX9" fmla="*/ 6960096 w 6960096"/>
              <a:gd name="connsiteY9" fmla="*/ 0 h 6858000"/>
              <a:gd name="connsiteX10" fmla="*/ 6960096 w 6960096"/>
              <a:gd name="connsiteY10" fmla="*/ 2216451 h 6858000"/>
              <a:gd name="connsiteX11" fmla="*/ 4710657 w 6960096"/>
              <a:gd name="connsiteY11" fmla="*/ 2216451 h 6858000"/>
              <a:gd name="connsiteX12" fmla="*/ 4710657 w 6960096"/>
              <a:gd name="connsiteY12" fmla="*/ 6075 h 6858000"/>
              <a:gd name="connsiteX13" fmla="*/ 4602657 w 6960096"/>
              <a:gd name="connsiteY13" fmla="*/ 6075 h 6858000"/>
              <a:gd name="connsiteX14" fmla="*/ 4602657 w 6960096"/>
              <a:gd name="connsiteY14" fmla="*/ 2216451 h 6858000"/>
              <a:gd name="connsiteX15" fmla="*/ 2353219 w 6960096"/>
              <a:gd name="connsiteY15" fmla="*/ 2216451 h 6858000"/>
              <a:gd name="connsiteX16" fmla="*/ 0 w 6960096"/>
              <a:gd name="connsiteY16" fmla="*/ 0 h 6858000"/>
              <a:gd name="connsiteX17" fmla="*/ 2245219 w 6960096"/>
              <a:gd name="connsiteY17" fmla="*/ 0 h 6858000"/>
              <a:gd name="connsiteX18" fmla="*/ 2245219 w 6960096"/>
              <a:gd name="connsiteY18" fmla="*/ 2216451 h 6858000"/>
              <a:gd name="connsiteX19" fmla="*/ 0 w 6960096"/>
              <a:gd name="connsiteY19" fmla="*/ 22164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960096" h="6858000">
                <a:moveTo>
                  <a:pt x="2353219" y="2324450"/>
                </a:moveTo>
                <a:lnTo>
                  <a:pt x="6960096" y="2324450"/>
                </a:lnTo>
                <a:lnTo>
                  <a:pt x="6960096" y="6858000"/>
                </a:lnTo>
                <a:lnTo>
                  <a:pt x="2353219" y="6858000"/>
                </a:lnTo>
                <a:close/>
                <a:moveTo>
                  <a:pt x="0" y="2324450"/>
                </a:moveTo>
                <a:lnTo>
                  <a:pt x="2245219" y="2324450"/>
                </a:lnTo>
                <a:lnTo>
                  <a:pt x="2245219" y="6858000"/>
                </a:lnTo>
                <a:lnTo>
                  <a:pt x="0" y="6858000"/>
                </a:lnTo>
                <a:close/>
                <a:moveTo>
                  <a:pt x="2353219" y="0"/>
                </a:moveTo>
                <a:lnTo>
                  <a:pt x="6960096" y="0"/>
                </a:lnTo>
                <a:lnTo>
                  <a:pt x="6960096" y="2216451"/>
                </a:lnTo>
                <a:lnTo>
                  <a:pt x="4710657" y="2216451"/>
                </a:lnTo>
                <a:lnTo>
                  <a:pt x="4710657" y="6075"/>
                </a:lnTo>
                <a:lnTo>
                  <a:pt x="4602657" y="6075"/>
                </a:lnTo>
                <a:lnTo>
                  <a:pt x="4602657" y="2216451"/>
                </a:lnTo>
                <a:lnTo>
                  <a:pt x="2353219" y="2216451"/>
                </a:lnTo>
                <a:close/>
                <a:moveTo>
                  <a:pt x="0" y="0"/>
                </a:moveTo>
                <a:lnTo>
                  <a:pt x="2245219" y="0"/>
                </a:lnTo>
                <a:lnTo>
                  <a:pt x="2245219" y="2216451"/>
                </a:lnTo>
                <a:lnTo>
                  <a:pt x="0" y="22164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8" name="Segnaposto testo 3">
            <a:extLst>
              <a:ext uri="{FF2B5EF4-FFF2-40B4-BE49-F238E27FC236}">
                <a16:creationId xmlns:a16="http://schemas.microsoft.com/office/drawing/2014/main" id="{D19CF0D3-43BE-4560-AC78-719D66BF04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DC129172-7073-40F6-981A-AA7BCBC244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41412EC-6EE8-4232-9E63-10FD4817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5064261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2EE11938-D42E-4989-8E1B-9E4F36DD9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5064261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3029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5211" y="550800"/>
            <a:ext cx="7506789" cy="29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0" name="Segnaposto testo 3">
            <a:extLst>
              <a:ext uri="{FF2B5EF4-FFF2-40B4-BE49-F238E27FC236}">
                <a16:creationId xmlns:a16="http://schemas.microsoft.com/office/drawing/2014/main" id="{74058B69-F030-4EB5-B963-FDA8EF505C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49F395E1-E3FB-404C-A6CA-8D7946D921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0F4DEB04-4AF2-46B0-8578-67CF7D03C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4395027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129DDCC2-6EC8-422B-9EC7-D97CED5CC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4395027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AA901B22-C6C7-4A12-8E6B-98F92C23C8E1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685211" y="3610800"/>
            <a:ext cx="7506789" cy="29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62702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2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63CF4B-60B7-4AEC-B51F-19FF2015955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811108" y="6912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0" name="Segnaposto testo 3">
            <a:extLst>
              <a:ext uri="{FF2B5EF4-FFF2-40B4-BE49-F238E27FC236}">
                <a16:creationId xmlns:a16="http://schemas.microsoft.com/office/drawing/2014/main" id="{338F7922-28CE-4C92-85E5-7C222A8807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B0F2ADE-BB40-4FE6-A03C-8940A72B05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CDE63A89-C917-4BA5-9B03-863311DC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4520922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9CC9E881-1271-4886-A102-EAC3E783F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4520922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F941BAD-9F7D-425F-802F-40AA0127CE8A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4811108" y="3625200"/>
            <a:ext cx="7242674" cy="284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9597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794557" y="550800"/>
            <a:ext cx="3875001" cy="19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7794557" y="2586103"/>
            <a:ext cx="3875001" cy="19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7794557" y="4621406"/>
            <a:ext cx="3875001" cy="19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D2F438B2-2972-48D6-A3EB-3A993C838C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02F67451-F2E1-4215-86D6-AFE00FD529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31A12690-E63B-46B3-BD53-80D9AFD1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4" y="648000"/>
            <a:ext cx="7224366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4576A2F8-2404-453E-B2D1-BCAFC3989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4" y="2268000"/>
            <a:ext cx="7224366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884389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+ 3 Immagini 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5D1813A-DC62-4FB7-89B0-51A68227466C}"/>
              </a:ext>
            </a:extLst>
          </p:cNvPr>
          <p:cNvSpPr>
            <a:spLocks noGrp="1" noChangeAspect="1"/>
          </p:cNvSpPr>
          <p:nvPr>
            <p:ph type="pic" idx="14" hasCustomPrompt="1"/>
          </p:nvPr>
        </p:nvSpPr>
        <p:spPr>
          <a:xfrm>
            <a:off x="7865995" y="691563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30F6A49-4FB0-4BBA-BDDC-F003CAD02890}"/>
              </a:ext>
            </a:extLst>
          </p:cNvPr>
          <p:cNvSpPr>
            <a:spLocks noGrp="1" noChangeAspect="1"/>
          </p:cNvSpPr>
          <p:nvPr>
            <p:ph type="pic" idx="15" hasCustomPrompt="1"/>
          </p:nvPr>
        </p:nvSpPr>
        <p:spPr>
          <a:xfrm>
            <a:off x="7865995" y="2642053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587994-3F85-46FE-BECD-542FFA64E249}"/>
              </a:ext>
            </a:extLst>
          </p:cNvPr>
          <p:cNvSpPr>
            <a:spLocks noGrp="1" noChangeAspect="1"/>
          </p:cNvSpPr>
          <p:nvPr>
            <p:ph type="pic" idx="16" hasCustomPrompt="1"/>
          </p:nvPr>
        </p:nvSpPr>
        <p:spPr>
          <a:xfrm>
            <a:off x="7865995" y="4592543"/>
            <a:ext cx="3444446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E766A17C-48EE-4585-B721-10910733A0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00A87F12-BCB5-459B-90E6-38DDDA6595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A34D918B-0F86-4F34-9A5E-248773CE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7078592" cy="132556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3" name="Segnaposto testo 10">
            <a:extLst>
              <a:ext uri="{FF2B5EF4-FFF2-40B4-BE49-F238E27FC236}">
                <a16:creationId xmlns:a16="http://schemas.microsoft.com/office/drawing/2014/main" id="{6B2EFC54-9286-43CA-A8AA-9D71AD0F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43" y="2268000"/>
            <a:ext cx="7078592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033836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4 Immagini + Contenu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그림 개체 틀 4">
            <a:extLst>
              <a:ext uri="{FF2B5EF4-FFF2-40B4-BE49-F238E27FC236}">
                <a16:creationId xmlns:a16="http://schemas.microsoft.com/office/drawing/2014/main" id="{92A158C5-E8CE-4910-8D86-4FE4EFD1661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70152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25" name="그림 개체 틀 6">
            <a:extLst>
              <a:ext uri="{FF2B5EF4-FFF2-40B4-BE49-F238E27FC236}">
                <a16:creationId xmlns:a16="http://schemas.microsoft.com/office/drawing/2014/main" id="{CFB167B2-D57B-43A0-8B95-04ECA8D3ABA7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11703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26" name="그림 개체 틀 32">
            <a:extLst>
              <a:ext uri="{FF2B5EF4-FFF2-40B4-BE49-F238E27FC236}">
                <a16:creationId xmlns:a16="http://schemas.microsoft.com/office/drawing/2014/main" id="{B1BB74FD-D03C-4A5F-8977-08154BC2029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153254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 dirty="0"/>
          </a:p>
        </p:txBody>
      </p:sp>
      <p:sp>
        <p:nvSpPr>
          <p:cNvPr id="27" name="그림 개체 틀 34">
            <a:extLst>
              <a:ext uri="{FF2B5EF4-FFF2-40B4-BE49-F238E27FC236}">
                <a16:creationId xmlns:a16="http://schemas.microsoft.com/office/drawing/2014/main" id="{A0CB264D-24B6-4EBA-A297-C0B9F74DA9A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094806" y="1351336"/>
            <a:ext cx="2827043" cy="2449895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800"/>
            </a:lvl1pPr>
          </a:lstStyle>
          <a:p>
            <a:endParaRPr lang="it-IT" dirty="0"/>
          </a:p>
        </p:txBody>
      </p:sp>
      <p:sp>
        <p:nvSpPr>
          <p:cNvPr id="29" name="Segnaposto testo 28">
            <a:extLst>
              <a:ext uri="{FF2B5EF4-FFF2-40B4-BE49-F238E27FC236}">
                <a16:creationId xmlns:a16="http://schemas.microsoft.com/office/drawing/2014/main" id="{A771C0DD-B7FE-47D8-8932-6CD27F4E26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3524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0" name="Segnaposto testo 28">
            <a:extLst>
              <a:ext uri="{FF2B5EF4-FFF2-40B4-BE49-F238E27FC236}">
                <a16:creationId xmlns:a16="http://schemas.microsoft.com/office/drawing/2014/main" id="{D850DEC3-46C7-4EC0-941C-BA1D619BB6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3524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1" name="Segnaposto testo 28">
            <a:extLst>
              <a:ext uri="{FF2B5EF4-FFF2-40B4-BE49-F238E27FC236}">
                <a16:creationId xmlns:a16="http://schemas.microsoft.com/office/drawing/2014/main" id="{F4A94273-BFEA-4F8D-B002-5E02C53BA95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63524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2" name="Segnaposto testo 28">
            <a:extLst>
              <a:ext uri="{FF2B5EF4-FFF2-40B4-BE49-F238E27FC236}">
                <a16:creationId xmlns:a16="http://schemas.microsoft.com/office/drawing/2014/main" id="{3D9056A2-544F-4F61-B4CB-67FB3E74685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11703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3" name="Segnaposto testo 28">
            <a:extLst>
              <a:ext uri="{FF2B5EF4-FFF2-40B4-BE49-F238E27FC236}">
                <a16:creationId xmlns:a16="http://schemas.microsoft.com/office/drawing/2014/main" id="{4FF65B3C-8C7E-4FFE-9D25-A58A62A033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11703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4" name="Segnaposto testo 28">
            <a:extLst>
              <a:ext uri="{FF2B5EF4-FFF2-40B4-BE49-F238E27FC236}">
                <a16:creationId xmlns:a16="http://schemas.microsoft.com/office/drawing/2014/main" id="{D30D1DC8-BA36-4095-8903-8F49AA0811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11703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5" name="Segnaposto testo 28">
            <a:extLst>
              <a:ext uri="{FF2B5EF4-FFF2-40B4-BE49-F238E27FC236}">
                <a16:creationId xmlns:a16="http://schemas.microsoft.com/office/drawing/2014/main" id="{5187E9AB-5FEC-4BF1-8365-64BF02B2E9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94806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6" name="Segnaposto testo 28">
            <a:extLst>
              <a:ext uri="{FF2B5EF4-FFF2-40B4-BE49-F238E27FC236}">
                <a16:creationId xmlns:a16="http://schemas.microsoft.com/office/drawing/2014/main" id="{0661FED8-4396-472D-B0DC-37027E9B400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94806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7" name="Segnaposto testo 28">
            <a:extLst>
              <a:ext uri="{FF2B5EF4-FFF2-40B4-BE49-F238E27FC236}">
                <a16:creationId xmlns:a16="http://schemas.microsoft.com/office/drawing/2014/main" id="{C798E9A7-1C31-46D9-B8EA-59828339B7D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94806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8" name="Segnaposto testo 28">
            <a:extLst>
              <a:ext uri="{FF2B5EF4-FFF2-40B4-BE49-F238E27FC236}">
                <a16:creationId xmlns:a16="http://schemas.microsoft.com/office/drawing/2014/main" id="{97932AFC-C61E-4F7C-A758-7E71A1C45A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59882" y="3962742"/>
            <a:ext cx="2827043" cy="700575"/>
          </a:xfrm>
        </p:spPr>
        <p:txBody>
          <a:bodyPr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39" name="Segnaposto testo 28">
            <a:extLst>
              <a:ext uri="{FF2B5EF4-FFF2-40B4-BE49-F238E27FC236}">
                <a16:creationId xmlns:a16="http://schemas.microsoft.com/office/drawing/2014/main" id="{993AA2D3-D668-40C8-A073-627866A806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59882" y="4663317"/>
            <a:ext cx="2827043" cy="646538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40" name="Segnaposto testo 28">
            <a:extLst>
              <a:ext uri="{FF2B5EF4-FFF2-40B4-BE49-F238E27FC236}">
                <a16:creationId xmlns:a16="http://schemas.microsoft.com/office/drawing/2014/main" id="{D54170FE-8449-4118-B49A-89E5AE0410E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59882" y="5309855"/>
            <a:ext cx="2827043" cy="1283715"/>
          </a:xfrm>
        </p:spPr>
        <p:txBody>
          <a:bodyPr>
            <a:noAutofit/>
          </a:bodyPr>
          <a:lstStyle>
            <a:lvl1pPr algn="ctr">
              <a:defRPr sz="1800">
                <a:solidFill>
                  <a:schemeClr val="tx1"/>
                </a:solidFill>
                <a:latin typeface="+mn-lt"/>
              </a:defRPr>
            </a:lvl1pPr>
            <a:lvl2pPr algn="ctr">
              <a:defRPr sz="1800">
                <a:solidFill>
                  <a:schemeClr val="tx1"/>
                </a:solidFill>
                <a:latin typeface="+mn-lt"/>
              </a:defRPr>
            </a:lvl2pPr>
            <a:lvl3pPr algn="ctr">
              <a:defRPr sz="1800">
                <a:solidFill>
                  <a:schemeClr val="tx1"/>
                </a:solidFill>
                <a:latin typeface="+mn-lt"/>
              </a:defRPr>
            </a:lvl3pPr>
            <a:lvl4pPr algn="ctr">
              <a:defRPr sz="1800">
                <a:solidFill>
                  <a:schemeClr val="tx1"/>
                </a:solidFill>
                <a:latin typeface="+mn-lt"/>
              </a:defRPr>
            </a:lvl4pPr>
            <a:lvl5pPr algn="ctr"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</a:t>
            </a:r>
          </a:p>
        </p:txBody>
      </p:sp>
      <p:sp>
        <p:nvSpPr>
          <p:cNvPr id="21" name="Segnaposto testo 3">
            <a:extLst>
              <a:ext uri="{FF2B5EF4-FFF2-40B4-BE49-F238E27FC236}">
                <a16:creationId xmlns:a16="http://schemas.microsoft.com/office/drawing/2014/main" id="{7129E076-8578-4FA5-A5B7-0F53AF7DFF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2" name="Segnaposto testo 6">
            <a:extLst>
              <a:ext uri="{FF2B5EF4-FFF2-40B4-BE49-F238E27FC236}">
                <a16:creationId xmlns:a16="http://schemas.microsoft.com/office/drawing/2014/main" id="{F1BD8F57-63CC-4449-A0BC-01276DDB082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23" name="Segnaposto titolo 1">
            <a:extLst>
              <a:ext uri="{FF2B5EF4-FFF2-40B4-BE49-F238E27FC236}">
                <a16:creationId xmlns:a16="http://schemas.microsoft.com/office/drawing/2014/main" id="{F224D736-A024-4E60-9F8E-9C3554DD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27616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049FB3C6-6A53-4D52-9673-A37328607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DFFF12-90DA-41BB-B409-DE6503FF6C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CCE497D7-5F64-4804-A7DF-87A1EE0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33887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Contenuto + 1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049FB3C6-6A53-4D52-9673-A37328607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DFFF12-90DA-41BB-B409-DE6503FF6C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CCE497D7-5F64-4804-A7DF-87A1EE0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AFD34D45-2E80-4CCF-886E-6380B03133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1898" y="2124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C697CE62-7806-4BF7-861C-A0A68854E9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2124000"/>
            <a:ext cx="5832475" cy="4356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812138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3FE5B8E6-9966-4268-91F3-2DA6D93B20F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21442" y="2115366"/>
            <a:ext cx="10161896" cy="43347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Segnaposto testo 3">
            <a:extLst>
              <a:ext uri="{FF2B5EF4-FFF2-40B4-BE49-F238E27FC236}">
                <a16:creationId xmlns:a16="http://schemas.microsoft.com/office/drawing/2014/main" id="{DD8786DF-071A-4E17-AC59-F2D4892CC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Segnaposto testo 6">
            <a:extLst>
              <a:ext uri="{FF2B5EF4-FFF2-40B4-BE49-F238E27FC236}">
                <a16:creationId xmlns:a16="http://schemas.microsoft.com/office/drawing/2014/main" id="{8700C366-3B61-4255-BE2A-A6288CA966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25E9CE01-A274-4333-9BA0-F2F80D57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4088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2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testo 3">
            <a:extLst>
              <a:ext uri="{FF2B5EF4-FFF2-40B4-BE49-F238E27FC236}">
                <a16:creationId xmlns:a16="http://schemas.microsoft.com/office/drawing/2014/main" id="{049FB3C6-6A53-4D52-9673-A37328607D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DFFF12-90DA-41BB-B409-DE6503FF6C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CCE497D7-5F64-4804-A7DF-87A1EE05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>
              <a:defRPr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AFD34D45-2E80-4CCF-886E-6380B03133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0000" y="2124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1198A989-15FB-4BEE-8568-025568070E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20800" y="2124000"/>
            <a:ext cx="5706579" cy="43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+mn-lt"/>
                <a:cs typeface="Arial" pitchFamily="34" charset="0"/>
              </a:defRPr>
            </a:lvl1pPr>
          </a:lstStyle>
          <a:p>
            <a:r>
              <a:rPr lang="it-IT" altLang="ko-KR" dirty="0"/>
              <a:t>Inserisci immagine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7618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5">
            <a:extLst>
              <a:ext uri="{FF2B5EF4-FFF2-40B4-BE49-F238E27FC236}">
                <a16:creationId xmlns:a16="http://schemas.microsoft.com/office/drawing/2014/main" id="{B453391B-7D2F-45F2-AE4D-DFFF6DFAA1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550800"/>
            <a:ext cx="12192000" cy="6048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 err="1"/>
              <a:t>Inserisci</a:t>
            </a:r>
            <a:r>
              <a:rPr lang="en-US" altLang="ko-KR" dirty="0"/>
              <a:t> </a:t>
            </a:r>
            <a:r>
              <a:rPr lang="en-US" altLang="ko-KR" dirty="0" err="1"/>
              <a:t>immagine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89196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44B94CD-52C1-4B24-B976-E053F99058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0000" y="43038"/>
            <a:ext cx="8421867" cy="236542"/>
          </a:xfrm>
        </p:spPr>
        <p:txBody>
          <a:bodyPr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  <a:lvl2pPr algn="r">
              <a:defRPr sz="900">
                <a:solidFill>
                  <a:schemeClr val="accent2"/>
                </a:solidFill>
                <a:latin typeface="+mn-lt"/>
              </a:defRPr>
            </a:lvl2pPr>
            <a:lvl3pPr algn="r">
              <a:defRPr sz="900">
                <a:solidFill>
                  <a:schemeClr val="accent2"/>
                </a:solidFill>
                <a:latin typeface="+mn-lt"/>
              </a:defRPr>
            </a:lvl3pPr>
            <a:lvl4pPr algn="r">
              <a:defRPr sz="900">
                <a:solidFill>
                  <a:schemeClr val="accent2"/>
                </a:solidFill>
                <a:latin typeface="+mn-lt"/>
              </a:defRPr>
            </a:lvl4pPr>
            <a:lvl5pPr algn="r">
              <a:defRPr sz="90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testo 6">
            <a:extLst>
              <a:ext uri="{FF2B5EF4-FFF2-40B4-BE49-F238E27FC236}">
                <a16:creationId xmlns:a16="http://schemas.microsoft.com/office/drawing/2014/main" id="{EA3C2B37-937B-452E-BE59-3930E1A651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000" y="290381"/>
            <a:ext cx="8451065" cy="215816"/>
          </a:xfrm>
        </p:spPr>
        <p:txBody>
          <a:bodyPr/>
          <a:lstStyle>
            <a:lvl1pPr algn="l">
              <a:defRPr sz="800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663986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Icone [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ICONE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998CB39-A1E1-4246-B376-F2BC09B6BA33}"/>
              </a:ext>
            </a:extLst>
          </p:cNvPr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>
              <a:latin typeface="+mn-lt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F44CFB1-2D9D-4268-BE43-6A3C91929E53}"/>
              </a:ext>
            </a:extLst>
          </p:cNvPr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Half Frame 4">
            <a:extLst>
              <a:ext uri="{FF2B5EF4-FFF2-40B4-BE49-F238E27FC236}">
                <a16:creationId xmlns:a16="http://schemas.microsoft.com/office/drawing/2014/main" id="{944D1DC8-7EDA-403E-8502-7A62BF57EE8D}"/>
              </a:ext>
            </a:extLst>
          </p:cNvPr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E1810A91-F017-43C6-A5B7-8A351B85265A}"/>
              </a:ext>
            </a:extLst>
          </p:cNvPr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dirty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 dirty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DD2C1A10-F16B-4A9C-9349-FF5375832921}"/>
              </a:ext>
            </a:extLst>
          </p:cNvPr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dirty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 dirty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TextBox 60">
            <a:extLst>
              <a:ext uri="{FF2B5EF4-FFF2-40B4-BE49-F238E27FC236}">
                <a16:creationId xmlns:a16="http://schemas.microsoft.com/office/drawing/2014/main" id="{7F711571-11FF-4E23-B989-8643724C25C1}"/>
              </a:ext>
            </a:extLst>
          </p:cNvPr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SET DI ICONE COMPLETAMENTE MODIFICABILI</a:t>
            </a:r>
            <a:endParaRPr lang="en-US" altLang="ko-KR" sz="2800" b="1" dirty="0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C06E7C-3FF5-4AB5-95D0-B865241EB956}"/>
              </a:ext>
            </a:extLst>
          </p:cNvPr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 dirty="0">
                <a:solidFill>
                  <a:schemeClr val="bg1"/>
                </a:solidFill>
                <a:latin typeface="+mj-lt"/>
              </a:rPr>
              <a:t>a</a:t>
            </a:r>
          </a:p>
        </p:txBody>
      </p:sp>
      <p:grpSp>
        <p:nvGrpSpPr>
          <p:cNvPr id="12" name="Shape 267">
            <a:extLst>
              <a:ext uri="{FF2B5EF4-FFF2-40B4-BE49-F238E27FC236}">
                <a16:creationId xmlns:a16="http://schemas.microsoft.com/office/drawing/2014/main" id="{161510F9-DB20-4C6A-BE00-143084418967}"/>
              </a:ext>
            </a:extLst>
          </p:cNvPr>
          <p:cNvGrpSpPr/>
          <p:nvPr userDrawn="1"/>
        </p:nvGrpSpPr>
        <p:grpSpPr>
          <a:xfrm>
            <a:off x="5361661" y="1523373"/>
            <a:ext cx="347107" cy="438984"/>
            <a:chOff x="584925" y="238125"/>
            <a:chExt cx="415200" cy="525100"/>
          </a:xfrm>
          <a:solidFill>
            <a:schemeClr val="bg1">
              <a:lumMod val="50000"/>
            </a:schemeClr>
          </a:solidFill>
        </p:grpSpPr>
        <p:sp>
          <p:nvSpPr>
            <p:cNvPr id="13" name="Shape 268">
              <a:extLst>
                <a:ext uri="{FF2B5EF4-FFF2-40B4-BE49-F238E27FC236}">
                  <a16:creationId xmlns:a16="http://schemas.microsoft.com/office/drawing/2014/main" id="{B7933858-3BF4-4761-8C8A-AE49E2DBC77A}"/>
                </a:ext>
              </a:extLst>
            </p:cNvPr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Shape 269">
              <a:extLst>
                <a:ext uri="{FF2B5EF4-FFF2-40B4-BE49-F238E27FC236}">
                  <a16:creationId xmlns:a16="http://schemas.microsoft.com/office/drawing/2014/main" id="{537A5761-EF81-4D31-8C96-AECDB6089BF4}"/>
                </a:ext>
              </a:extLst>
            </p:cNvPr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Shape 270">
              <a:extLst>
                <a:ext uri="{FF2B5EF4-FFF2-40B4-BE49-F238E27FC236}">
                  <a16:creationId xmlns:a16="http://schemas.microsoft.com/office/drawing/2014/main" id="{0EB1F3A1-0EF5-4BB5-AE51-F6AA28B6FE77}"/>
                </a:ext>
              </a:extLst>
            </p:cNvPr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Shape 271">
              <a:extLst>
                <a:ext uri="{FF2B5EF4-FFF2-40B4-BE49-F238E27FC236}">
                  <a16:creationId xmlns:a16="http://schemas.microsoft.com/office/drawing/2014/main" id="{1541410F-1894-445B-A33D-CC126355E881}"/>
                </a:ext>
              </a:extLst>
            </p:cNvPr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Shape 272">
              <a:extLst>
                <a:ext uri="{FF2B5EF4-FFF2-40B4-BE49-F238E27FC236}">
                  <a16:creationId xmlns:a16="http://schemas.microsoft.com/office/drawing/2014/main" id="{40AA5FB8-5A86-4F82-9158-BE4628065612}"/>
                </a:ext>
              </a:extLst>
            </p:cNvPr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Shape 273">
              <a:extLst>
                <a:ext uri="{FF2B5EF4-FFF2-40B4-BE49-F238E27FC236}">
                  <a16:creationId xmlns:a16="http://schemas.microsoft.com/office/drawing/2014/main" id="{99151F04-B519-49E5-952C-73033273150D}"/>
                </a:ext>
              </a:extLst>
            </p:cNvPr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Shape 274">
            <a:extLst>
              <a:ext uri="{FF2B5EF4-FFF2-40B4-BE49-F238E27FC236}">
                <a16:creationId xmlns:a16="http://schemas.microsoft.com/office/drawing/2014/main" id="{00889C35-1111-4F50-8852-436D43A0D2BA}"/>
              </a:ext>
            </a:extLst>
          </p:cNvPr>
          <p:cNvGrpSpPr/>
          <p:nvPr userDrawn="1"/>
        </p:nvGrpSpPr>
        <p:grpSpPr>
          <a:xfrm>
            <a:off x="5912920" y="1587160"/>
            <a:ext cx="371623" cy="309362"/>
            <a:chOff x="1244325" y="314425"/>
            <a:chExt cx="444525" cy="370050"/>
          </a:xfrm>
          <a:solidFill>
            <a:schemeClr val="bg1">
              <a:lumMod val="50000"/>
            </a:schemeClr>
          </a:solidFill>
        </p:grpSpPr>
        <p:sp>
          <p:nvSpPr>
            <p:cNvPr id="20" name="Shape 275">
              <a:extLst>
                <a:ext uri="{FF2B5EF4-FFF2-40B4-BE49-F238E27FC236}">
                  <a16:creationId xmlns:a16="http://schemas.microsoft.com/office/drawing/2014/main" id="{38E9F56A-C730-43F5-856B-F262406C2D8F}"/>
                </a:ext>
              </a:extLst>
            </p:cNvPr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0" t="0" r="0" b="0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Shape 276">
              <a:extLst>
                <a:ext uri="{FF2B5EF4-FFF2-40B4-BE49-F238E27FC236}">
                  <a16:creationId xmlns:a16="http://schemas.microsoft.com/office/drawing/2014/main" id="{D0C3A838-5B20-4D8C-BB47-8C5F9B860C89}"/>
                </a:ext>
              </a:extLst>
            </p:cNvPr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0" t="0" r="0" b="0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Shape 277">
            <a:extLst>
              <a:ext uri="{FF2B5EF4-FFF2-40B4-BE49-F238E27FC236}">
                <a16:creationId xmlns:a16="http://schemas.microsoft.com/office/drawing/2014/main" id="{8357BA09-2857-41E2-B28E-A586776E21FE}"/>
              </a:ext>
            </a:extLst>
          </p:cNvPr>
          <p:cNvGrpSpPr/>
          <p:nvPr userDrawn="1"/>
        </p:nvGrpSpPr>
        <p:grpSpPr>
          <a:xfrm>
            <a:off x="6484618" y="1585634"/>
            <a:ext cx="355300" cy="312413"/>
            <a:chOff x="1928175" y="312600"/>
            <a:chExt cx="425000" cy="373700"/>
          </a:xfrm>
          <a:solidFill>
            <a:schemeClr val="bg1">
              <a:lumMod val="50000"/>
            </a:schemeClr>
          </a:solidFill>
        </p:grpSpPr>
        <p:sp>
          <p:nvSpPr>
            <p:cNvPr id="23" name="Shape 278">
              <a:extLst>
                <a:ext uri="{FF2B5EF4-FFF2-40B4-BE49-F238E27FC236}">
                  <a16:creationId xmlns:a16="http://schemas.microsoft.com/office/drawing/2014/main" id="{A47A9D93-070A-4A16-A901-33D8FFB56D39}"/>
                </a:ext>
              </a:extLst>
            </p:cNvPr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0" t="0" r="0" b="0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Shape 279">
              <a:extLst>
                <a:ext uri="{FF2B5EF4-FFF2-40B4-BE49-F238E27FC236}">
                  <a16:creationId xmlns:a16="http://schemas.microsoft.com/office/drawing/2014/main" id="{C6AAB7BA-B207-4528-B2F9-2F293E4220BE}"/>
                </a:ext>
              </a:extLst>
            </p:cNvPr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0" t="0" r="0" b="0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Shape 280">
            <a:extLst>
              <a:ext uri="{FF2B5EF4-FFF2-40B4-BE49-F238E27FC236}">
                <a16:creationId xmlns:a16="http://schemas.microsoft.com/office/drawing/2014/main" id="{2463E62E-B24A-4547-95DF-1B51406E152B}"/>
              </a:ext>
            </a:extLst>
          </p:cNvPr>
          <p:cNvSpPr/>
          <p:nvPr userDrawn="1"/>
        </p:nvSpPr>
        <p:spPr>
          <a:xfrm>
            <a:off x="7080395" y="1574420"/>
            <a:ext cx="290970" cy="334860"/>
          </a:xfrm>
          <a:custGeom>
            <a:avLst/>
            <a:gdLst/>
            <a:ahLst/>
            <a:cxnLst/>
            <a:rect l="0" t="0" r="0" b="0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Shape 281">
            <a:extLst>
              <a:ext uri="{FF2B5EF4-FFF2-40B4-BE49-F238E27FC236}">
                <a16:creationId xmlns:a16="http://schemas.microsoft.com/office/drawing/2014/main" id="{8D74B581-DE22-4D7D-9359-4DD9EB419B4E}"/>
              </a:ext>
            </a:extLst>
          </p:cNvPr>
          <p:cNvSpPr/>
          <p:nvPr userDrawn="1"/>
        </p:nvSpPr>
        <p:spPr>
          <a:xfrm>
            <a:off x="7663841" y="1575445"/>
            <a:ext cx="251176" cy="332812"/>
          </a:xfrm>
          <a:custGeom>
            <a:avLst/>
            <a:gdLst/>
            <a:ahLst/>
            <a:cxnLst/>
            <a:rect l="0" t="0" r="0" b="0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Shape 282">
            <a:extLst>
              <a:ext uri="{FF2B5EF4-FFF2-40B4-BE49-F238E27FC236}">
                <a16:creationId xmlns:a16="http://schemas.microsoft.com/office/drawing/2014/main" id="{FCF7A907-03FF-4BFC-86D1-080684530DF1}"/>
              </a:ext>
            </a:extLst>
          </p:cNvPr>
          <p:cNvGrpSpPr/>
          <p:nvPr userDrawn="1"/>
        </p:nvGrpSpPr>
        <p:grpSpPr>
          <a:xfrm>
            <a:off x="8148656" y="1569311"/>
            <a:ext cx="408386" cy="345080"/>
            <a:chOff x="3918650" y="293075"/>
            <a:chExt cx="488500" cy="412775"/>
          </a:xfrm>
          <a:solidFill>
            <a:schemeClr val="bg1">
              <a:lumMod val="50000"/>
            </a:schemeClr>
          </a:solidFill>
        </p:grpSpPr>
        <p:sp>
          <p:nvSpPr>
            <p:cNvPr id="28" name="Shape 283">
              <a:extLst>
                <a:ext uri="{FF2B5EF4-FFF2-40B4-BE49-F238E27FC236}">
                  <a16:creationId xmlns:a16="http://schemas.microsoft.com/office/drawing/2014/main" id="{1C7879F2-E001-47B9-A3B5-788A7B5C960A}"/>
                </a:ext>
              </a:extLst>
            </p:cNvPr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0" t="0" r="0" b="0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Shape 284">
              <a:extLst>
                <a:ext uri="{FF2B5EF4-FFF2-40B4-BE49-F238E27FC236}">
                  <a16:creationId xmlns:a16="http://schemas.microsoft.com/office/drawing/2014/main" id="{9340D9EA-30D1-4E52-8661-0B29CCD14C72}"/>
                </a:ext>
              </a:extLst>
            </p:cNvPr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0" t="0" r="0" b="0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Shape 285">
              <a:extLst>
                <a:ext uri="{FF2B5EF4-FFF2-40B4-BE49-F238E27FC236}">
                  <a16:creationId xmlns:a16="http://schemas.microsoft.com/office/drawing/2014/main" id="{0E1C432D-EC94-4E50-93B0-B7FEB332C4EE}"/>
                </a:ext>
              </a:extLst>
            </p:cNvPr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0" t="0" r="0" b="0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Shape 286">
            <a:extLst>
              <a:ext uri="{FF2B5EF4-FFF2-40B4-BE49-F238E27FC236}">
                <a16:creationId xmlns:a16="http://schemas.microsoft.com/office/drawing/2014/main" id="{A15C6FC7-EC3B-4AEC-A6B3-20CEDA356D80}"/>
              </a:ext>
            </a:extLst>
          </p:cNvPr>
          <p:cNvGrpSpPr/>
          <p:nvPr userDrawn="1"/>
        </p:nvGrpSpPr>
        <p:grpSpPr>
          <a:xfrm>
            <a:off x="8748423" y="1543270"/>
            <a:ext cx="335905" cy="397142"/>
            <a:chOff x="4636075" y="261925"/>
            <a:chExt cx="401800" cy="475050"/>
          </a:xfrm>
          <a:solidFill>
            <a:schemeClr val="bg1">
              <a:lumMod val="50000"/>
            </a:schemeClr>
          </a:solidFill>
        </p:grpSpPr>
        <p:sp>
          <p:nvSpPr>
            <p:cNvPr id="32" name="Shape 287">
              <a:extLst>
                <a:ext uri="{FF2B5EF4-FFF2-40B4-BE49-F238E27FC236}">
                  <a16:creationId xmlns:a16="http://schemas.microsoft.com/office/drawing/2014/main" id="{3A5B7B8F-E1DA-4D8D-A7D2-EACD8CCA159A}"/>
                </a:ext>
              </a:extLst>
            </p:cNvPr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0" t="0" r="0" b="0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Shape 288">
              <a:extLst>
                <a:ext uri="{FF2B5EF4-FFF2-40B4-BE49-F238E27FC236}">
                  <a16:creationId xmlns:a16="http://schemas.microsoft.com/office/drawing/2014/main" id="{3C284BFF-F172-4E1F-A2D1-6D9B98E6DBE5}"/>
                </a:ext>
              </a:extLst>
            </p:cNvPr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0" t="0" r="0" b="0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Shape 289">
              <a:extLst>
                <a:ext uri="{FF2B5EF4-FFF2-40B4-BE49-F238E27FC236}">
                  <a16:creationId xmlns:a16="http://schemas.microsoft.com/office/drawing/2014/main" id="{839EBC5E-269E-4746-B8F8-019ECBE3903B}"/>
                </a:ext>
              </a:extLst>
            </p:cNvPr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0" t="0" r="0" b="0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Shape 290">
              <a:extLst>
                <a:ext uri="{FF2B5EF4-FFF2-40B4-BE49-F238E27FC236}">
                  <a16:creationId xmlns:a16="http://schemas.microsoft.com/office/drawing/2014/main" id="{B5977835-3833-4804-B968-216A40FC8DC6}"/>
                </a:ext>
              </a:extLst>
            </p:cNvPr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0" t="0" r="0" b="0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Shape 291">
            <a:extLst>
              <a:ext uri="{FF2B5EF4-FFF2-40B4-BE49-F238E27FC236}">
                <a16:creationId xmlns:a16="http://schemas.microsoft.com/office/drawing/2014/main" id="{9E575FA0-5490-45B2-B8AC-F0A45A941A0A}"/>
              </a:ext>
            </a:extLst>
          </p:cNvPr>
          <p:cNvSpPr/>
          <p:nvPr userDrawn="1"/>
        </p:nvSpPr>
        <p:spPr>
          <a:xfrm>
            <a:off x="9287624" y="1573898"/>
            <a:ext cx="384894" cy="335905"/>
          </a:xfrm>
          <a:custGeom>
            <a:avLst/>
            <a:gdLst/>
            <a:ahLst/>
            <a:cxnLst/>
            <a:rect l="0" t="0" r="0" b="0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Shape 292">
            <a:extLst>
              <a:ext uri="{FF2B5EF4-FFF2-40B4-BE49-F238E27FC236}">
                <a16:creationId xmlns:a16="http://schemas.microsoft.com/office/drawing/2014/main" id="{9512F31C-6CD2-4AD0-84FE-484CEA1FFEDF}"/>
              </a:ext>
            </a:extLst>
          </p:cNvPr>
          <p:cNvGrpSpPr/>
          <p:nvPr userDrawn="1"/>
        </p:nvGrpSpPr>
        <p:grpSpPr>
          <a:xfrm>
            <a:off x="9874975" y="1576459"/>
            <a:ext cx="336908" cy="330262"/>
            <a:chOff x="5983625" y="301625"/>
            <a:chExt cx="403000" cy="395050"/>
          </a:xfrm>
          <a:solidFill>
            <a:schemeClr val="bg1">
              <a:lumMod val="50000"/>
            </a:schemeClr>
          </a:solidFill>
        </p:grpSpPr>
        <p:sp>
          <p:nvSpPr>
            <p:cNvPr id="38" name="Shape 293">
              <a:extLst>
                <a:ext uri="{FF2B5EF4-FFF2-40B4-BE49-F238E27FC236}">
                  <a16:creationId xmlns:a16="http://schemas.microsoft.com/office/drawing/2014/main" id="{2A52AF45-C2E3-4E6F-A3DD-2A2C8E3A8B1B}"/>
                </a:ext>
              </a:extLst>
            </p:cNvPr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0" t="0" r="0" b="0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Shape 294">
              <a:extLst>
                <a:ext uri="{FF2B5EF4-FFF2-40B4-BE49-F238E27FC236}">
                  <a16:creationId xmlns:a16="http://schemas.microsoft.com/office/drawing/2014/main" id="{48BF282D-02F6-453F-813C-5089C9B68257}"/>
                </a:ext>
              </a:extLst>
            </p:cNvPr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0" t="0" r="0" b="0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Shape 295">
              <a:extLst>
                <a:ext uri="{FF2B5EF4-FFF2-40B4-BE49-F238E27FC236}">
                  <a16:creationId xmlns:a16="http://schemas.microsoft.com/office/drawing/2014/main" id="{DD9A825E-3ECC-4AD7-BA00-C85392DE8FC8}"/>
                </a:ext>
              </a:extLst>
            </p:cNvPr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0" t="0" r="0" b="0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Shape 296">
              <a:extLst>
                <a:ext uri="{FF2B5EF4-FFF2-40B4-BE49-F238E27FC236}">
                  <a16:creationId xmlns:a16="http://schemas.microsoft.com/office/drawing/2014/main" id="{BB184729-171F-415B-BAA2-42B31BE609DB}"/>
                </a:ext>
              </a:extLst>
            </p:cNvPr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0" t="0" r="0" b="0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Shape 297">
              <a:extLst>
                <a:ext uri="{FF2B5EF4-FFF2-40B4-BE49-F238E27FC236}">
                  <a16:creationId xmlns:a16="http://schemas.microsoft.com/office/drawing/2014/main" id="{901C4A7F-3361-4013-9E3D-0B62000F1598}"/>
                </a:ext>
              </a:extLst>
            </p:cNvPr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Shape 298">
              <a:extLst>
                <a:ext uri="{FF2B5EF4-FFF2-40B4-BE49-F238E27FC236}">
                  <a16:creationId xmlns:a16="http://schemas.microsoft.com/office/drawing/2014/main" id="{ABCC3953-AD72-4885-8094-3639EDAAE150}"/>
                </a:ext>
              </a:extLst>
            </p:cNvPr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Shape 299">
              <a:extLst>
                <a:ext uri="{FF2B5EF4-FFF2-40B4-BE49-F238E27FC236}">
                  <a16:creationId xmlns:a16="http://schemas.microsoft.com/office/drawing/2014/main" id="{CACA9FF3-8BC3-4B65-B6F1-EB7BA22CD2CA}"/>
                </a:ext>
              </a:extLst>
            </p:cNvPr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Shape 300">
              <a:extLst>
                <a:ext uri="{FF2B5EF4-FFF2-40B4-BE49-F238E27FC236}">
                  <a16:creationId xmlns:a16="http://schemas.microsoft.com/office/drawing/2014/main" id="{7D6AC49D-7C83-43D5-9FD5-B97EF30D094B}"/>
                </a:ext>
              </a:extLst>
            </p:cNvPr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0" t="0" r="0" b="0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Shape 301">
              <a:extLst>
                <a:ext uri="{FF2B5EF4-FFF2-40B4-BE49-F238E27FC236}">
                  <a16:creationId xmlns:a16="http://schemas.microsoft.com/office/drawing/2014/main" id="{2B827037-1F4B-4D1A-8DF1-8ABB60FDE397}"/>
                </a:ext>
              </a:extLst>
            </p:cNvPr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Shape 302">
              <a:extLst>
                <a:ext uri="{FF2B5EF4-FFF2-40B4-BE49-F238E27FC236}">
                  <a16:creationId xmlns:a16="http://schemas.microsoft.com/office/drawing/2014/main" id="{379D7525-DBCF-41AE-BE61-0CF2DD96A30D}"/>
                </a:ext>
              </a:extLst>
            </p:cNvPr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Shape 303">
              <a:extLst>
                <a:ext uri="{FF2B5EF4-FFF2-40B4-BE49-F238E27FC236}">
                  <a16:creationId xmlns:a16="http://schemas.microsoft.com/office/drawing/2014/main" id="{2EF13D50-E42E-40BC-8AD9-E2232DA39D35}"/>
                </a:ext>
              </a:extLst>
            </p:cNvPr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Shape 304">
              <a:extLst>
                <a:ext uri="{FF2B5EF4-FFF2-40B4-BE49-F238E27FC236}">
                  <a16:creationId xmlns:a16="http://schemas.microsoft.com/office/drawing/2014/main" id="{16FC422F-F1EE-4D74-9FCF-85013D772D41}"/>
                </a:ext>
              </a:extLst>
            </p:cNvPr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0" t="0" r="0" b="0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Shape 305">
              <a:extLst>
                <a:ext uri="{FF2B5EF4-FFF2-40B4-BE49-F238E27FC236}">
                  <a16:creationId xmlns:a16="http://schemas.microsoft.com/office/drawing/2014/main" id="{27AF9B8D-5438-4FDB-80DD-D237FDFE481B}"/>
                </a:ext>
              </a:extLst>
            </p:cNvPr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0" t="0" r="0" b="0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Shape 306">
              <a:extLst>
                <a:ext uri="{FF2B5EF4-FFF2-40B4-BE49-F238E27FC236}">
                  <a16:creationId xmlns:a16="http://schemas.microsoft.com/office/drawing/2014/main" id="{ED13C1BE-CE0B-47BF-93CA-0E6AA3CE0344}"/>
                </a:ext>
              </a:extLst>
            </p:cNvPr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Shape 307">
              <a:extLst>
                <a:ext uri="{FF2B5EF4-FFF2-40B4-BE49-F238E27FC236}">
                  <a16:creationId xmlns:a16="http://schemas.microsoft.com/office/drawing/2014/main" id="{E3DA5542-1ED5-4F1A-9FD9-A050F9A530BE}"/>
                </a:ext>
              </a:extLst>
            </p:cNvPr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Shape 308">
              <a:extLst>
                <a:ext uri="{FF2B5EF4-FFF2-40B4-BE49-F238E27FC236}">
                  <a16:creationId xmlns:a16="http://schemas.microsoft.com/office/drawing/2014/main" id="{211E5CFF-36F7-417E-B476-B5FD6D25B409}"/>
                </a:ext>
              </a:extLst>
            </p:cNvPr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Shape 309">
              <a:extLst>
                <a:ext uri="{FF2B5EF4-FFF2-40B4-BE49-F238E27FC236}">
                  <a16:creationId xmlns:a16="http://schemas.microsoft.com/office/drawing/2014/main" id="{6FA410FF-00EA-4C03-84FA-ECD34FF90040}"/>
                </a:ext>
              </a:extLst>
            </p:cNvPr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Shape 310">
              <a:extLst>
                <a:ext uri="{FF2B5EF4-FFF2-40B4-BE49-F238E27FC236}">
                  <a16:creationId xmlns:a16="http://schemas.microsoft.com/office/drawing/2014/main" id="{237B95A8-2311-4F1C-80E9-689353C52732}"/>
                </a:ext>
              </a:extLst>
            </p:cNvPr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0" t="0" r="0" b="0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Shape 311">
              <a:extLst>
                <a:ext uri="{FF2B5EF4-FFF2-40B4-BE49-F238E27FC236}">
                  <a16:creationId xmlns:a16="http://schemas.microsoft.com/office/drawing/2014/main" id="{EC26D468-F8CF-480F-B66B-94E5387C7D87}"/>
                </a:ext>
              </a:extLst>
            </p:cNvPr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0" t="0" r="0" b="0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Shape 312">
              <a:extLst>
                <a:ext uri="{FF2B5EF4-FFF2-40B4-BE49-F238E27FC236}">
                  <a16:creationId xmlns:a16="http://schemas.microsoft.com/office/drawing/2014/main" id="{7D810757-E2BF-48B2-B526-42C152DD4DEC}"/>
                </a:ext>
              </a:extLst>
            </p:cNvPr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0" t="0" r="0" b="0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Shape 313">
            <a:extLst>
              <a:ext uri="{FF2B5EF4-FFF2-40B4-BE49-F238E27FC236}">
                <a16:creationId xmlns:a16="http://schemas.microsoft.com/office/drawing/2014/main" id="{7F375253-83D5-4831-B9BA-97A270A16BD2}"/>
              </a:ext>
            </a:extLst>
          </p:cNvPr>
          <p:cNvGrpSpPr/>
          <p:nvPr userDrawn="1"/>
        </p:nvGrpSpPr>
        <p:grpSpPr>
          <a:xfrm>
            <a:off x="10441051" y="1573888"/>
            <a:ext cx="331808" cy="331307"/>
            <a:chOff x="6660750" y="298550"/>
            <a:chExt cx="396900" cy="396300"/>
          </a:xfrm>
          <a:solidFill>
            <a:schemeClr val="bg1">
              <a:lumMod val="50000"/>
            </a:schemeClr>
          </a:solidFill>
        </p:grpSpPr>
        <p:sp>
          <p:nvSpPr>
            <p:cNvPr id="59" name="Shape 314">
              <a:extLst>
                <a:ext uri="{FF2B5EF4-FFF2-40B4-BE49-F238E27FC236}">
                  <a16:creationId xmlns:a16="http://schemas.microsoft.com/office/drawing/2014/main" id="{02503F3A-E23F-4531-AC0B-78887AA6D48F}"/>
                </a:ext>
              </a:extLst>
            </p:cNvPr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0" t="0" r="0" b="0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Shape 315">
              <a:extLst>
                <a:ext uri="{FF2B5EF4-FFF2-40B4-BE49-F238E27FC236}">
                  <a16:creationId xmlns:a16="http://schemas.microsoft.com/office/drawing/2014/main" id="{7403AD7B-98E6-43FB-827A-3128CD47AC80}"/>
                </a:ext>
              </a:extLst>
            </p:cNvPr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0" t="0" r="0" b="0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Shape 316">
            <a:extLst>
              <a:ext uri="{FF2B5EF4-FFF2-40B4-BE49-F238E27FC236}">
                <a16:creationId xmlns:a16="http://schemas.microsoft.com/office/drawing/2014/main" id="{408B4FDB-BB45-4D20-A08D-5B3CF830090E}"/>
              </a:ext>
            </a:extLst>
          </p:cNvPr>
          <p:cNvGrpSpPr/>
          <p:nvPr userDrawn="1"/>
        </p:nvGrpSpPr>
        <p:grpSpPr>
          <a:xfrm>
            <a:off x="5361661" y="2095573"/>
            <a:ext cx="347107" cy="420111"/>
            <a:chOff x="584925" y="922575"/>
            <a:chExt cx="415200" cy="502525"/>
          </a:xfrm>
          <a:solidFill>
            <a:schemeClr val="bg1">
              <a:lumMod val="50000"/>
            </a:schemeClr>
          </a:solidFill>
        </p:grpSpPr>
        <p:sp>
          <p:nvSpPr>
            <p:cNvPr id="62" name="Shape 317">
              <a:extLst>
                <a:ext uri="{FF2B5EF4-FFF2-40B4-BE49-F238E27FC236}">
                  <a16:creationId xmlns:a16="http://schemas.microsoft.com/office/drawing/2014/main" id="{848F4951-0674-480F-947C-C432F8B29236}"/>
                </a:ext>
              </a:extLst>
            </p:cNvPr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0" t="0" r="0" b="0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Shape 318">
              <a:extLst>
                <a:ext uri="{FF2B5EF4-FFF2-40B4-BE49-F238E27FC236}">
                  <a16:creationId xmlns:a16="http://schemas.microsoft.com/office/drawing/2014/main" id="{0A2DAB49-F151-49D9-9CE6-A85CFF1DAE73}"/>
                </a:ext>
              </a:extLst>
            </p:cNvPr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0" t="0" r="0" b="0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Shape 319">
              <a:extLst>
                <a:ext uri="{FF2B5EF4-FFF2-40B4-BE49-F238E27FC236}">
                  <a16:creationId xmlns:a16="http://schemas.microsoft.com/office/drawing/2014/main" id="{3FD6DE65-0EB7-4AFE-873E-F52F6F6B2A3D}"/>
                </a:ext>
              </a:extLst>
            </p:cNvPr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0" t="0" r="0" b="0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Shape 320">
            <a:extLst>
              <a:ext uri="{FF2B5EF4-FFF2-40B4-BE49-F238E27FC236}">
                <a16:creationId xmlns:a16="http://schemas.microsoft.com/office/drawing/2014/main" id="{4DE5687D-CE30-47CA-BD72-AFD94CA0FAB4}"/>
              </a:ext>
            </a:extLst>
          </p:cNvPr>
          <p:cNvGrpSpPr/>
          <p:nvPr userDrawn="1"/>
        </p:nvGrpSpPr>
        <p:grpSpPr>
          <a:xfrm>
            <a:off x="5914968" y="2085876"/>
            <a:ext cx="367547" cy="437980"/>
            <a:chOff x="1246775" y="910975"/>
            <a:chExt cx="439650" cy="523900"/>
          </a:xfrm>
          <a:solidFill>
            <a:schemeClr val="bg1">
              <a:lumMod val="50000"/>
            </a:schemeClr>
          </a:solidFill>
        </p:grpSpPr>
        <p:sp>
          <p:nvSpPr>
            <p:cNvPr id="66" name="Shape 321">
              <a:extLst>
                <a:ext uri="{FF2B5EF4-FFF2-40B4-BE49-F238E27FC236}">
                  <a16:creationId xmlns:a16="http://schemas.microsoft.com/office/drawing/2014/main" id="{650DE9F4-9D80-4561-829D-3F89E6A730A5}"/>
                </a:ext>
              </a:extLst>
            </p:cNvPr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0" t="0" r="0" b="0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Shape 322">
              <a:extLst>
                <a:ext uri="{FF2B5EF4-FFF2-40B4-BE49-F238E27FC236}">
                  <a16:creationId xmlns:a16="http://schemas.microsoft.com/office/drawing/2014/main" id="{409E3903-1A46-46BE-9BCC-3BCE88BC74D2}"/>
                </a:ext>
              </a:extLst>
            </p:cNvPr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0" t="0" r="0" b="0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Shape 323">
              <a:extLst>
                <a:ext uri="{FF2B5EF4-FFF2-40B4-BE49-F238E27FC236}">
                  <a16:creationId xmlns:a16="http://schemas.microsoft.com/office/drawing/2014/main" id="{7EC13DF4-38E1-465D-8686-C65E36A4B1A8}"/>
                </a:ext>
              </a:extLst>
            </p:cNvPr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0" t="0" r="0" b="0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" name="Shape 324">
            <a:extLst>
              <a:ext uri="{FF2B5EF4-FFF2-40B4-BE49-F238E27FC236}">
                <a16:creationId xmlns:a16="http://schemas.microsoft.com/office/drawing/2014/main" id="{417E100D-DBBD-4BC2-874F-713D68DCCDDF}"/>
              </a:ext>
            </a:extLst>
          </p:cNvPr>
          <p:cNvGrpSpPr/>
          <p:nvPr userDrawn="1"/>
        </p:nvGrpSpPr>
        <p:grpSpPr>
          <a:xfrm>
            <a:off x="6483093" y="2156309"/>
            <a:ext cx="358351" cy="298118"/>
            <a:chOff x="1926350" y="995225"/>
            <a:chExt cx="428650" cy="356600"/>
          </a:xfrm>
          <a:solidFill>
            <a:schemeClr val="bg1">
              <a:lumMod val="50000"/>
            </a:schemeClr>
          </a:solidFill>
        </p:grpSpPr>
        <p:sp>
          <p:nvSpPr>
            <p:cNvPr id="70" name="Shape 325">
              <a:extLst>
                <a:ext uri="{FF2B5EF4-FFF2-40B4-BE49-F238E27FC236}">
                  <a16:creationId xmlns:a16="http://schemas.microsoft.com/office/drawing/2014/main" id="{11F0C9CD-1202-4A6D-95C6-CD51568F8569}"/>
                </a:ext>
              </a:extLst>
            </p:cNvPr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Shape 326">
              <a:extLst>
                <a:ext uri="{FF2B5EF4-FFF2-40B4-BE49-F238E27FC236}">
                  <a16:creationId xmlns:a16="http://schemas.microsoft.com/office/drawing/2014/main" id="{CBB3B97C-5CA6-47DA-96DA-1872A1814889}"/>
                </a:ext>
              </a:extLst>
            </p:cNvPr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0" t="0" r="0" b="0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Shape 327">
              <a:extLst>
                <a:ext uri="{FF2B5EF4-FFF2-40B4-BE49-F238E27FC236}">
                  <a16:creationId xmlns:a16="http://schemas.microsoft.com/office/drawing/2014/main" id="{2412C8EA-8A12-4C24-AFF5-85B8183569B1}"/>
                </a:ext>
              </a:extLst>
            </p:cNvPr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Shape 328">
              <a:extLst>
                <a:ext uri="{FF2B5EF4-FFF2-40B4-BE49-F238E27FC236}">
                  <a16:creationId xmlns:a16="http://schemas.microsoft.com/office/drawing/2014/main" id="{D811772F-65EF-4693-8E09-B8CF8F683668}"/>
                </a:ext>
              </a:extLst>
            </p:cNvPr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0" t="0" r="0" b="0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" name="Shape 329">
            <a:extLst>
              <a:ext uri="{FF2B5EF4-FFF2-40B4-BE49-F238E27FC236}">
                <a16:creationId xmlns:a16="http://schemas.microsoft.com/office/drawing/2014/main" id="{67592105-85CE-4821-B707-FEC173239A81}"/>
              </a:ext>
            </a:extLst>
          </p:cNvPr>
          <p:cNvSpPr/>
          <p:nvPr userDrawn="1"/>
        </p:nvSpPr>
        <p:spPr>
          <a:xfrm>
            <a:off x="7050778" y="2131323"/>
            <a:ext cx="350200" cy="348152"/>
          </a:xfrm>
          <a:custGeom>
            <a:avLst/>
            <a:gdLst/>
            <a:ahLst/>
            <a:cxnLst/>
            <a:rect l="0" t="0" r="0" b="0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Shape 330">
            <a:extLst>
              <a:ext uri="{FF2B5EF4-FFF2-40B4-BE49-F238E27FC236}">
                <a16:creationId xmlns:a16="http://schemas.microsoft.com/office/drawing/2014/main" id="{AF0D85A9-0991-4550-91CA-21D85CE902C7}"/>
              </a:ext>
            </a:extLst>
          </p:cNvPr>
          <p:cNvSpPr/>
          <p:nvPr userDrawn="1"/>
        </p:nvSpPr>
        <p:spPr>
          <a:xfrm>
            <a:off x="7614849" y="2148691"/>
            <a:ext cx="349155" cy="313437"/>
          </a:xfrm>
          <a:custGeom>
            <a:avLst/>
            <a:gdLst/>
            <a:ahLst/>
            <a:cxnLst/>
            <a:rect l="0" t="0" r="0" b="0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331">
            <a:extLst>
              <a:ext uri="{FF2B5EF4-FFF2-40B4-BE49-F238E27FC236}">
                <a16:creationId xmlns:a16="http://schemas.microsoft.com/office/drawing/2014/main" id="{7450BCF5-72CC-4356-A646-862B73ACE935}"/>
              </a:ext>
            </a:extLst>
          </p:cNvPr>
          <p:cNvSpPr/>
          <p:nvPr userDrawn="1"/>
        </p:nvSpPr>
        <p:spPr>
          <a:xfrm>
            <a:off x="8183497" y="2151241"/>
            <a:ext cx="338956" cy="308317"/>
          </a:xfrm>
          <a:custGeom>
            <a:avLst/>
            <a:gdLst/>
            <a:ahLst/>
            <a:cxnLst/>
            <a:rect l="0" t="0" r="0" b="0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Shape 332">
            <a:extLst>
              <a:ext uri="{FF2B5EF4-FFF2-40B4-BE49-F238E27FC236}">
                <a16:creationId xmlns:a16="http://schemas.microsoft.com/office/drawing/2014/main" id="{6E7BF1B7-90F4-44D5-A1A4-FBAE2A466E3E}"/>
              </a:ext>
            </a:extLst>
          </p:cNvPr>
          <p:cNvSpPr/>
          <p:nvPr userDrawn="1"/>
        </p:nvSpPr>
        <p:spPr>
          <a:xfrm>
            <a:off x="8758269" y="2154293"/>
            <a:ext cx="316510" cy="302214"/>
          </a:xfrm>
          <a:custGeom>
            <a:avLst/>
            <a:gdLst/>
            <a:ahLst/>
            <a:cxnLst/>
            <a:rect l="0" t="0" r="0" b="0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" name="Shape 333">
            <a:extLst>
              <a:ext uri="{FF2B5EF4-FFF2-40B4-BE49-F238E27FC236}">
                <a16:creationId xmlns:a16="http://schemas.microsoft.com/office/drawing/2014/main" id="{20A18867-EE15-4C98-B6A8-C76283F9D7C6}"/>
              </a:ext>
            </a:extLst>
          </p:cNvPr>
          <p:cNvGrpSpPr/>
          <p:nvPr userDrawn="1"/>
        </p:nvGrpSpPr>
        <p:grpSpPr>
          <a:xfrm>
            <a:off x="9305324" y="2133862"/>
            <a:ext cx="349155" cy="349657"/>
            <a:chOff x="5302225" y="968375"/>
            <a:chExt cx="417650" cy="418250"/>
          </a:xfrm>
          <a:solidFill>
            <a:schemeClr val="bg1">
              <a:lumMod val="50000"/>
            </a:schemeClr>
          </a:solidFill>
        </p:grpSpPr>
        <p:sp>
          <p:nvSpPr>
            <p:cNvPr id="79" name="Shape 334">
              <a:extLst>
                <a:ext uri="{FF2B5EF4-FFF2-40B4-BE49-F238E27FC236}">
                  <a16:creationId xmlns:a16="http://schemas.microsoft.com/office/drawing/2014/main" id="{2CFC019A-B9DB-48F3-8D6E-DAB6D0A4D679}"/>
                </a:ext>
              </a:extLst>
            </p:cNvPr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0" t="0" r="0" b="0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Shape 335">
              <a:extLst>
                <a:ext uri="{FF2B5EF4-FFF2-40B4-BE49-F238E27FC236}">
                  <a16:creationId xmlns:a16="http://schemas.microsoft.com/office/drawing/2014/main" id="{03A2518A-737F-492A-9264-A7EE470A0835}"/>
                </a:ext>
              </a:extLst>
            </p:cNvPr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0" t="0" r="0" b="0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Shape 336">
            <a:extLst>
              <a:ext uri="{FF2B5EF4-FFF2-40B4-BE49-F238E27FC236}">
                <a16:creationId xmlns:a16="http://schemas.microsoft.com/office/drawing/2014/main" id="{5395B72F-6DA0-4AAE-B1A3-0614C1CA3DAF}"/>
              </a:ext>
            </a:extLst>
          </p:cNvPr>
          <p:cNvGrpSpPr/>
          <p:nvPr userDrawn="1"/>
        </p:nvGrpSpPr>
        <p:grpSpPr>
          <a:xfrm>
            <a:off x="9826988" y="2094549"/>
            <a:ext cx="432881" cy="421637"/>
            <a:chOff x="5926225" y="921350"/>
            <a:chExt cx="517800" cy="504350"/>
          </a:xfrm>
          <a:solidFill>
            <a:schemeClr val="bg1">
              <a:lumMod val="50000"/>
            </a:schemeClr>
          </a:solidFill>
        </p:grpSpPr>
        <p:sp>
          <p:nvSpPr>
            <p:cNvPr id="82" name="Shape 337">
              <a:extLst>
                <a:ext uri="{FF2B5EF4-FFF2-40B4-BE49-F238E27FC236}">
                  <a16:creationId xmlns:a16="http://schemas.microsoft.com/office/drawing/2014/main" id="{D4A458A7-748C-4129-92EF-299F98D128FD}"/>
                </a:ext>
              </a:extLst>
            </p:cNvPr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0" t="0" r="0" b="0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Shape 338">
              <a:extLst>
                <a:ext uri="{FF2B5EF4-FFF2-40B4-BE49-F238E27FC236}">
                  <a16:creationId xmlns:a16="http://schemas.microsoft.com/office/drawing/2014/main" id="{2C4D0C12-6296-480F-8A32-0E63AE2E55C0}"/>
                </a:ext>
              </a:extLst>
            </p:cNvPr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0" t="0" r="0" b="0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" name="Shape 339">
            <a:extLst>
              <a:ext uri="{FF2B5EF4-FFF2-40B4-BE49-F238E27FC236}">
                <a16:creationId xmlns:a16="http://schemas.microsoft.com/office/drawing/2014/main" id="{4A451CFA-A939-4C42-84CB-018B8595D050}"/>
              </a:ext>
            </a:extLst>
          </p:cNvPr>
          <p:cNvGrpSpPr/>
          <p:nvPr userDrawn="1"/>
        </p:nvGrpSpPr>
        <p:grpSpPr>
          <a:xfrm>
            <a:off x="10404811" y="2102721"/>
            <a:ext cx="404290" cy="405314"/>
            <a:chOff x="6617400" y="931125"/>
            <a:chExt cx="483600" cy="484825"/>
          </a:xfrm>
          <a:solidFill>
            <a:schemeClr val="bg1">
              <a:lumMod val="50000"/>
            </a:schemeClr>
          </a:solidFill>
        </p:grpSpPr>
        <p:sp>
          <p:nvSpPr>
            <p:cNvPr id="85" name="Shape 340">
              <a:extLst>
                <a:ext uri="{FF2B5EF4-FFF2-40B4-BE49-F238E27FC236}">
                  <a16:creationId xmlns:a16="http://schemas.microsoft.com/office/drawing/2014/main" id="{057DA9F9-AC62-4272-A032-A32D113049AB}"/>
                </a:ext>
              </a:extLst>
            </p:cNvPr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0" t="0" r="0" b="0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Shape 341">
              <a:extLst>
                <a:ext uri="{FF2B5EF4-FFF2-40B4-BE49-F238E27FC236}">
                  <a16:creationId xmlns:a16="http://schemas.microsoft.com/office/drawing/2014/main" id="{1019641A-E162-4967-9B41-9F6EEC52EBC7}"/>
                </a:ext>
              </a:extLst>
            </p:cNvPr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0" t="0" r="0" b="0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Shape 342">
            <a:extLst>
              <a:ext uri="{FF2B5EF4-FFF2-40B4-BE49-F238E27FC236}">
                <a16:creationId xmlns:a16="http://schemas.microsoft.com/office/drawing/2014/main" id="{C257C96E-5AB6-4E96-98BE-2B649E658242}"/>
              </a:ext>
            </a:extLst>
          </p:cNvPr>
          <p:cNvGrpSpPr/>
          <p:nvPr userDrawn="1"/>
        </p:nvGrpSpPr>
        <p:grpSpPr>
          <a:xfrm>
            <a:off x="5340218" y="2732083"/>
            <a:ext cx="389994" cy="273623"/>
            <a:chOff x="559275" y="1683950"/>
            <a:chExt cx="466500" cy="327300"/>
          </a:xfrm>
          <a:solidFill>
            <a:schemeClr val="bg1">
              <a:lumMod val="50000"/>
            </a:schemeClr>
          </a:solidFill>
        </p:grpSpPr>
        <p:sp>
          <p:nvSpPr>
            <p:cNvPr id="88" name="Shape 343">
              <a:extLst>
                <a:ext uri="{FF2B5EF4-FFF2-40B4-BE49-F238E27FC236}">
                  <a16:creationId xmlns:a16="http://schemas.microsoft.com/office/drawing/2014/main" id="{B673D918-4EC2-42A2-B3BF-33EF98BE2C1D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0" t="0" r="0" b="0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Shape 344">
              <a:extLst>
                <a:ext uri="{FF2B5EF4-FFF2-40B4-BE49-F238E27FC236}">
                  <a16:creationId xmlns:a16="http://schemas.microsoft.com/office/drawing/2014/main" id="{A7362E7D-6ADC-4805-86D2-1FC4522E4BF9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0" t="0" r="0" b="0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Shape 345">
            <a:extLst>
              <a:ext uri="{FF2B5EF4-FFF2-40B4-BE49-F238E27FC236}">
                <a16:creationId xmlns:a16="http://schemas.microsoft.com/office/drawing/2014/main" id="{FCC055FE-DD66-4812-A589-A065C8259168}"/>
              </a:ext>
            </a:extLst>
          </p:cNvPr>
          <p:cNvGrpSpPr/>
          <p:nvPr userDrawn="1"/>
        </p:nvGrpSpPr>
        <p:grpSpPr>
          <a:xfrm>
            <a:off x="5903745" y="2677993"/>
            <a:ext cx="389994" cy="381822"/>
            <a:chOff x="1233350" y="1619250"/>
            <a:chExt cx="466500" cy="456725"/>
          </a:xfrm>
          <a:solidFill>
            <a:schemeClr val="bg1">
              <a:lumMod val="50000"/>
            </a:schemeClr>
          </a:solidFill>
        </p:grpSpPr>
        <p:sp>
          <p:nvSpPr>
            <p:cNvPr id="91" name="Shape 346">
              <a:extLst>
                <a:ext uri="{FF2B5EF4-FFF2-40B4-BE49-F238E27FC236}">
                  <a16:creationId xmlns:a16="http://schemas.microsoft.com/office/drawing/2014/main" id="{6599F034-19BB-43E7-BA20-106385805E4D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0" t="0" r="0" b="0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Shape 347">
              <a:extLst>
                <a:ext uri="{FF2B5EF4-FFF2-40B4-BE49-F238E27FC236}">
                  <a16:creationId xmlns:a16="http://schemas.microsoft.com/office/drawing/2014/main" id="{70971799-E481-4EB3-9D34-743D561243A1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0" t="0" r="0" b="0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Shape 348">
              <a:extLst>
                <a:ext uri="{FF2B5EF4-FFF2-40B4-BE49-F238E27FC236}">
                  <a16:creationId xmlns:a16="http://schemas.microsoft.com/office/drawing/2014/main" id="{80DAF3D5-1904-4EDA-A38B-D69FA4BA70C2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0" t="0" r="0" b="0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Shape 349">
              <a:extLst>
                <a:ext uri="{FF2B5EF4-FFF2-40B4-BE49-F238E27FC236}">
                  <a16:creationId xmlns:a16="http://schemas.microsoft.com/office/drawing/2014/main" id="{B0B4DFEE-5D5D-4EC3-A89C-12DCC92C622B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0" t="0" r="0" b="0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Shape 350">
            <a:extLst>
              <a:ext uri="{FF2B5EF4-FFF2-40B4-BE49-F238E27FC236}">
                <a16:creationId xmlns:a16="http://schemas.microsoft.com/office/drawing/2014/main" id="{15A0D0EC-CF3B-4E90-BC33-6C8089538BF3}"/>
              </a:ext>
            </a:extLst>
          </p:cNvPr>
          <p:cNvGrpSpPr/>
          <p:nvPr userDrawn="1"/>
        </p:nvGrpSpPr>
        <p:grpSpPr>
          <a:xfrm>
            <a:off x="6479519" y="2686144"/>
            <a:ext cx="365499" cy="365499"/>
            <a:chOff x="1922075" y="1629000"/>
            <a:chExt cx="437200" cy="437200"/>
          </a:xfrm>
          <a:solidFill>
            <a:schemeClr val="bg1">
              <a:lumMod val="50000"/>
            </a:schemeClr>
          </a:solidFill>
        </p:grpSpPr>
        <p:sp>
          <p:nvSpPr>
            <p:cNvPr id="96" name="Shape 351">
              <a:extLst>
                <a:ext uri="{FF2B5EF4-FFF2-40B4-BE49-F238E27FC236}">
                  <a16:creationId xmlns:a16="http://schemas.microsoft.com/office/drawing/2014/main" id="{F798566D-1B5E-405A-8194-4C53E35A1DA6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0" t="0" r="0" b="0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Shape 352">
              <a:extLst>
                <a:ext uri="{FF2B5EF4-FFF2-40B4-BE49-F238E27FC236}">
                  <a16:creationId xmlns:a16="http://schemas.microsoft.com/office/drawing/2014/main" id="{298E0393-715C-43B5-8921-54AEB88E95EF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0" t="0" r="0" b="0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Shape 353">
            <a:extLst>
              <a:ext uri="{FF2B5EF4-FFF2-40B4-BE49-F238E27FC236}">
                <a16:creationId xmlns:a16="http://schemas.microsoft.com/office/drawing/2014/main" id="{23B2C891-9B3B-4972-8738-962918B69D9C}"/>
              </a:ext>
            </a:extLst>
          </p:cNvPr>
          <p:cNvGrpSpPr/>
          <p:nvPr userDrawn="1"/>
        </p:nvGrpSpPr>
        <p:grpSpPr>
          <a:xfrm>
            <a:off x="7041520" y="2684619"/>
            <a:ext cx="368551" cy="368551"/>
            <a:chOff x="2594325" y="1627175"/>
            <a:chExt cx="440850" cy="440850"/>
          </a:xfrm>
          <a:solidFill>
            <a:schemeClr val="bg1">
              <a:lumMod val="50000"/>
            </a:schemeClr>
          </a:solidFill>
        </p:grpSpPr>
        <p:sp>
          <p:nvSpPr>
            <p:cNvPr id="99" name="Shape 354">
              <a:extLst>
                <a:ext uri="{FF2B5EF4-FFF2-40B4-BE49-F238E27FC236}">
                  <a16:creationId xmlns:a16="http://schemas.microsoft.com/office/drawing/2014/main" id="{97333069-ECE1-4C0A-A9FE-B0E8A553D655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0" t="0" r="0" b="0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Shape 355">
              <a:extLst>
                <a:ext uri="{FF2B5EF4-FFF2-40B4-BE49-F238E27FC236}">
                  <a16:creationId xmlns:a16="http://schemas.microsoft.com/office/drawing/2014/main" id="{20F55541-4460-448E-88BF-53F500239F1E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0" t="0" r="0" b="0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Shape 356">
              <a:extLst>
                <a:ext uri="{FF2B5EF4-FFF2-40B4-BE49-F238E27FC236}">
                  <a16:creationId xmlns:a16="http://schemas.microsoft.com/office/drawing/2014/main" id="{FF8CE2B1-1068-46E6-B161-EDC0E73482B7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0" t="0" r="0" b="0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Shape 357">
            <a:extLst>
              <a:ext uri="{FF2B5EF4-FFF2-40B4-BE49-F238E27FC236}">
                <a16:creationId xmlns:a16="http://schemas.microsoft.com/office/drawing/2014/main" id="{3F2C7C83-6CE1-48D9-BA6A-4E1EE62B47F7}"/>
              </a:ext>
            </a:extLst>
          </p:cNvPr>
          <p:cNvSpPr/>
          <p:nvPr userDrawn="1"/>
        </p:nvSpPr>
        <p:spPr>
          <a:xfrm>
            <a:off x="7621475" y="2701016"/>
            <a:ext cx="335905" cy="335884"/>
          </a:xfrm>
          <a:custGeom>
            <a:avLst/>
            <a:gdLst/>
            <a:ahLst/>
            <a:cxnLst/>
            <a:rect l="0" t="0" r="0" b="0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" name="Shape 358">
            <a:extLst>
              <a:ext uri="{FF2B5EF4-FFF2-40B4-BE49-F238E27FC236}">
                <a16:creationId xmlns:a16="http://schemas.microsoft.com/office/drawing/2014/main" id="{CD045681-FAD6-415A-8C3D-B68B7A8D5EFB}"/>
              </a:ext>
            </a:extLst>
          </p:cNvPr>
          <p:cNvGrpSpPr/>
          <p:nvPr userDrawn="1"/>
        </p:nvGrpSpPr>
        <p:grpSpPr>
          <a:xfrm>
            <a:off x="8203288" y="2657052"/>
            <a:ext cx="299121" cy="423685"/>
            <a:chOff x="3984000" y="1594200"/>
            <a:chExt cx="357800" cy="506800"/>
          </a:xfrm>
          <a:solidFill>
            <a:schemeClr val="bg1">
              <a:lumMod val="50000"/>
            </a:schemeClr>
          </a:solidFill>
        </p:grpSpPr>
        <p:sp>
          <p:nvSpPr>
            <p:cNvPr id="104" name="Shape 359">
              <a:extLst>
                <a:ext uri="{FF2B5EF4-FFF2-40B4-BE49-F238E27FC236}">
                  <a16:creationId xmlns:a16="http://schemas.microsoft.com/office/drawing/2014/main" id="{EB91FE57-9340-4D53-99F1-4149F83D6B08}"/>
                </a:ext>
              </a:extLst>
            </p:cNvPr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0" t="0" r="0" b="0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Shape 360">
              <a:extLst>
                <a:ext uri="{FF2B5EF4-FFF2-40B4-BE49-F238E27FC236}">
                  <a16:creationId xmlns:a16="http://schemas.microsoft.com/office/drawing/2014/main" id="{AA873F37-B1E0-402A-A15E-27853E6E9D08}"/>
                </a:ext>
              </a:extLst>
            </p:cNvPr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0" t="0" r="0" b="0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Shape 361">
            <a:extLst>
              <a:ext uri="{FF2B5EF4-FFF2-40B4-BE49-F238E27FC236}">
                <a16:creationId xmlns:a16="http://schemas.microsoft.com/office/drawing/2014/main" id="{59EC2FF6-DDD9-4DFD-BF08-A84877CD64FD}"/>
              </a:ext>
            </a:extLst>
          </p:cNvPr>
          <p:cNvGrpSpPr/>
          <p:nvPr userDrawn="1"/>
        </p:nvGrpSpPr>
        <p:grpSpPr>
          <a:xfrm>
            <a:off x="8719330" y="2747904"/>
            <a:ext cx="394090" cy="241980"/>
            <a:chOff x="4601275" y="1702875"/>
            <a:chExt cx="471400" cy="289450"/>
          </a:xfrm>
          <a:solidFill>
            <a:schemeClr val="bg1">
              <a:lumMod val="50000"/>
            </a:schemeClr>
          </a:solidFill>
        </p:grpSpPr>
        <p:sp>
          <p:nvSpPr>
            <p:cNvPr id="107" name="Shape 362">
              <a:extLst>
                <a:ext uri="{FF2B5EF4-FFF2-40B4-BE49-F238E27FC236}">
                  <a16:creationId xmlns:a16="http://schemas.microsoft.com/office/drawing/2014/main" id="{B4409C67-7AE7-41EC-BC1B-467A0538E76D}"/>
                </a:ext>
              </a:extLst>
            </p:cNvPr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Shape 363">
              <a:extLst>
                <a:ext uri="{FF2B5EF4-FFF2-40B4-BE49-F238E27FC236}">
                  <a16:creationId xmlns:a16="http://schemas.microsoft.com/office/drawing/2014/main" id="{22358BAA-7D1D-4640-9890-07958088CF2C}"/>
                </a:ext>
              </a:extLst>
            </p:cNvPr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Shape 364">
              <a:extLst>
                <a:ext uri="{FF2B5EF4-FFF2-40B4-BE49-F238E27FC236}">
                  <a16:creationId xmlns:a16="http://schemas.microsoft.com/office/drawing/2014/main" id="{5571ABDF-DD45-4A42-A4D9-515F16137DD5}"/>
                </a:ext>
              </a:extLst>
            </p:cNvPr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0" t="0" r="0" b="0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Shape 365">
              <a:extLst>
                <a:ext uri="{FF2B5EF4-FFF2-40B4-BE49-F238E27FC236}">
                  <a16:creationId xmlns:a16="http://schemas.microsoft.com/office/drawing/2014/main" id="{8687F890-FCDB-4D18-8E72-6CDB767EE0BA}"/>
                </a:ext>
              </a:extLst>
            </p:cNvPr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0" t="0" r="0" b="0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Shape 366">
              <a:extLst>
                <a:ext uri="{FF2B5EF4-FFF2-40B4-BE49-F238E27FC236}">
                  <a16:creationId xmlns:a16="http://schemas.microsoft.com/office/drawing/2014/main" id="{02B27969-BA1E-40FE-AE4A-E2FCEF84DD2A}"/>
                </a:ext>
              </a:extLst>
            </p:cNvPr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0" t="0" r="0" b="0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Shape 367">
            <a:extLst>
              <a:ext uri="{FF2B5EF4-FFF2-40B4-BE49-F238E27FC236}">
                <a16:creationId xmlns:a16="http://schemas.microsoft.com/office/drawing/2014/main" id="{2239A4F3-3948-48CC-A07D-D7434D55D06E}"/>
              </a:ext>
            </a:extLst>
          </p:cNvPr>
          <p:cNvGrpSpPr/>
          <p:nvPr userDrawn="1"/>
        </p:nvGrpSpPr>
        <p:grpSpPr>
          <a:xfrm>
            <a:off x="9301750" y="2688694"/>
            <a:ext cx="356303" cy="360400"/>
            <a:chOff x="5297950" y="1632050"/>
            <a:chExt cx="426200" cy="431100"/>
          </a:xfrm>
          <a:solidFill>
            <a:schemeClr val="bg1">
              <a:lumMod val="50000"/>
            </a:schemeClr>
          </a:solidFill>
        </p:grpSpPr>
        <p:sp>
          <p:nvSpPr>
            <p:cNvPr id="113" name="Shape 368">
              <a:extLst>
                <a:ext uri="{FF2B5EF4-FFF2-40B4-BE49-F238E27FC236}">
                  <a16:creationId xmlns:a16="http://schemas.microsoft.com/office/drawing/2014/main" id="{873888A0-F605-426D-BD19-8C71CEC8D15A}"/>
                </a:ext>
              </a:extLst>
            </p:cNvPr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0" t="0" r="0" b="0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Shape 369">
              <a:extLst>
                <a:ext uri="{FF2B5EF4-FFF2-40B4-BE49-F238E27FC236}">
                  <a16:creationId xmlns:a16="http://schemas.microsoft.com/office/drawing/2014/main" id="{324C0FD7-45B8-4ABB-B998-B1648B77A262}"/>
                </a:ext>
              </a:extLst>
            </p:cNvPr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0" t="0" r="0" b="0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Shape 370">
            <a:extLst>
              <a:ext uri="{FF2B5EF4-FFF2-40B4-BE49-F238E27FC236}">
                <a16:creationId xmlns:a16="http://schemas.microsoft.com/office/drawing/2014/main" id="{E02A45C6-90BA-4048-A244-A32B307904D3}"/>
              </a:ext>
            </a:extLst>
          </p:cNvPr>
          <p:cNvGrpSpPr/>
          <p:nvPr userDrawn="1"/>
        </p:nvGrpSpPr>
        <p:grpSpPr>
          <a:xfrm>
            <a:off x="9864253" y="2677993"/>
            <a:ext cx="358351" cy="381822"/>
            <a:chOff x="5970800" y="1619250"/>
            <a:chExt cx="428650" cy="456725"/>
          </a:xfrm>
          <a:solidFill>
            <a:schemeClr val="bg1">
              <a:lumMod val="50000"/>
            </a:schemeClr>
          </a:solidFill>
        </p:grpSpPr>
        <p:sp>
          <p:nvSpPr>
            <p:cNvPr id="116" name="Shape 371">
              <a:extLst>
                <a:ext uri="{FF2B5EF4-FFF2-40B4-BE49-F238E27FC236}">
                  <a16:creationId xmlns:a16="http://schemas.microsoft.com/office/drawing/2014/main" id="{C7F8C2DD-5C73-4600-98C6-645E211160D0}"/>
                </a:ext>
              </a:extLst>
            </p:cNvPr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0" t="0" r="0" b="0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Shape 372">
              <a:extLst>
                <a:ext uri="{FF2B5EF4-FFF2-40B4-BE49-F238E27FC236}">
                  <a16:creationId xmlns:a16="http://schemas.microsoft.com/office/drawing/2014/main" id="{6EE357C9-FA17-4289-98AF-058D38CC2FFA}"/>
                </a:ext>
              </a:extLst>
            </p:cNvPr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0" t="0" r="0" b="0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Shape 373">
              <a:extLst>
                <a:ext uri="{FF2B5EF4-FFF2-40B4-BE49-F238E27FC236}">
                  <a16:creationId xmlns:a16="http://schemas.microsoft.com/office/drawing/2014/main" id="{91D1085A-899E-46BF-887C-B987E0A6DD65}"/>
                </a:ext>
              </a:extLst>
            </p:cNvPr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0" t="0" r="0" b="0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Shape 374">
              <a:extLst>
                <a:ext uri="{FF2B5EF4-FFF2-40B4-BE49-F238E27FC236}">
                  <a16:creationId xmlns:a16="http://schemas.microsoft.com/office/drawing/2014/main" id="{A5485C4C-5378-42EB-B626-2DC41CD0F18D}"/>
                </a:ext>
              </a:extLst>
            </p:cNvPr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0" t="0" r="0" b="0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Shape 375">
              <a:extLst>
                <a:ext uri="{FF2B5EF4-FFF2-40B4-BE49-F238E27FC236}">
                  <a16:creationId xmlns:a16="http://schemas.microsoft.com/office/drawing/2014/main" id="{705A2D10-9FBB-4495-8730-68C39AF798BC}"/>
                </a:ext>
              </a:extLst>
            </p:cNvPr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0" t="0" r="0" b="0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Shape 376">
            <a:extLst>
              <a:ext uri="{FF2B5EF4-FFF2-40B4-BE49-F238E27FC236}">
                <a16:creationId xmlns:a16="http://schemas.microsoft.com/office/drawing/2014/main" id="{E3E62D8B-A438-4359-B082-4DDF7A1DCCB2}"/>
              </a:ext>
            </a:extLst>
          </p:cNvPr>
          <p:cNvGrpSpPr/>
          <p:nvPr userDrawn="1"/>
        </p:nvGrpSpPr>
        <p:grpSpPr>
          <a:xfrm>
            <a:off x="10411457" y="2673395"/>
            <a:ext cx="401719" cy="366502"/>
            <a:chOff x="6625350" y="1613750"/>
            <a:chExt cx="480525" cy="438400"/>
          </a:xfrm>
          <a:solidFill>
            <a:schemeClr val="bg1">
              <a:lumMod val="50000"/>
            </a:schemeClr>
          </a:solidFill>
        </p:grpSpPr>
        <p:sp>
          <p:nvSpPr>
            <p:cNvPr id="122" name="Shape 377">
              <a:extLst>
                <a:ext uri="{FF2B5EF4-FFF2-40B4-BE49-F238E27FC236}">
                  <a16:creationId xmlns:a16="http://schemas.microsoft.com/office/drawing/2014/main" id="{578A3323-A757-4AAE-9B63-0447A2D3E219}"/>
                </a:ext>
              </a:extLst>
            </p:cNvPr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0" t="0" r="0" b="0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Shape 378">
              <a:extLst>
                <a:ext uri="{FF2B5EF4-FFF2-40B4-BE49-F238E27FC236}">
                  <a16:creationId xmlns:a16="http://schemas.microsoft.com/office/drawing/2014/main" id="{E945EB49-DA09-4DDB-B867-1AB5CD761941}"/>
                </a:ext>
              </a:extLst>
            </p:cNvPr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0" t="0" r="0" b="0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Shape 379">
              <a:extLst>
                <a:ext uri="{FF2B5EF4-FFF2-40B4-BE49-F238E27FC236}">
                  <a16:creationId xmlns:a16="http://schemas.microsoft.com/office/drawing/2014/main" id="{912BF9FF-7FD6-4599-93F1-44898C108405}"/>
                </a:ext>
              </a:extLst>
            </p:cNvPr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0" t="0" r="0" b="0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Shape 380">
              <a:extLst>
                <a:ext uri="{FF2B5EF4-FFF2-40B4-BE49-F238E27FC236}">
                  <a16:creationId xmlns:a16="http://schemas.microsoft.com/office/drawing/2014/main" id="{45EAA6BF-B7EA-41BA-9D38-BD180847BF91}"/>
                </a:ext>
              </a:extLst>
            </p:cNvPr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0" t="0" r="0" b="0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Shape 381">
              <a:extLst>
                <a:ext uri="{FF2B5EF4-FFF2-40B4-BE49-F238E27FC236}">
                  <a16:creationId xmlns:a16="http://schemas.microsoft.com/office/drawing/2014/main" id="{F16FE29A-2516-4241-A57F-390CE0EB091F}"/>
                </a:ext>
              </a:extLst>
            </p:cNvPr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0" t="0" r="0" b="0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Shape 382">
            <a:extLst>
              <a:ext uri="{FF2B5EF4-FFF2-40B4-BE49-F238E27FC236}">
                <a16:creationId xmlns:a16="http://schemas.microsoft.com/office/drawing/2014/main" id="{E83863F9-6EE6-489B-8AC1-971BF1062B37}"/>
              </a:ext>
            </a:extLst>
          </p:cNvPr>
          <p:cNvGrpSpPr/>
          <p:nvPr userDrawn="1"/>
        </p:nvGrpSpPr>
        <p:grpSpPr>
          <a:xfrm>
            <a:off x="5383606" y="3269589"/>
            <a:ext cx="303217" cy="325685"/>
            <a:chOff x="611175" y="2326900"/>
            <a:chExt cx="362700" cy="389575"/>
          </a:xfrm>
          <a:solidFill>
            <a:schemeClr val="bg1">
              <a:lumMod val="50000"/>
            </a:schemeClr>
          </a:solidFill>
        </p:grpSpPr>
        <p:sp>
          <p:nvSpPr>
            <p:cNvPr id="128" name="Shape 383">
              <a:extLst>
                <a:ext uri="{FF2B5EF4-FFF2-40B4-BE49-F238E27FC236}">
                  <a16:creationId xmlns:a16="http://schemas.microsoft.com/office/drawing/2014/main" id="{F07C357C-E925-4B26-A698-F844C3AEC41C}"/>
                </a:ext>
              </a:extLst>
            </p:cNvPr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0" t="0" r="0" b="0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Shape 384">
              <a:extLst>
                <a:ext uri="{FF2B5EF4-FFF2-40B4-BE49-F238E27FC236}">
                  <a16:creationId xmlns:a16="http://schemas.microsoft.com/office/drawing/2014/main" id="{EE331BC6-12C1-4F04-A8FF-5FD5439816F1}"/>
                </a:ext>
              </a:extLst>
            </p:cNvPr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0" t="0" r="0" b="0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Shape 385">
              <a:extLst>
                <a:ext uri="{FF2B5EF4-FFF2-40B4-BE49-F238E27FC236}">
                  <a16:creationId xmlns:a16="http://schemas.microsoft.com/office/drawing/2014/main" id="{A0E99035-A99C-4D25-84A5-11038DE9B7C6}"/>
                </a:ext>
              </a:extLst>
            </p:cNvPr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0" t="0" r="0" b="0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Shape 386">
              <a:extLst>
                <a:ext uri="{FF2B5EF4-FFF2-40B4-BE49-F238E27FC236}">
                  <a16:creationId xmlns:a16="http://schemas.microsoft.com/office/drawing/2014/main" id="{DAB9BC4D-9B2F-46DA-97C5-2A66615C0746}"/>
                </a:ext>
              </a:extLst>
            </p:cNvPr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0" t="0" r="0" b="0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Shape 387">
            <a:extLst>
              <a:ext uri="{FF2B5EF4-FFF2-40B4-BE49-F238E27FC236}">
                <a16:creationId xmlns:a16="http://schemas.microsoft.com/office/drawing/2014/main" id="{48648D64-2DCD-4892-AECD-8DFE1900FF49}"/>
              </a:ext>
            </a:extLst>
          </p:cNvPr>
          <p:cNvSpPr/>
          <p:nvPr userDrawn="1"/>
        </p:nvSpPr>
        <p:spPr>
          <a:xfrm>
            <a:off x="5939002" y="3272716"/>
            <a:ext cx="319561" cy="319561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388">
            <a:extLst>
              <a:ext uri="{FF2B5EF4-FFF2-40B4-BE49-F238E27FC236}">
                <a16:creationId xmlns:a16="http://schemas.microsoft.com/office/drawing/2014/main" id="{3A12AFB6-839A-4ADA-9767-50674D7040A5}"/>
              </a:ext>
            </a:extLst>
          </p:cNvPr>
          <p:cNvSpPr/>
          <p:nvPr userDrawn="1"/>
        </p:nvSpPr>
        <p:spPr>
          <a:xfrm>
            <a:off x="6502550" y="3272716"/>
            <a:ext cx="319561" cy="319561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Shape 389">
            <a:extLst>
              <a:ext uri="{FF2B5EF4-FFF2-40B4-BE49-F238E27FC236}">
                <a16:creationId xmlns:a16="http://schemas.microsoft.com/office/drawing/2014/main" id="{E08B6FFD-A675-47C9-A98B-77772AC0DDFC}"/>
              </a:ext>
            </a:extLst>
          </p:cNvPr>
          <p:cNvSpPr/>
          <p:nvPr userDrawn="1"/>
        </p:nvSpPr>
        <p:spPr>
          <a:xfrm>
            <a:off x="7066099" y="3272716"/>
            <a:ext cx="319561" cy="319561"/>
          </a:xfrm>
          <a:custGeom>
            <a:avLst/>
            <a:gdLst/>
            <a:ahLst/>
            <a:cxnLst/>
            <a:rect l="0" t="0" r="0" b="0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Shape 390">
            <a:extLst>
              <a:ext uri="{FF2B5EF4-FFF2-40B4-BE49-F238E27FC236}">
                <a16:creationId xmlns:a16="http://schemas.microsoft.com/office/drawing/2014/main" id="{FF6836A9-D868-4937-BB3B-212486783C04}"/>
              </a:ext>
            </a:extLst>
          </p:cNvPr>
          <p:cNvGrpSpPr/>
          <p:nvPr userDrawn="1"/>
        </p:nvGrpSpPr>
        <p:grpSpPr>
          <a:xfrm>
            <a:off x="7704071" y="3217527"/>
            <a:ext cx="170502" cy="425733"/>
            <a:chOff x="3386850" y="2264625"/>
            <a:chExt cx="203950" cy="509250"/>
          </a:xfrm>
          <a:solidFill>
            <a:schemeClr val="bg1">
              <a:lumMod val="50000"/>
            </a:schemeClr>
          </a:solidFill>
        </p:grpSpPr>
        <p:sp>
          <p:nvSpPr>
            <p:cNvPr id="136" name="Shape 391">
              <a:extLst>
                <a:ext uri="{FF2B5EF4-FFF2-40B4-BE49-F238E27FC236}">
                  <a16:creationId xmlns:a16="http://schemas.microsoft.com/office/drawing/2014/main" id="{C6F68E78-FC96-4555-913D-1872000121D6}"/>
                </a:ext>
              </a:extLst>
            </p:cNvPr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0" t="0" r="0" b="0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Shape 392">
              <a:extLst>
                <a:ext uri="{FF2B5EF4-FFF2-40B4-BE49-F238E27FC236}">
                  <a16:creationId xmlns:a16="http://schemas.microsoft.com/office/drawing/2014/main" id="{0B25BA8A-57CD-4019-8FB1-D4F163AD63A2}"/>
                </a:ext>
              </a:extLst>
            </p:cNvPr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0" t="0" r="0" b="0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" name="Shape 393">
            <a:extLst>
              <a:ext uri="{FF2B5EF4-FFF2-40B4-BE49-F238E27FC236}">
                <a16:creationId xmlns:a16="http://schemas.microsoft.com/office/drawing/2014/main" id="{4DCB0CC5-17F3-4C6F-AD9E-BAF2EA94497E}"/>
              </a:ext>
            </a:extLst>
          </p:cNvPr>
          <p:cNvGrpSpPr/>
          <p:nvPr userDrawn="1"/>
        </p:nvGrpSpPr>
        <p:grpSpPr>
          <a:xfrm>
            <a:off x="8846444" y="3271637"/>
            <a:ext cx="139863" cy="317513"/>
            <a:chOff x="4753325" y="2329350"/>
            <a:chExt cx="167300" cy="379800"/>
          </a:xfrm>
          <a:solidFill>
            <a:schemeClr val="bg1">
              <a:lumMod val="50000"/>
            </a:schemeClr>
          </a:solidFill>
        </p:grpSpPr>
        <p:sp>
          <p:nvSpPr>
            <p:cNvPr id="139" name="Shape 394">
              <a:extLst>
                <a:ext uri="{FF2B5EF4-FFF2-40B4-BE49-F238E27FC236}">
                  <a16:creationId xmlns:a16="http://schemas.microsoft.com/office/drawing/2014/main" id="{85846C05-D281-495D-ADEF-CC75E7DB3A08}"/>
                </a:ext>
              </a:extLst>
            </p:cNvPr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0" t="0" r="0" b="0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Shape 395">
              <a:extLst>
                <a:ext uri="{FF2B5EF4-FFF2-40B4-BE49-F238E27FC236}">
                  <a16:creationId xmlns:a16="http://schemas.microsoft.com/office/drawing/2014/main" id="{41CC81D3-36B8-4CCD-BFF5-9EC5331D79D6}"/>
                </a:ext>
              </a:extLst>
            </p:cNvPr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0" t="0" r="0" b="0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" name="Shape 396">
            <a:extLst>
              <a:ext uri="{FF2B5EF4-FFF2-40B4-BE49-F238E27FC236}">
                <a16:creationId xmlns:a16="http://schemas.microsoft.com/office/drawing/2014/main" id="{372B5BBF-0DDC-41BF-B244-885B34D764EF}"/>
              </a:ext>
            </a:extLst>
          </p:cNvPr>
          <p:cNvGrpSpPr/>
          <p:nvPr userDrawn="1"/>
        </p:nvGrpSpPr>
        <p:grpSpPr>
          <a:xfrm>
            <a:off x="8280347" y="3219554"/>
            <a:ext cx="145004" cy="421658"/>
            <a:chOff x="4076175" y="2267050"/>
            <a:chExt cx="173450" cy="504375"/>
          </a:xfrm>
          <a:solidFill>
            <a:schemeClr val="bg1">
              <a:lumMod val="50000"/>
            </a:schemeClr>
          </a:solidFill>
        </p:grpSpPr>
        <p:sp>
          <p:nvSpPr>
            <p:cNvPr id="142" name="Shape 397">
              <a:extLst>
                <a:ext uri="{FF2B5EF4-FFF2-40B4-BE49-F238E27FC236}">
                  <a16:creationId xmlns:a16="http://schemas.microsoft.com/office/drawing/2014/main" id="{10206603-B91B-4480-9908-A4A13E5AA4EC}"/>
                </a:ext>
              </a:extLst>
            </p:cNvPr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0" t="0" r="0" b="0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Shape 398">
              <a:extLst>
                <a:ext uri="{FF2B5EF4-FFF2-40B4-BE49-F238E27FC236}">
                  <a16:creationId xmlns:a16="http://schemas.microsoft.com/office/drawing/2014/main" id="{91BC5A43-53DE-4588-AC24-3B01F897D893}"/>
                </a:ext>
              </a:extLst>
            </p:cNvPr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0" t="0" r="0" b="0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" name="Shape 399">
            <a:extLst>
              <a:ext uri="{FF2B5EF4-FFF2-40B4-BE49-F238E27FC236}">
                <a16:creationId xmlns:a16="http://schemas.microsoft.com/office/drawing/2014/main" id="{F8980570-A725-416A-AEBF-F623A80775FE}"/>
              </a:ext>
            </a:extLst>
          </p:cNvPr>
          <p:cNvSpPr/>
          <p:nvPr userDrawn="1"/>
        </p:nvSpPr>
        <p:spPr>
          <a:xfrm>
            <a:off x="9320292" y="3264042"/>
            <a:ext cx="319561" cy="336908"/>
          </a:xfrm>
          <a:custGeom>
            <a:avLst/>
            <a:gdLst/>
            <a:ahLst/>
            <a:cxnLst/>
            <a:rect l="0" t="0" r="0" b="0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" name="Shape 400">
            <a:extLst>
              <a:ext uri="{FF2B5EF4-FFF2-40B4-BE49-F238E27FC236}">
                <a16:creationId xmlns:a16="http://schemas.microsoft.com/office/drawing/2014/main" id="{A22B6767-2E0C-465D-874A-B82DB7A19202}"/>
              </a:ext>
            </a:extLst>
          </p:cNvPr>
          <p:cNvGrpSpPr/>
          <p:nvPr userDrawn="1"/>
        </p:nvGrpSpPr>
        <p:grpSpPr>
          <a:xfrm>
            <a:off x="9867827" y="3270091"/>
            <a:ext cx="351204" cy="324661"/>
            <a:chOff x="5975075" y="2327500"/>
            <a:chExt cx="420100" cy="388350"/>
          </a:xfrm>
          <a:solidFill>
            <a:schemeClr val="bg1">
              <a:lumMod val="50000"/>
            </a:schemeClr>
          </a:solidFill>
        </p:grpSpPr>
        <p:sp>
          <p:nvSpPr>
            <p:cNvPr id="146" name="Shape 401">
              <a:extLst>
                <a:ext uri="{FF2B5EF4-FFF2-40B4-BE49-F238E27FC236}">
                  <a16:creationId xmlns:a16="http://schemas.microsoft.com/office/drawing/2014/main" id="{E538F245-81AA-4FD3-875A-2D6A818C9231}"/>
                </a:ext>
              </a:extLst>
            </p:cNvPr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0" t="0" r="0" b="0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Shape 402">
              <a:extLst>
                <a:ext uri="{FF2B5EF4-FFF2-40B4-BE49-F238E27FC236}">
                  <a16:creationId xmlns:a16="http://schemas.microsoft.com/office/drawing/2014/main" id="{D114FC99-E366-4692-BE3D-24199A968DB2}"/>
                </a:ext>
              </a:extLst>
            </p:cNvPr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0" t="0" r="0" b="0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" name="Shape 403">
            <a:extLst>
              <a:ext uri="{FF2B5EF4-FFF2-40B4-BE49-F238E27FC236}">
                <a16:creationId xmlns:a16="http://schemas.microsoft.com/office/drawing/2014/main" id="{A8B6F465-5E3D-4B2F-B3F8-8FD93A106C56}"/>
              </a:ext>
            </a:extLst>
          </p:cNvPr>
          <p:cNvGrpSpPr/>
          <p:nvPr userDrawn="1"/>
        </p:nvGrpSpPr>
        <p:grpSpPr>
          <a:xfrm>
            <a:off x="10499237" y="3260393"/>
            <a:ext cx="215437" cy="351204"/>
            <a:chOff x="6730350" y="2315900"/>
            <a:chExt cx="257700" cy="420100"/>
          </a:xfrm>
          <a:solidFill>
            <a:schemeClr val="bg1">
              <a:lumMod val="50000"/>
            </a:schemeClr>
          </a:solidFill>
        </p:grpSpPr>
        <p:sp>
          <p:nvSpPr>
            <p:cNvPr id="149" name="Shape 404">
              <a:extLst>
                <a:ext uri="{FF2B5EF4-FFF2-40B4-BE49-F238E27FC236}">
                  <a16:creationId xmlns:a16="http://schemas.microsoft.com/office/drawing/2014/main" id="{5355C3AA-2743-4293-919E-5779D6423980}"/>
                </a:ext>
              </a:extLst>
            </p:cNvPr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0" t="0" r="0" b="0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Shape 405">
              <a:extLst>
                <a:ext uri="{FF2B5EF4-FFF2-40B4-BE49-F238E27FC236}">
                  <a16:creationId xmlns:a16="http://schemas.microsoft.com/office/drawing/2014/main" id="{9F4A3744-5F79-40CD-B8A6-A99D33F60F4C}"/>
                </a:ext>
              </a:extLst>
            </p:cNvPr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0" t="0" r="0" b="0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Shape 406">
              <a:extLst>
                <a:ext uri="{FF2B5EF4-FFF2-40B4-BE49-F238E27FC236}">
                  <a16:creationId xmlns:a16="http://schemas.microsoft.com/office/drawing/2014/main" id="{09C7AA60-DC3E-4BAD-995F-580F65139C77}"/>
                </a:ext>
              </a:extLst>
            </p:cNvPr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0" t="0" r="0" b="0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Shape 407">
              <a:extLst>
                <a:ext uri="{FF2B5EF4-FFF2-40B4-BE49-F238E27FC236}">
                  <a16:creationId xmlns:a16="http://schemas.microsoft.com/office/drawing/2014/main" id="{CC95D045-35E8-4876-8207-33B0015B9446}"/>
                </a:ext>
              </a:extLst>
            </p:cNvPr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0" t="0" r="0" b="0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Shape 408">
              <a:extLst>
                <a:ext uri="{FF2B5EF4-FFF2-40B4-BE49-F238E27FC236}">
                  <a16:creationId xmlns:a16="http://schemas.microsoft.com/office/drawing/2014/main" id="{CBE7D3D2-858B-46FF-924F-39124AF3C4DF}"/>
                </a:ext>
              </a:extLst>
            </p:cNvPr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0" t="0" r="0" b="0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" name="Shape 409">
            <a:extLst>
              <a:ext uri="{FF2B5EF4-FFF2-40B4-BE49-F238E27FC236}">
                <a16:creationId xmlns:a16="http://schemas.microsoft.com/office/drawing/2014/main" id="{F90E347A-07CE-4B3B-A040-57145D5902B8}"/>
              </a:ext>
            </a:extLst>
          </p:cNvPr>
          <p:cNvGrpSpPr/>
          <p:nvPr userDrawn="1"/>
        </p:nvGrpSpPr>
        <p:grpSpPr>
          <a:xfrm>
            <a:off x="5480582" y="3796875"/>
            <a:ext cx="109265" cy="398166"/>
            <a:chOff x="727175" y="2957625"/>
            <a:chExt cx="130700" cy="476275"/>
          </a:xfrm>
          <a:solidFill>
            <a:schemeClr val="bg1">
              <a:lumMod val="50000"/>
            </a:schemeClr>
          </a:solidFill>
        </p:grpSpPr>
        <p:sp>
          <p:nvSpPr>
            <p:cNvPr id="155" name="Shape 410">
              <a:extLst>
                <a:ext uri="{FF2B5EF4-FFF2-40B4-BE49-F238E27FC236}">
                  <a16:creationId xmlns:a16="http://schemas.microsoft.com/office/drawing/2014/main" id="{5B3B3879-A644-4BD7-AE4D-4F4BB79C4547}"/>
                </a:ext>
              </a:extLst>
            </p:cNvPr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0" t="0" r="0" b="0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Shape 411">
              <a:extLst>
                <a:ext uri="{FF2B5EF4-FFF2-40B4-BE49-F238E27FC236}">
                  <a16:creationId xmlns:a16="http://schemas.microsoft.com/office/drawing/2014/main" id="{DC5C81C9-437D-4AA7-AF14-8E8389E53DCB}"/>
                </a:ext>
              </a:extLst>
            </p:cNvPr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0" t="0" r="0" b="0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Shape 412">
            <a:extLst>
              <a:ext uri="{FF2B5EF4-FFF2-40B4-BE49-F238E27FC236}">
                <a16:creationId xmlns:a16="http://schemas.microsoft.com/office/drawing/2014/main" id="{7BD194C7-7CDB-4F3A-8865-E0E03A4FB67E}"/>
              </a:ext>
            </a:extLst>
          </p:cNvPr>
          <p:cNvSpPr/>
          <p:nvPr userDrawn="1"/>
        </p:nvSpPr>
        <p:spPr>
          <a:xfrm>
            <a:off x="6494901" y="3781149"/>
            <a:ext cx="334860" cy="429809"/>
          </a:xfrm>
          <a:custGeom>
            <a:avLst/>
            <a:gdLst/>
            <a:ahLst/>
            <a:cxnLst/>
            <a:rect l="0" t="0" r="0" b="0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Shape 413">
            <a:extLst>
              <a:ext uri="{FF2B5EF4-FFF2-40B4-BE49-F238E27FC236}">
                <a16:creationId xmlns:a16="http://schemas.microsoft.com/office/drawing/2014/main" id="{EDF44DDF-2AC0-4E53-8EA7-902F0062E0A7}"/>
              </a:ext>
            </a:extLst>
          </p:cNvPr>
          <p:cNvSpPr/>
          <p:nvPr userDrawn="1"/>
        </p:nvSpPr>
        <p:spPr>
          <a:xfrm>
            <a:off x="5974742" y="3781149"/>
            <a:ext cx="248083" cy="429809"/>
          </a:xfrm>
          <a:custGeom>
            <a:avLst/>
            <a:gdLst/>
            <a:ahLst/>
            <a:cxnLst/>
            <a:rect l="0" t="0" r="0" b="0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" name="Shape 414">
            <a:extLst>
              <a:ext uri="{FF2B5EF4-FFF2-40B4-BE49-F238E27FC236}">
                <a16:creationId xmlns:a16="http://schemas.microsoft.com/office/drawing/2014/main" id="{4433E834-F717-4616-9C55-540C2941C688}"/>
              </a:ext>
            </a:extLst>
          </p:cNvPr>
          <p:cNvGrpSpPr/>
          <p:nvPr userDrawn="1"/>
        </p:nvGrpSpPr>
        <p:grpSpPr>
          <a:xfrm>
            <a:off x="7032324" y="3809624"/>
            <a:ext cx="386943" cy="372647"/>
            <a:chOff x="2583325" y="2972875"/>
            <a:chExt cx="462850" cy="445750"/>
          </a:xfrm>
          <a:solidFill>
            <a:schemeClr val="bg1">
              <a:lumMod val="50000"/>
            </a:schemeClr>
          </a:solidFill>
        </p:grpSpPr>
        <p:sp>
          <p:nvSpPr>
            <p:cNvPr id="160" name="Shape 415">
              <a:extLst>
                <a:ext uri="{FF2B5EF4-FFF2-40B4-BE49-F238E27FC236}">
                  <a16:creationId xmlns:a16="http://schemas.microsoft.com/office/drawing/2014/main" id="{18965A0B-6C55-4430-85A3-B053773A340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0" t="0" r="0" b="0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Shape 416">
              <a:extLst>
                <a:ext uri="{FF2B5EF4-FFF2-40B4-BE49-F238E27FC236}">
                  <a16:creationId xmlns:a16="http://schemas.microsoft.com/office/drawing/2014/main" id="{2D3766CB-00A7-4A49-9D09-1E2BC4757286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0" t="0" r="0" b="0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" name="Shape 417">
            <a:extLst>
              <a:ext uri="{FF2B5EF4-FFF2-40B4-BE49-F238E27FC236}">
                <a16:creationId xmlns:a16="http://schemas.microsoft.com/office/drawing/2014/main" id="{994F2156-E9F2-45BE-AFBF-A7E7A4AA0BC1}"/>
              </a:ext>
            </a:extLst>
          </p:cNvPr>
          <p:cNvGrpSpPr/>
          <p:nvPr userDrawn="1"/>
        </p:nvGrpSpPr>
        <p:grpSpPr>
          <a:xfrm>
            <a:off x="7582579" y="3865281"/>
            <a:ext cx="413486" cy="261355"/>
            <a:chOff x="3241525" y="3039450"/>
            <a:chExt cx="494600" cy="312625"/>
          </a:xfrm>
          <a:solidFill>
            <a:schemeClr val="bg1">
              <a:lumMod val="50000"/>
            </a:schemeClr>
          </a:solidFill>
        </p:grpSpPr>
        <p:sp>
          <p:nvSpPr>
            <p:cNvPr id="163" name="Shape 418">
              <a:extLst>
                <a:ext uri="{FF2B5EF4-FFF2-40B4-BE49-F238E27FC236}">
                  <a16:creationId xmlns:a16="http://schemas.microsoft.com/office/drawing/2014/main" id="{5177A4D9-0DBA-44DC-80B9-6D52D9483419}"/>
                </a:ext>
              </a:extLst>
            </p:cNvPr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0" t="0" r="0" b="0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Shape 419">
              <a:extLst>
                <a:ext uri="{FF2B5EF4-FFF2-40B4-BE49-F238E27FC236}">
                  <a16:creationId xmlns:a16="http://schemas.microsoft.com/office/drawing/2014/main" id="{2EC9B4AE-DE1F-4F19-9EC2-0454D69617C6}"/>
                </a:ext>
              </a:extLst>
            </p:cNvPr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0" t="0" r="0" b="0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Shape 420">
            <a:extLst>
              <a:ext uri="{FF2B5EF4-FFF2-40B4-BE49-F238E27FC236}">
                <a16:creationId xmlns:a16="http://schemas.microsoft.com/office/drawing/2014/main" id="{C3613A91-6D99-417B-9D31-E58F3BF56696}"/>
              </a:ext>
            </a:extLst>
          </p:cNvPr>
          <p:cNvSpPr/>
          <p:nvPr userDrawn="1"/>
        </p:nvSpPr>
        <p:spPr>
          <a:xfrm>
            <a:off x="8738873" y="3818415"/>
            <a:ext cx="355300" cy="355279"/>
          </a:xfrm>
          <a:custGeom>
            <a:avLst/>
            <a:gdLst/>
            <a:ahLst/>
            <a:cxnLst/>
            <a:rect l="0" t="0" r="0" b="0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Shape 421">
            <a:extLst>
              <a:ext uri="{FF2B5EF4-FFF2-40B4-BE49-F238E27FC236}">
                <a16:creationId xmlns:a16="http://schemas.microsoft.com/office/drawing/2014/main" id="{BED523E8-1194-4CDA-B1BE-D23A5E120EE7}"/>
              </a:ext>
            </a:extLst>
          </p:cNvPr>
          <p:cNvGrpSpPr/>
          <p:nvPr userDrawn="1"/>
        </p:nvGrpSpPr>
        <p:grpSpPr>
          <a:xfrm>
            <a:off x="9266011" y="3837714"/>
            <a:ext cx="427781" cy="316489"/>
            <a:chOff x="5255200" y="3006475"/>
            <a:chExt cx="511700" cy="378575"/>
          </a:xfrm>
          <a:solidFill>
            <a:schemeClr val="bg1">
              <a:lumMod val="50000"/>
            </a:schemeClr>
          </a:solidFill>
        </p:grpSpPr>
        <p:sp>
          <p:nvSpPr>
            <p:cNvPr id="167" name="Shape 422">
              <a:extLst>
                <a:ext uri="{FF2B5EF4-FFF2-40B4-BE49-F238E27FC236}">
                  <a16:creationId xmlns:a16="http://schemas.microsoft.com/office/drawing/2014/main" id="{FBE2227A-1262-4D3E-8CBC-BDDA98CEB52C}"/>
                </a:ext>
              </a:extLst>
            </p:cNvPr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0" t="0" r="0" b="0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Shape 423">
              <a:extLst>
                <a:ext uri="{FF2B5EF4-FFF2-40B4-BE49-F238E27FC236}">
                  <a16:creationId xmlns:a16="http://schemas.microsoft.com/office/drawing/2014/main" id="{55E03ADC-1F2F-4B5B-964E-4F4EA0541B48}"/>
                </a:ext>
              </a:extLst>
            </p:cNvPr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0" t="0" r="0" b="0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" name="Shape 424">
            <a:extLst>
              <a:ext uri="{FF2B5EF4-FFF2-40B4-BE49-F238E27FC236}">
                <a16:creationId xmlns:a16="http://schemas.microsoft.com/office/drawing/2014/main" id="{E1DD8DEA-AA0C-4E85-96B3-31293A12E7D6}"/>
              </a:ext>
            </a:extLst>
          </p:cNvPr>
          <p:cNvGrpSpPr/>
          <p:nvPr userDrawn="1"/>
        </p:nvGrpSpPr>
        <p:grpSpPr>
          <a:xfrm>
            <a:off x="8179797" y="3819343"/>
            <a:ext cx="346104" cy="353231"/>
            <a:chOff x="3955900" y="2984500"/>
            <a:chExt cx="414000" cy="422525"/>
          </a:xfrm>
          <a:solidFill>
            <a:schemeClr val="bg1">
              <a:lumMod val="50000"/>
            </a:schemeClr>
          </a:solidFill>
        </p:grpSpPr>
        <p:sp>
          <p:nvSpPr>
            <p:cNvPr id="170" name="Shape 425">
              <a:extLst>
                <a:ext uri="{FF2B5EF4-FFF2-40B4-BE49-F238E27FC236}">
                  <a16:creationId xmlns:a16="http://schemas.microsoft.com/office/drawing/2014/main" id="{0C31B8FC-86D6-4B4F-BE33-1C47908B5916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0" t="0" r="0" b="0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Shape 426">
              <a:extLst>
                <a:ext uri="{FF2B5EF4-FFF2-40B4-BE49-F238E27FC236}">
                  <a16:creationId xmlns:a16="http://schemas.microsoft.com/office/drawing/2014/main" id="{1830866B-747A-405F-B3F6-874EA7377189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0" t="0" r="0" b="0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Shape 427">
              <a:extLst>
                <a:ext uri="{FF2B5EF4-FFF2-40B4-BE49-F238E27FC236}">
                  <a16:creationId xmlns:a16="http://schemas.microsoft.com/office/drawing/2014/main" id="{308CB2C6-A923-4621-B44F-189E046EF64C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0" t="0" r="0" b="0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Shape 428">
            <a:extLst>
              <a:ext uri="{FF2B5EF4-FFF2-40B4-BE49-F238E27FC236}">
                <a16:creationId xmlns:a16="http://schemas.microsoft.com/office/drawing/2014/main" id="{0DBEBA11-ADB9-4544-B739-32FF9429874B}"/>
              </a:ext>
            </a:extLst>
          </p:cNvPr>
          <p:cNvSpPr/>
          <p:nvPr userDrawn="1"/>
        </p:nvSpPr>
        <p:spPr>
          <a:xfrm>
            <a:off x="5343810" y="4407484"/>
            <a:ext cx="386922" cy="304241"/>
          </a:xfrm>
          <a:custGeom>
            <a:avLst/>
            <a:gdLst/>
            <a:ahLst/>
            <a:cxnLst/>
            <a:rect l="0" t="0" r="0" b="0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Shape 429">
            <a:extLst>
              <a:ext uri="{FF2B5EF4-FFF2-40B4-BE49-F238E27FC236}">
                <a16:creationId xmlns:a16="http://schemas.microsoft.com/office/drawing/2014/main" id="{F652AB60-6C44-43C5-87BD-A3A3210F9474}"/>
              </a:ext>
            </a:extLst>
          </p:cNvPr>
          <p:cNvSpPr/>
          <p:nvPr userDrawn="1"/>
        </p:nvSpPr>
        <p:spPr>
          <a:xfrm>
            <a:off x="9908858" y="3802071"/>
            <a:ext cx="269526" cy="387967"/>
          </a:xfrm>
          <a:custGeom>
            <a:avLst/>
            <a:gdLst/>
            <a:ahLst/>
            <a:cxnLst/>
            <a:rect l="0" t="0" r="0" b="0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" name="Shape 430">
            <a:extLst>
              <a:ext uri="{FF2B5EF4-FFF2-40B4-BE49-F238E27FC236}">
                <a16:creationId xmlns:a16="http://schemas.microsoft.com/office/drawing/2014/main" id="{51989C36-BE03-48B0-B7D4-FFCB67838320}"/>
              </a:ext>
            </a:extLst>
          </p:cNvPr>
          <p:cNvGrpSpPr/>
          <p:nvPr userDrawn="1"/>
        </p:nvGrpSpPr>
        <p:grpSpPr>
          <a:xfrm>
            <a:off x="10474742" y="3814222"/>
            <a:ext cx="264427" cy="375719"/>
            <a:chOff x="6701050" y="2978375"/>
            <a:chExt cx="316300" cy="449425"/>
          </a:xfrm>
          <a:solidFill>
            <a:schemeClr val="bg1">
              <a:lumMod val="50000"/>
            </a:schemeClr>
          </a:solidFill>
        </p:grpSpPr>
        <p:sp>
          <p:nvSpPr>
            <p:cNvPr id="176" name="Shape 431">
              <a:extLst>
                <a:ext uri="{FF2B5EF4-FFF2-40B4-BE49-F238E27FC236}">
                  <a16:creationId xmlns:a16="http://schemas.microsoft.com/office/drawing/2014/main" id="{63E4EFB0-0A07-4218-8585-A09A5531E425}"/>
                </a:ext>
              </a:extLst>
            </p:cNvPr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0" t="0" r="0" b="0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Shape 432">
              <a:extLst>
                <a:ext uri="{FF2B5EF4-FFF2-40B4-BE49-F238E27FC236}">
                  <a16:creationId xmlns:a16="http://schemas.microsoft.com/office/drawing/2014/main" id="{DBED96F4-1194-431C-9600-9C25280FBBD5}"/>
                </a:ext>
              </a:extLst>
            </p:cNvPr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0" t="0" r="0" b="0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" name="Shape 433">
            <a:extLst>
              <a:ext uri="{FF2B5EF4-FFF2-40B4-BE49-F238E27FC236}">
                <a16:creationId xmlns:a16="http://schemas.microsoft.com/office/drawing/2014/main" id="{040A3850-62A3-4ECF-98E4-0F531D4A6D88}"/>
              </a:ext>
            </a:extLst>
          </p:cNvPr>
          <p:cNvGrpSpPr/>
          <p:nvPr userDrawn="1"/>
        </p:nvGrpSpPr>
        <p:grpSpPr>
          <a:xfrm>
            <a:off x="5910370" y="4432883"/>
            <a:ext cx="376743" cy="253204"/>
            <a:chOff x="1241275" y="3718400"/>
            <a:chExt cx="450650" cy="302875"/>
          </a:xfrm>
          <a:solidFill>
            <a:schemeClr val="bg1">
              <a:lumMod val="50000"/>
            </a:schemeClr>
          </a:solidFill>
        </p:grpSpPr>
        <p:sp>
          <p:nvSpPr>
            <p:cNvPr id="179" name="Shape 434">
              <a:extLst>
                <a:ext uri="{FF2B5EF4-FFF2-40B4-BE49-F238E27FC236}">
                  <a16:creationId xmlns:a16="http://schemas.microsoft.com/office/drawing/2014/main" id="{849B60BD-96C0-4350-8137-9F80469669CD}"/>
                </a:ext>
              </a:extLst>
            </p:cNvPr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0" t="0" r="0" b="0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Shape 435">
              <a:extLst>
                <a:ext uri="{FF2B5EF4-FFF2-40B4-BE49-F238E27FC236}">
                  <a16:creationId xmlns:a16="http://schemas.microsoft.com/office/drawing/2014/main" id="{64BA8215-58CB-4E4A-BFBF-4494142F9DD9}"/>
                </a:ext>
              </a:extLst>
            </p:cNvPr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0" t="0" r="0" b="0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Shape 436">
              <a:extLst>
                <a:ext uri="{FF2B5EF4-FFF2-40B4-BE49-F238E27FC236}">
                  <a16:creationId xmlns:a16="http://schemas.microsoft.com/office/drawing/2014/main" id="{7F6CE63D-C262-4FE4-AB7A-7361A809A2A6}"/>
                </a:ext>
              </a:extLst>
            </p:cNvPr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0" t="0" r="0" b="0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Shape 437">
              <a:extLst>
                <a:ext uri="{FF2B5EF4-FFF2-40B4-BE49-F238E27FC236}">
                  <a16:creationId xmlns:a16="http://schemas.microsoft.com/office/drawing/2014/main" id="{04282B9E-3F59-4422-B8EC-29FA4851A594}"/>
                </a:ext>
              </a:extLst>
            </p:cNvPr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0" t="0" r="0" b="0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Shape 438">
            <a:extLst>
              <a:ext uri="{FF2B5EF4-FFF2-40B4-BE49-F238E27FC236}">
                <a16:creationId xmlns:a16="http://schemas.microsoft.com/office/drawing/2014/main" id="{E566DEF6-C739-4E33-93F7-8117CCE15B72}"/>
              </a:ext>
            </a:extLst>
          </p:cNvPr>
          <p:cNvGrpSpPr/>
          <p:nvPr userDrawn="1"/>
        </p:nvGrpSpPr>
        <p:grpSpPr>
          <a:xfrm>
            <a:off x="6479017" y="4413488"/>
            <a:ext cx="366502" cy="292496"/>
            <a:chOff x="1921475" y="3695200"/>
            <a:chExt cx="438400" cy="349875"/>
          </a:xfrm>
          <a:solidFill>
            <a:schemeClr val="bg1">
              <a:lumMod val="50000"/>
            </a:schemeClr>
          </a:solidFill>
        </p:grpSpPr>
        <p:sp>
          <p:nvSpPr>
            <p:cNvPr id="184" name="Shape 439">
              <a:extLst>
                <a:ext uri="{FF2B5EF4-FFF2-40B4-BE49-F238E27FC236}">
                  <a16:creationId xmlns:a16="http://schemas.microsoft.com/office/drawing/2014/main" id="{CB4DEC77-9C9F-4D6F-AD46-28A420420E2E}"/>
                </a:ext>
              </a:extLst>
            </p:cNvPr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0" t="0" r="0" b="0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Shape 440">
              <a:extLst>
                <a:ext uri="{FF2B5EF4-FFF2-40B4-BE49-F238E27FC236}">
                  <a16:creationId xmlns:a16="http://schemas.microsoft.com/office/drawing/2014/main" id="{50DE9007-ECCE-4D9F-BC61-07C166D6CC79}"/>
                </a:ext>
              </a:extLst>
            </p:cNvPr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0" t="0" r="0" b="0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Shape 441">
              <a:extLst>
                <a:ext uri="{FF2B5EF4-FFF2-40B4-BE49-F238E27FC236}">
                  <a16:creationId xmlns:a16="http://schemas.microsoft.com/office/drawing/2014/main" id="{A75845AA-1196-4985-AE4E-E3F8D223EA00}"/>
                </a:ext>
              </a:extLst>
            </p:cNvPr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0" t="0" r="0" b="0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" name="Shape 442">
            <a:extLst>
              <a:ext uri="{FF2B5EF4-FFF2-40B4-BE49-F238E27FC236}">
                <a16:creationId xmlns:a16="http://schemas.microsoft.com/office/drawing/2014/main" id="{5E258978-5EC0-4EFE-8648-C2F7F910F05D}"/>
              </a:ext>
            </a:extLst>
          </p:cNvPr>
          <p:cNvGrpSpPr/>
          <p:nvPr userDrawn="1"/>
        </p:nvGrpSpPr>
        <p:grpSpPr>
          <a:xfrm>
            <a:off x="7046118" y="4408890"/>
            <a:ext cx="359355" cy="301190"/>
            <a:chOff x="2599825" y="3689700"/>
            <a:chExt cx="429850" cy="360275"/>
          </a:xfrm>
          <a:solidFill>
            <a:schemeClr val="bg1">
              <a:lumMod val="50000"/>
            </a:schemeClr>
          </a:solidFill>
        </p:grpSpPr>
        <p:sp>
          <p:nvSpPr>
            <p:cNvPr id="188" name="Shape 443">
              <a:extLst>
                <a:ext uri="{FF2B5EF4-FFF2-40B4-BE49-F238E27FC236}">
                  <a16:creationId xmlns:a16="http://schemas.microsoft.com/office/drawing/2014/main" id="{F04865EE-02AF-457A-A487-53DF0245E1CC}"/>
                </a:ext>
              </a:extLst>
            </p:cNvPr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0" t="0" r="0" b="0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Shape 444">
              <a:extLst>
                <a:ext uri="{FF2B5EF4-FFF2-40B4-BE49-F238E27FC236}">
                  <a16:creationId xmlns:a16="http://schemas.microsoft.com/office/drawing/2014/main" id="{B80E3048-D7E4-466D-8F1D-0E8EDC9FCDD6}"/>
                </a:ext>
              </a:extLst>
            </p:cNvPr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0" t="0" r="0" b="0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" name="Shape 445">
            <a:extLst>
              <a:ext uri="{FF2B5EF4-FFF2-40B4-BE49-F238E27FC236}">
                <a16:creationId xmlns:a16="http://schemas.microsoft.com/office/drawing/2014/main" id="{8DDFA2D4-A3A2-4F4C-A9BC-AABA6AC01F88}"/>
              </a:ext>
            </a:extLst>
          </p:cNvPr>
          <p:cNvGrpSpPr/>
          <p:nvPr userDrawn="1"/>
        </p:nvGrpSpPr>
        <p:grpSpPr>
          <a:xfrm>
            <a:off x="7626992" y="4377749"/>
            <a:ext cx="324661" cy="338956"/>
            <a:chOff x="3294650" y="3652450"/>
            <a:chExt cx="388350" cy="405450"/>
          </a:xfrm>
          <a:solidFill>
            <a:schemeClr val="bg1">
              <a:lumMod val="50000"/>
            </a:schemeClr>
          </a:solidFill>
        </p:grpSpPr>
        <p:sp>
          <p:nvSpPr>
            <p:cNvPr id="191" name="Shape 446">
              <a:extLst>
                <a:ext uri="{FF2B5EF4-FFF2-40B4-BE49-F238E27FC236}">
                  <a16:creationId xmlns:a16="http://schemas.microsoft.com/office/drawing/2014/main" id="{EDD7052E-475F-418C-A2A9-33E91584A39B}"/>
                </a:ext>
              </a:extLst>
            </p:cNvPr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0" t="0" r="0" b="0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Shape 447">
              <a:extLst>
                <a:ext uri="{FF2B5EF4-FFF2-40B4-BE49-F238E27FC236}">
                  <a16:creationId xmlns:a16="http://schemas.microsoft.com/office/drawing/2014/main" id="{32380C5E-68BC-4B2B-9387-767B350C0299}"/>
                </a:ext>
              </a:extLst>
            </p:cNvPr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0" t="0" r="0" b="0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Shape 448">
              <a:extLst>
                <a:ext uri="{FF2B5EF4-FFF2-40B4-BE49-F238E27FC236}">
                  <a16:creationId xmlns:a16="http://schemas.microsoft.com/office/drawing/2014/main" id="{3238F05D-F2FD-44D4-816D-7C9229C15BF6}"/>
                </a:ext>
              </a:extLst>
            </p:cNvPr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0" t="0" r="0" b="0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" name="Shape 449">
            <a:extLst>
              <a:ext uri="{FF2B5EF4-FFF2-40B4-BE49-F238E27FC236}">
                <a16:creationId xmlns:a16="http://schemas.microsoft.com/office/drawing/2014/main" id="{6400BF03-0FB0-4384-8A5B-00E7A11ACCD1}"/>
              </a:ext>
            </a:extLst>
          </p:cNvPr>
          <p:cNvGrpSpPr/>
          <p:nvPr userDrawn="1"/>
        </p:nvGrpSpPr>
        <p:grpSpPr>
          <a:xfrm>
            <a:off x="8163474" y="4420636"/>
            <a:ext cx="378750" cy="277698"/>
            <a:chOff x="3936375" y="3703750"/>
            <a:chExt cx="453050" cy="332175"/>
          </a:xfrm>
          <a:solidFill>
            <a:schemeClr val="bg1">
              <a:lumMod val="50000"/>
            </a:schemeClr>
          </a:solidFill>
        </p:grpSpPr>
        <p:sp>
          <p:nvSpPr>
            <p:cNvPr id="195" name="Shape 450">
              <a:extLst>
                <a:ext uri="{FF2B5EF4-FFF2-40B4-BE49-F238E27FC236}">
                  <a16:creationId xmlns:a16="http://schemas.microsoft.com/office/drawing/2014/main" id="{AE9DB444-B93E-4503-A796-A25F60C6E2C9}"/>
                </a:ext>
              </a:extLst>
            </p:cNvPr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0" t="0" r="0" b="0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Shape 451">
              <a:extLst>
                <a:ext uri="{FF2B5EF4-FFF2-40B4-BE49-F238E27FC236}">
                  <a16:creationId xmlns:a16="http://schemas.microsoft.com/office/drawing/2014/main" id="{7DD26B4B-4545-4C91-BCF7-CF3254FCBE7D}"/>
                </a:ext>
              </a:extLst>
            </p:cNvPr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0" t="0" r="0" b="0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Shape 452">
              <a:extLst>
                <a:ext uri="{FF2B5EF4-FFF2-40B4-BE49-F238E27FC236}">
                  <a16:creationId xmlns:a16="http://schemas.microsoft.com/office/drawing/2014/main" id="{2C282C0C-F298-406C-8E80-B9520B59AF96}"/>
                </a:ext>
              </a:extLst>
            </p:cNvPr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0" t="0" r="0" b="0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Shape 453">
              <a:extLst>
                <a:ext uri="{FF2B5EF4-FFF2-40B4-BE49-F238E27FC236}">
                  <a16:creationId xmlns:a16="http://schemas.microsoft.com/office/drawing/2014/main" id="{A1AB1169-78B2-4506-AD8B-D92DE8EC65A0}"/>
                </a:ext>
              </a:extLst>
            </p:cNvPr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0" t="0" r="0" b="0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Shape 454">
              <a:extLst>
                <a:ext uri="{FF2B5EF4-FFF2-40B4-BE49-F238E27FC236}">
                  <a16:creationId xmlns:a16="http://schemas.microsoft.com/office/drawing/2014/main" id="{816B73B3-CC9B-43B8-8234-47F88B5EDCEC}"/>
                </a:ext>
              </a:extLst>
            </p:cNvPr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0" t="0" r="0" b="0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Shape 455">
            <a:extLst>
              <a:ext uri="{FF2B5EF4-FFF2-40B4-BE49-F238E27FC236}">
                <a16:creationId xmlns:a16="http://schemas.microsoft.com/office/drawing/2014/main" id="{C93B9DED-2985-4F27-A6CD-1758A3541E06}"/>
              </a:ext>
            </a:extLst>
          </p:cNvPr>
          <p:cNvGrpSpPr/>
          <p:nvPr userDrawn="1"/>
        </p:nvGrpSpPr>
        <p:grpSpPr>
          <a:xfrm>
            <a:off x="8727000" y="4420636"/>
            <a:ext cx="378750" cy="277698"/>
            <a:chOff x="4610450" y="3703750"/>
            <a:chExt cx="453050" cy="332175"/>
          </a:xfrm>
          <a:solidFill>
            <a:schemeClr val="bg1">
              <a:lumMod val="50000"/>
            </a:schemeClr>
          </a:solidFill>
        </p:grpSpPr>
        <p:sp>
          <p:nvSpPr>
            <p:cNvPr id="201" name="Shape 456">
              <a:extLst>
                <a:ext uri="{FF2B5EF4-FFF2-40B4-BE49-F238E27FC236}">
                  <a16:creationId xmlns:a16="http://schemas.microsoft.com/office/drawing/2014/main" id="{3D80BC48-26AA-404B-AE99-B261A7B1771A}"/>
                </a:ext>
              </a:extLst>
            </p:cNvPr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0" t="0" r="0" b="0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Shape 457">
              <a:extLst>
                <a:ext uri="{FF2B5EF4-FFF2-40B4-BE49-F238E27FC236}">
                  <a16:creationId xmlns:a16="http://schemas.microsoft.com/office/drawing/2014/main" id="{64A67962-13E4-4A51-8AB2-C110A7229EF2}"/>
                </a:ext>
              </a:extLst>
            </p:cNvPr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0" t="0" r="0" b="0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" name="Shape 458">
            <a:extLst>
              <a:ext uri="{FF2B5EF4-FFF2-40B4-BE49-F238E27FC236}">
                <a16:creationId xmlns:a16="http://schemas.microsoft.com/office/drawing/2014/main" id="{E1989507-8147-4ED4-908C-E6A4524BAE81}"/>
              </a:ext>
            </a:extLst>
          </p:cNvPr>
          <p:cNvGrpSpPr/>
          <p:nvPr userDrawn="1"/>
        </p:nvGrpSpPr>
        <p:grpSpPr>
          <a:xfrm>
            <a:off x="9303799" y="4392567"/>
            <a:ext cx="352207" cy="333836"/>
            <a:chOff x="5300400" y="3670175"/>
            <a:chExt cx="421300" cy="399325"/>
          </a:xfrm>
          <a:solidFill>
            <a:schemeClr val="bg1">
              <a:lumMod val="50000"/>
            </a:schemeClr>
          </a:solidFill>
        </p:grpSpPr>
        <p:sp>
          <p:nvSpPr>
            <p:cNvPr id="204" name="Shape 459">
              <a:extLst>
                <a:ext uri="{FF2B5EF4-FFF2-40B4-BE49-F238E27FC236}">
                  <a16:creationId xmlns:a16="http://schemas.microsoft.com/office/drawing/2014/main" id="{C52EE33C-938B-4979-AB10-6A29061AEA34}"/>
                </a:ext>
              </a:extLst>
            </p:cNvPr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0" t="0" r="0" b="0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Shape 460">
              <a:extLst>
                <a:ext uri="{FF2B5EF4-FFF2-40B4-BE49-F238E27FC236}">
                  <a16:creationId xmlns:a16="http://schemas.microsoft.com/office/drawing/2014/main" id="{1C2C00A0-C264-4CD1-9886-883FAF6E7939}"/>
                </a:ext>
              </a:extLst>
            </p:cNvPr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0" t="0" r="0" b="0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Shape 461">
              <a:extLst>
                <a:ext uri="{FF2B5EF4-FFF2-40B4-BE49-F238E27FC236}">
                  <a16:creationId xmlns:a16="http://schemas.microsoft.com/office/drawing/2014/main" id="{6FCFF8A9-67FC-449E-B116-0D6B501686BB}"/>
                </a:ext>
              </a:extLst>
            </p:cNvPr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0" t="0" r="0" b="0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Shape 462">
              <a:extLst>
                <a:ext uri="{FF2B5EF4-FFF2-40B4-BE49-F238E27FC236}">
                  <a16:creationId xmlns:a16="http://schemas.microsoft.com/office/drawing/2014/main" id="{A7C80317-6FF9-4943-BDA1-BB387E5305D2}"/>
                </a:ext>
              </a:extLst>
            </p:cNvPr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0" t="0" r="0" b="0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Shape 463">
              <a:extLst>
                <a:ext uri="{FF2B5EF4-FFF2-40B4-BE49-F238E27FC236}">
                  <a16:creationId xmlns:a16="http://schemas.microsoft.com/office/drawing/2014/main" id="{482AF379-CBD6-42CA-B278-B53600361277}"/>
                </a:ext>
              </a:extLst>
            </p:cNvPr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0" t="0" r="0" b="0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Shape 464">
            <a:extLst>
              <a:ext uri="{FF2B5EF4-FFF2-40B4-BE49-F238E27FC236}">
                <a16:creationId xmlns:a16="http://schemas.microsoft.com/office/drawing/2014/main" id="{F6043AFE-C379-4B37-B3A0-8B73FFCE7832}"/>
              </a:ext>
            </a:extLst>
          </p:cNvPr>
          <p:cNvSpPr/>
          <p:nvPr userDrawn="1"/>
        </p:nvSpPr>
        <p:spPr>
          <a:xfrm>
            <a:off x="9847598" y="4363592"/>
            <a:ext cx="392042" cy="392021"/>
          </a:xfrm>
          <a:custGeom>
            <a:avLst/>
            <a:gdLst/>
            <a:ahLst/>
            <a:cxnLst/>
            <a:rect l="0" t="0" r="0" b="0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Shape 465">
            <a:extLst>
              <a:ext uri="{FF2B5EF4-FFF2-40B4-BE49-F238E27FC236}">
                <a16:creationId xmlns:a16="http://schemas.microsoft.com/office/drawing/2014/main" id="{3FE515BD-2E03-45BD-AECC-85C5F96D0F06}"/>
              </a:ext>
            </a:extLst>
          </p:cNvPr>
          <p:cNvGrpSpPr/>
          <p:nvPr userDrawn="1"/>
        </p:nvGrpSpPr>
        <p:grpSpPr>
          <a:xfrm>
            <a:off x="10435952" y="4388470"/>
            <a:ext cx="342008" cy="342029"/>
            <a:chOff x="6654650" y="3665275"/>
            <a:chExt cx="409100" cy="409125"/>
          </a:xfrm>
          <a:solidFill>
            <a:schemeClr val="bg1">
              <a:lumMod val="50000"/>
            </a:schemeClr>
          </a:solidFill>
        </p:grpSpPr>
        <p:sp>
          <p:nvSpPr>
            <p:cNvPr id="211" name="Shape 466">
              <a:extLst>
                <a:ext uri="{FF2B5EF4-FFF2-40B4-BE49-F238E27FC236}">
                  <a16:creationId xmlns:a16="http://schemas.microsoft.com/office/drawing/2014/main" id="{208A1BA1-8086-4A00-B5FA-E11E0F587FC0}"/>
                </a:ext>
              </a:extLst>
            </p:cNvPr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0" t="0" r="0" b="0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Shape 467">
              <a:extLst>
                <a:ext uri="{FF2B5EF4-FFF2-40B4-BE49-F238E27FC236}">
                  <a16:creationId xmlns:a16="http://schemas.microsoft.com/office/drawing/2014/main" id="{4D223F59-136C-433B-95AD-7DF5F6D6D760}"/>
                </a:ext>
              </a:extLst>
            </p:cNvPr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0" t="0" r="0" b="0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Shape 468">
            <a:extLst>
              <a:ext uri="{FF2B5EF4-FFF2-40B4-BE49-F238E27FC236}">
                <a16:creationId xmlns:a16="http://schemas.microsoft.com/office/drawing/2014/main" id="{699C9071-630C-4656-826F-5ECF792DD343}"/>
              </a:ext>
            </a:extLst>
          </p:cNvPr>
          <p:cNvGrpSpPr/>
          <p:nvPr userDrawn="1"/>
        </p:nvGrpSpPr>
        <p:grpSpPr>
          <a:xfrm>
            <a:off x="5349916" y="4937702"/>
            <a:ext cx="370599" cy="370620"/>
            <a:chOff x="570875" y="4322250"/>
            <a:chExt cx="443300" cy="443325"/>
          </a:xfrm>
          <a:solidFill>
            <a:schemeClr val="bg1">
              <a:lumMod val="50000"/>
            </a:schemeClr>
          </a:solidFill>
        </p:grpSpPr>
        <p:sp>
          <p:nvSpPr>
            <p:cNvPr id="214" name="Shape 469">
              <a:extLst>
                <a:ext uri="{FF2B5EF4-FFF2-40B4-BE49-F238E27FC236}">
                  <a16:creationId xmlns:a16="http://schemas.microsoft.com/office/drawing/2014/main" id="{BF88A48B-7F5A-44B9-84F7-9F2A09ACC3DD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0" t="0" r="0" b="0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Shape 470">
              <a:extLst>
                <a:ext uri="{FF2B5EF4-FFF2-40B4-BE49-F238E27FC236}">
                  <a16:creationId xmlns:a16="http://schemas.microsoft.com/office/drawing/2014/main" id="{A5720671-6624-4163-AF4B-07A253CDDBDD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0" t="0" r="0" b="0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Shape 471">
              <a:extLst>
                <a:ext uri="{FF2B5EF4-FFF2-40B4-BE49-F238E27FC236}">
                  <a16:creationId xmlns:a16="http://schemas.microsoft.com/office/drawing/2014/main" id="{8D9D28FC-EDBF-4376-BC7E-B6C92421EE5D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0" t="0" r="0" b="0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Shape 472">
              <a:extLst>
                <a:ext uri="{FF2B5EF4-FFF2-40B4-BE49-F238E27FC236}">
                  <a16:creationId xmlns:a16="http://schemas.microsoft.com/office/drawing/2014/main" id="{A66486FD-8B76-471B-8487-433717E7E297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0" t="0" r="0" b="0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" name="Shape 473">
            <a:extLst>
              <a:ext uri="{FF2B5EF4-FFF2-40B4-BE49-F238E27FC236}">
                <a16:creationId xmlns:a16="http://schemas.microsoft.com/office/drawing/2014/main" id="{97EF8E3C-3A39-4906-A80B-99FF80EFCF41}"/>
              </a:ext>
            </a:extLst>
          </p:cNvPr>
          <p:cNvSpPr/>
          <p:nvPr userDrawn="1"/>
        </p:nvSpPr>
        <p:spPr>
          <a:xfrm>
            <a:off x="5898162" y="5009824"/>
            <a:ext cx="401238" cy="226661"/>
          </a:xfrm>
          <a:custGeom>
            <a:avLst/>
            <a:gdLst/>
            <a:ahLst/>
            <a:cxnLst/>
            <a:rect l="0" t="0" r="0" b="0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" name="Shape 474">
            <a:extLst>
              <a:ext uri="{FF2B5EF4-FFF2-40B4-BE49-F238E27FC236}">
                <a16:creationId xmlns:a16="http://schemas.microsoft.com/office/drawing/2014/main" id="{4086CDD1-EC3A-482C-A393-CB294108F577}"/>
              </a:ext>
            </a:extLst>
          </p:cNvPr>
          <p:cNvGrpSpPr/>
          <p:nvPr userDrawn="1"/>
        </p:nvGrpSpPr>
        <p:grpSpPr>
          <a:xfrm>
            <a:off x="6527505" y="4910155"/>
            <a:ext cx="269526" cy="425712"/>
            <a:chOff x="1979475" y="4289300"/>
            <a:chExt cx="322400" cy="509225"/>
          </a:xfrm>
          <a:solidFill>
            <a:schemeClr val="bg1">
              <a:lumMod val="50000"/>
            </a:schemeClr>
          </a:solidFill>
        </p:grpSpPr>
        <p:sp>
          <p:nvSpPr>
            <p:cNvPr id="220" name="Shape 475">
              <a:extLst>
                <a:ext uri="{FF2B5EF4-FFF2-40B4-BE49-F238E27FC236}">
                  <a16:creationId xmlns:a16="http://schemas.microsoft.com/office/drawing/2014/main" id="{A11A2474-7B0B-49DB-AB87-1B6501616E8A}"/>
                </a:ext>
              </a:extLst>
            </p:cNvPr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0" t="0" r="0" b="0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Shape 476">
              <a:extLst>
                <a:ext uri="{FF2B5EF4-FFF2-40B4-BE49-F238E27FC236}">
                  <a16:creationId xmlns:a16="http://schemas.microsoft.com/office/drawing/2014/main" id="{FEDACD98-0577-4858-AFAB-43F6F1637B4A}"/>
                </a:ext>
              </a:extLst>
            </p:cNvPr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0" t="0" r="0" b="0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Shape 477">
              <a:extLst>
                <a:ext uri="{FF2B5EF4-FFF2-40B4-BE49-F238E27FC236}">
                  <a16:creationId xmlns:a16="http://schemas.microsoft.com/office/drawing/2014/main" id="{CD8D267F-1C65-4F69-A0FA-C8E297E2F8DA}"/>
                </a:ext>
              </a:extLst>
            </p:cNvPr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0" t="0" r="0" b="0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" name="Shape 478">
            <a:extLst>
              <a:ext uri="{FF2B5EF4-FFF2-40B4-BE49-F238E27FC236}">
                <a16:creationId xmlns:a16="http://schemas.microsoft.com/office/drawing/2014/main" id="{C8F8CD16-C794-4D2C-B562-2711AB0180C0}"/>
              </a:ext>
            </a:extLst>
          </p:cNvPr>
          <p:cNvGrpSpPr/>
          <p:nvPr userDrawn="1"/>
        </p:nvGrpSpPr>
        <p:grpSpPr>
          <a:xfrm>
            <a:off x="7067039" y="4915757"/>
            <a:ext cx="318014" cy="414510"/>
            <a:chOff x="2624850" y="4296000"/>
            <a:chExt cx="380400" cy="495825"/>
          </a:xfrm>
          <a:solidFill>
            <a:schemeClr val="bg1">
              <a:lumMod val="50000"/>
            </a:schemeClr>
          </a:solidFill>
        </p:grpSpPr>
        <p:sp>
          <p:nvSpPr>
            <p:cNvPr id="224" name="Shape 479">
              <a:extLst>
                <a:ext uri="{FF2B5EF4-FFF2-40B4-BE49-F238E27FC236}">
                  <a16:creationId xmlns:a16="http://schemas.microsoft.com/office/drawing/2014/main" id="{940011A7-A689-4835-B9E4-F27AA5D405D2}"/>
                </a:ext>
              </a:extLst>
            </p:cNvPr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0" t="0" r="0" b="0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Shape 480">
              <a:extLst>
                <a:ext uri="{FF2B5EF4-FFF2-40B4-BE49-F238E27FC236}">
                  <a16:creationId xmlns:a16="http://schemas.microsoft.com/office/drawing/2014/main" id="{667AA7FD-C47F-4709-87B4-A9D255F56C50}"/>
                </a:ext>
              </a:extLst>
            </p:cNvPr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0" t="0" r="0" b="0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Shape 481">
              <a:extLst>
                <a:ext uri="{FF2B5EF4-FFF2-40B4-BE49-F238E27FC236}">
                  <a16:creationId xmlns:a16="http://schemas.microsoft.com/office/drawing/2014/main" id="{BAE013B5-3989-4234-9D99-FF350F7153EE}"/>
                </a:ext>
              </a:extLst>
            </p:cNvPr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0" t="0" r="0" b="0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7" name="Shape 482">
            <a:extLst>
              <a:ext uri="{FF2B5EF4-FFF2-40B4-BE49-F238E27FC236}">
                <a16:creationId xmlns:a16="http://schemas.microsoft.com/office/drawing/2014/main" id="{581B565A-E718-4C2B-AC6C-FA26D481FB68}"/>
              </a:ext>
            </a:extLst>
          </p:cNvPr>
          <p:cNvSpPr/>
          <p:nvPr userDrawn="1"/>
        </p:nvSpPr>
        <p:spPr>
          <a:xfrm>
            <a:off x="8182996" y="4953162"/>
            <a:ext cx="339959" cy="339980"/>
          </a:xfrm>
          <a:custGeom>
            <a:avLst/>
            <a:gdLst/>
            <a:ahLst/>
            <a:cxnLst/>
            <a:rect l="0" t="0" r="0" b="0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Shape 483">
            <a:extLst>
              <a:ext uri="{FF2B5EF4-FFF2-40B4-BE49-F238E27FC236}">
                <a16:creationId xmlns:a16="http://schemas.microsoft.com/office/drawing/2014/main" id="{69D4278E-795C-4B5F-8A14-4878585E1CBE}"/>
              </a:ext>
            </a:extLst>
          </p:cNvPr>
          <p:cNvSpPr/>
          <p:nvPr userDrawn="1"/>
        </p:nvSpPr>
        <p:spPr>
          <a:xfrm>
            <a:off x="7619447" y="4974606"/>
            <a:ext cx="339959" cy="297094"/>
          </a:xfrm>
          <a:custGeom>
            <a:avLst/>
            <a:gdLst/>
            <a:ahLst/>
            <a:cxnLst/>
            <a:rect l="0" t="0" r="0" b="0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Shape 484">
            <a:extLst>
              <a:ext uri="{FF2B5EF4-FFF2-40B4-BE49-F238E27FC236}">
                <a16:creationId xmlns:a16="http://schemas.microsoft.com/office/drawing/2014/main" id="{9ACA501C-16CD-468D-ACD1-169D8E0A26A3}"/>
              </a:ext>
            </a:extLst>
          </p:cNvPr>
          <p:cNvSpPr/>
          <p:nvPr userDrawn="1"/>
        </p:nvSpPr>
        <p:spPr>
          <a:xfrm>
            <a:off x="8744997" y="4951636"/>
            <a:ext cx="343053" cy="343032"/>
          </a:xfrm>
          <a:custGeom>
            <a:avLst/>
            <a:gdLst/>
            <a:ahLst/>
            <a:cxnLst/>
            <a:rect l="0" t="0" r="0" b="0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Shape 485">
            <a:extLst>
              <a:ext uri="{FF2B5EF4-FFF2-40B4-BE49-F238E27FC236}">
                <a16:creationId xmlns:a16="http://schemas.microsoft.com/office/drawing/2014/main" id="{DFBFDFC5-3B09-4027-8B6B-2C8F1D588F14}"/>
              </a:ext>
            </a:extLst>
          </p:cNvPr>
          <p:cNvGrpSpPr/>
          <p:nvPr userDrawn="1"/>
        </p:nvGrpSpPr>
        <p:grpSpPr>
          <a:xfrm>
            <a:off x="9283379" y="4956595"/>
            <a:ext cx="393045" cy="332833"/>
            <a:chOff x="5275975" y="4344850"/>
            <a:chExt cx="470150" cy="398125"/>
          </a:xfrm>
          <a:solidFill>
            <a:schemeClr val="bg1">
              <a:lumMod val="50000"/>
            </a:schemeClr>
          </a:solidFill>
        </p:grpSpPr>
        <p:sp>
          <p:nvSpPr>
            <p:cNvPr id="231" name="Shape 486">
              <a:extLst>
                <a:ext uri="{FF2B5EF4-FFF2-40B4-BE49-F238E27FC236}">
                  <a16:creationId xmlns:a16="http://schemas.microsoft.com/office/drawing/2014/main" id="{1218D172-BD88-4137-B93D-440BCE58EFD4}"/>
                </a:ext>
              </a:extLst>
            </p:cNvPr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0" t="0" r="0" b="0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Shape 487">
              <a:extLst>
                <a:ext uri="{FF2B5EF4-FFF2-40B4-BE49-F238E27FC236}">
                  <a16:creationId xmlns:a16="http://schemas.microsoft.com/office/drawing/2014/main" id="{C92E61FD-07A4-4578-B221-A918C980D5B3}"/>
                </a:ext>
              </a:extLst>
            </p:cNvPr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0" t="0" r="0" b="0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Shape 488">
              <a:extLst>
                <a:ext uri="{FF2B5EF4-FFF2-40B4-BE49-F238E27FC236}">
                  <a16:creationId xmlns:a16="http://schemas.microsoft.com/office/drawing/2014/main" id="{9EC3DEC0-4817-40D0-81B9-3594CFCC0832}"/>
                </a:ext>
              </a:extLst>
            </p:cNvPr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0" t="0" r="0" b="0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" name="Shape 489">
            <a:extLst>
              <a:ext uri="{FF2B5EF4-FFF2-40B4-BE49-F238E27FC236}">
                <a16:creationId xmlns:a16="http://schemas.microsoft.com/office/drawing/2014/main" id="{DC63A8A0-7183-42BD-BEB1-CC2AF8629D7A}"/>
              </a:ext>
            </a:extLst>
          </p:cNvPr>
          <p:cNvSpPr/>
          <p:nvPr userDrawn="1"/>
        </p:nvSpPr>
        <p:spPr>
          <a:xfrm>
            <a:off x="9866994" y="4946537"/>
            <a:ext cx="353252" cy="353231"/>
          </a:xfrm>
          <a:custGeom>
            <a:avLst/>
            <a:gdLst/>
            <a:ahLst/>
            <a:cxnLst/>
            <a:rect l="0" t="0" r="0" b="0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" name="Shape 490">
            <a:extLst>
              <a:ext uri="{FF2B5EF4-FFF2-40B4-BE49-F238E27FC236}">
                <a16:creationId xmlns:a16="http://schemas.microsoft.com/office/drawing/2014/main" id="{EE139547-317C-45A2-8474-4486658BB103}"/>
              </a:ext>
            </a:extLst>
          </p:cNvPr>
          <p:cNvGrpSpPr/>
          <p:nvPr userDrawn="1"/>
        </p:nvGrpSpPr>
        <p:grpSpPr>
          <a:xfrm>
            <a:off x="10425732" y="4929551"/>
            <a:ext cx="362448" cy="386922"/>
            <a:chOff x="6642425" y="4312500"/>
            <a:chExt cx="433550" cy="462825"/>
          </a:xfrm>
          <a:solidFill>
            <a:schemeClr val="bg1">
              <a:lumMod val="50000"/>
            </a:schemeClr>
          </a:solidFill>
        </p:grpSpPr>
        <p:sp>
          <p:nvSpPr>
            <p:cNvPr id="236" name="Shape 491">
              <a:extLst>
                <a:ext uri="{FF2B5EF4-FFF2-40B4-BE49-F238E27FC236}">
                  <a16:creationId xmlns:a16="http://schemas.microsoft.com/office/drawing/2014/main" id="{1538F42D-E2C8-4225-9241-7C443D61F21C}"/>
                </a:ext>
              </a:extLst>
            </p:cNvPr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0" t="0" r="0" b="0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Shape 492">
              <a:extLst>
                <a:ext uri="{FF2B5EF4-FFF2-40B4-BE49-F238E27FC236}">
                  <a16:creationId xmlns:a16="http://schemas.microsoft.com/office/drawing/2014/main" id="{AFF10280-FE41-4AD6-AE1B-1A92FDCC2214}"/>
                </a:ext>
              </a:extLst>
            </p:cNvPr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0" t="0" r="0" b="0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Shape 493">
              <a:extLst>
                <a:ext uri="{FF2B5EF4-FFF2-40B4-BE49-F238E27FC236}">
                  <a16:creationId xmlns:a16="http://schemas.microsoft.com/office/drawing/2014/main" id="{D0435815-F593-48DD-8866-390E5BDEB5C4}"/>
                </a:ext>
              </a:extLst>
            </p:cNvPr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0" t="0" r="0" b="0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Shape 494">
            <a:extLst>
              <a:ext uri="{FF2B5EF4-FFF2-40B4-BE49-F238E27FC236}">
                <a16:creationId xmlns:a16="http://schemas.microsoft.com/office/drawing/2014/main" id="{CE491010-0091-4B98-AB57-8F893E02DDB8}"/>
              </a:ext>
            </a:extLst>
          </p:cNvPr>
          <p:cNvSpPr/>
          <p:nvPr userDrawn="1"/>
        </p:nvSpPr>
        <p:spPr>
          <a:xfrm>
            <a:off x="5302468" y="5549378"/>
            <a:ext cx="465527" cy="274647"/>
          </a:xfrm>
          <a:custGeom>
            <a:avLst/>
            <a:gdLst/>
            <a:ahLst/>
            <a:cxnLst/>
            <a:rect l="0" t="0" r="0" b="0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" name="Shape 495">
            <a:extLst>
              <a:ext uri="{FF2B5EF4-FFF2-40B4-BE49-F238E27FC236}">
                <a16:creationId xmlns:a16="http://schemas.microsoft.com/office/drawing/2014/main" id="{81C59463-CB00-4472-827B-4E49B0E9EC31}"/>
              </a:ext>
            </a:extLst>
          </p:cNvPr>
          <p:cNvGrpSpPr/>
          <p:nvPr userDrawn="1"/>
        </p:nvGrpSpPr>
        <p:grpSpPr>
          <a:xfrm>
            <a:off x="5912920" y="5503799"/>
            <a:ext cx="371623" cy="365499"/>
            <a:chOff x="1244325" y="4999400"/>
            <a:chExt cx="444525" cy="437200"/>
          </a:xfrm>
          <a:solidFill>
            <a:schemeClr val="bg1">
              <a:lumMod val="50000"/>
            </a:schemeClr>
          </a:solidFill>
        </p:grpSpPr>
        <p:sp>
          <p:nvSpPr>
            <p:cNvPr id="241" name="Shape 496">
              <a:extLst>
                <a:ext uri="{FF2B5EF4-FFF2-40B4-BE49-F238E27FC236}">
                  <a16:creationId xmlns:a16="http://schemas.microsoft.com/office/drawing/2014/main" id="{9C05C508-0C91-4683-ADDB-D3376F14405B}"/>
                </a:ext>
              </a:extLst>
            </p:cNvPr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0" t="0" r="0" b="0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Shape 497">
              <a:extLst>
                <a:ext uri="{FF2B5EF4-FFF2-40B4-BE49-F238E27FC236}">
                  <a16:creationId xmlns:a16="http://schemas.microsoft.com/office/drawing/2014/main" id="{859D0CC9-A9B1-4EA3-A31C-2F86C2946C3C}"/>
                </a:ext>
              </a:extLst>
            </p:cNvPr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0" t="0" r="0" b="0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Shape 498">
              <a:extLst>
                <a:ext uri="{FF2B5EF4-FFF2-40B4-BE49-F238E27FC236}">
                  <a16:creationId xmlns:a16="http://schemas.microsoft.com/office/drawing/2014/main" id="{6E231807-0C60-4BEA-976E-15A9DA5BC83C}"/>
                </a:ext>
              </a:extLst>
            </p:cNvPr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Shape 499">
              <a:extLst>
                <a:ext uri="{FF2B5EF4-FFF2-40B4-BE49-F238E27FC236}">
                  <a16:creationId xmlns:a16="http://schemas.microsoft.com/office/drawing/2014/main" id="{06CD6A58-BAB3-44B6-B353-01976CA6A4BF}"/>
                </a:ext>
              </a:extLst>
            </p:cNvPr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0" t="0" r="0" b="0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Shape 500">
              <a:extLst>
                <a:ext uri="{FF2B5EF4-FFF2-40B4-BE49-F238E27FC236}">
                  <a16:creationId xmlns:a16="http://schemas.microsoft.com/office/drawing/2014/main" id="{78C0125E-258C-436E-AD07-7E334C6BD09E}"/>
                </a:ext>
              </a:extLst>
            </p:cNvPr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0" t="0" r="0" b="0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" name="Shape 501">
            <a:extLst>
              <a:ext uri="{FF2B5EF4-FFF2-40B4-BE49-F238E27FC236}">
                <a16:creationId xmlns:a16="http://schemas.microsoft.com/office/drawing/2014/main" id="{29E5B842-D744-43C8-8533-66C924DC8F7C}"/>
              </a:ext>
            </a:extLst>
          </p:cNvPr>
          <p:cNvGrpSpPr/>
          <p:nvPr userDrawn="1"/>
        </p:nvGrpSpPr>
        <p:grpSpPr>
          <a:xfrm>
            <a:off x="6509636" y="5492053"/>
            <a:ext cx="305265" cy="388970"/>
            <a:chOff x="1958100" y="4985350"/>
            <a:chExt cx="365150" cy="465275"/>
          </a:xfrm>
          <a:solidFill>
            <a:schemeClr val="bg1">
              <a:lumMod val="50000"/>
            </a:schemeClr>
          </a:solidFill>
        </p:grpSpPr>
        <p:sp>
          <p:nvSpPr>
            <p:cNvPr id="247" name="Shape 502">
              <a:extLst>
                <a:ext uri="{FF2B5EF4-FFF2-40B4-BE49-F238E27FC236}">
                  <a16:creationId xmlns:a16="http://schemas.microsoft.com/office/drawing/2014/main" id="{92998B22-413C-48F7-BDB8-2AC294865062}"/>
                </a:ext>
              </a:extLst>
            </p:cNvPr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0" t="0" r="0" b="0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Shape 503">
              <a:extLst>
                <a:ext uri="{FF2B5EF4-FFF2-40B4-BE49-F238E27FC236}">
                  <a16:creationId xmlns:a16="http://schemas.microsoft.com/office/drawing/2014/main" id="{A97F75EA-7B0E-4E25-9EDE-B58D9112E93D}"/>
                </a:ext>
              </a:extLst>
            </p:cNvPr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0" t="0" r="0" b="0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Shape 504">
              <a:extLst>
                <a:ext uri="{FF2B5EF4-FFF2-40B4-BE49-F238E27FC236}">
                  <a16:creationId xmlns:a16="http://schemas.microsoft.com/office/drawing/2014/main" id="{2291EDF7-98FA-4F0C-AF6E-7ECABADB619B}"/>
                </a:ext>
              </a:extLst>
            </p:cNvPr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0" t="0" r="0" b="0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" name="Shape 505">
            <a:extLst>
              <a:ext uri="{FF2B5EF4-FFF2-40B4-BE49-F238E27FC236}">
                <a16:creationId xmlns:a16="http://schemas.microsoft.com/office/drawing/2014/main" id="{9C9F01EE-107C-4410-B033-AEC655082B31}"/>
              </a:ext>
            </a:extLst>
          </p:cNvPr>
          <p:cNvGrpSpPr/>
          <p:nvPr userDrawn="1"/>
        </p:nvGrpSpPr>
        <p:grpSpPr>
          <a:xfrm>
            <a:off x="7050695" y="5506850"/>
            <a:ext cx="350200" cy="359877"/>
            <a:chOff x="2605300" y="5003050"/>
            <a:chExt cx="418900" cy="430475"/>
          </a:xfrm>
          <a:solidFill>
            <a:schemeClr val="bg1">
              <a:lumMod val="50000"/>
            </a:schemeClr>
          </a:solidFill>
        </p:grpSpPr>
        <p:sp>
          <p:nvSpPr>
            <p:cNvPr id="251" name="Shape 506">
              <a:extLst>
                <a:ext uri="{FF2B5EF4-FFF2-40B4-BE49-F238E27FC236}">
                  <a16:creationId xmlns:a16="http://schemas.microsoft.com/office/drawing/2014/main" id="{BCAF1401-8862-4CD9-B288-0FD72C4F9D71}"/>
                </a:ext>
              </a:extLst>
            </p:cNvPr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0" t="0" r="0" b="0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Shape 507">
              <a:extLst>
                <a:ext uri="{FF2B5EF4-FFF2-40B4-BE49-F238E27FC236}">
                  <a16:creationId xmlns:a16="http://schemas.microsoft.com/office/drawing/2014/main" id="{0ED04734-10C8-4675-A141-996203AA4DF5}"/>
                </a:ext>
              </a:extLst>
            </p:cNvPr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0" t="0" r="0" b="0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Shape 508">
              <a:extLst>
                <a:ext uri="{FF2B5EF4-FFF2-40B4-BE49-F238E27FC236}">
                  <a16:creationId xmlns:a16="http://schemas.microsoft.com/office/drawing/2014/main" id="{C017906A-85D7-4264-9215-785F55F65F69}"/>
                </a:ext>
              </a:extLst>
            </p:cNvPr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0" t="0" r="0" b="0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" name="Shape 509">
            <a:extLst>
              <a:ext uri="{FF2B5EF4-FFF2-40B4-BE49-F238E27FC236}">
                <a16:creationId xmlns:a16="http://schemas.microsoft.com/office/drawing/2014/main" id="{4A943882-9438-4439-BFBE-BEBABCA282C2}"/>
              </a:ext>
            </a:extLst>
          </p:cNvPr>
          <p:cNvGrpSpPr/>
          <p:nvPr userDrawn="1"/>
        </p:nvGrpSpPr>
        <p:grpSpPr>
          <a:xfrm>
            <a:off x="7580029" y="5514521"/>
            <a:ext cx="418585" cy="344056"/>
            <a:chOff x="3238475" y="5012225"/>
            <a:chExt cx="500700" cy="411550"/>
          </a:xfrm>
          <a:solidFill>
            <a:schemeClr val="bg1">
              <a:lumMod val="50000"/>
            </a:schemeClr>
          </a:solidFill>
        </p:grpSpPr>
        <p:sp>
          <p:nvSpPr>
            <p:cNvPr id="255" name="Shape 510">
              <a:extLst>
                <a:ext uri="{FF2B5EF4-FFF2-40B4-BE49-F238E27FC236}">
                  <a16:creationId xmlns:a16="http://schemas.microsoft.com/office/drawing/2014/main" id="{9CF59BCF-313F-4AD1-9D37-93E1E129D529}"/>
                </a:ext>
              </a:extLst>
            </p:cNvPr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0" t="0" r="0" b="0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Shape 511">
              <a:extLst>
                <a:ext uri="{FF2B5EF4-FFF2-40B4-BE49-F238E27FC236}">
                  <a16:creationId xmlns:a16="http://schemas.microsoft.com/office/drawing/2014/main" id="{E61BE7D4-10CE-445A-88EC-79B517D386D3}"/>
                </a:ext>
              </a:extLst>
            </p:cNvPr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0" t="0" r="0" b="0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Shape 512">
              <a:extLst>
                <a:ext uri="{FF2B5EF4-FFF2-40B4-BE49-F238E27FC236}">
                  <a16:creationId xmlns:a16="http://schemas.microsoft.com/office/drawing/2014/main" id="{C5412D7B-9A1A-4E8A-ADB7-B7A9127CCF31}"/>
                </a:ext>
              </a:extLst>
            </p:cNvPr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0" t="0" r="0" b="0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Shape 513">
              <a:extLst>
                <a:ext uri="{FF2B5EF4-FFF2-40B4-BE49-F238E27FC236}">
                  <a16:creationId xmlns:a16="http://schemas.microsoft.com/office/drawing/2014/main" id="{9212157E-171B-4A84-852D-38E702E18B0E}"/>
                </a:ext>
              </a:extLst>
            </p:cNvPr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Shape 514">
              <a:extLst>
                <a:ext uri="{FF2B5EF4-FFF2-40B4-BE49-F238E27FC236}">
                  <a16:creationId xmlns:a16="http://schemas.microsoft.com/office/drawing/2014/main" id="{47D1DF41-B160-4311-9483-159DEBD63E98}"/>
                </a:ext>
              </a:extLst>
            </p:cNvPr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0" t="0" r="0" b="0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" name="Shape 515">
            <a:extLst>
              <a:ext uri="{FF2B5EF4-FFF2-40B4-BE49-F238E27FC236}">
                <a16:creationId xmlns:a16="http://schemas.microsoft.com/office/drawing/2014/main" id="{6A6C2E1F-14AA-437E-B1A5-029582E05850}"/>
              </a:ext>
            </a:extLst>
          </p:cNvPr>
          <p:cNvGrpSpPr/>
          <p:nvPr userDrawn="1"/>
        </p:nvGrpSpPr>
        <p:grpSpPr>
          <a:xfrm>
            <a:off x="8686663" y="5477758"/>
            <a:ext cx="459424" cy="417561"/>
            <a:chOff x="4562200" y="4968250"/>
            <a:chExt cx="549550" cy="499475"/>
          </a:xfrm>
          <a:solidFill>
            <a:schemeClr val="bg1">
              <a:lumMod val="50000"/>
            </a:schemeClr>
          </a:solidFill>
        </p:grpSpPr>
        <p:sp>
          <p:nvSpPr>
            <p:cNvPr id="261" name="Shape 516">
              <a:extLst>
                <a:ext uri="{FF2B5EF4-FFF2-40B4-BE49-F238E27FC236}">
                  <a16:creationId xmlns:a16="http://schemas.microsoft.com/office/drawing/2014/main" id="{6D4AC9E8-5EE7-4B4C-9320-6F15A5821590}"/>
                </a:ext>
              </a:extLst>
            </p:cNvPr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0" t="0" r="0" b="0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Shape 517">
              <a:extLst>
                <a:ext uri="{FF2B5EF4-FFF2-40B4-BE49-F238E27FC236}">
                  <a16:creationId xmlns:a16="http://schemas.microsoft.com/office/drawing/2014/main" id="{673373AE-1BC7-4D14-9931-BEACFE8A3A60}"/>
                </a:ext>
              </a:extLst>
            </p:cNvPr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0" t="0" r="0" b="0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Shape 518">
              <a:extLst>
                <a:ext uri="{FF2B5EF4-FFF2-40B4-BE49-F238E27FC236}">
                  <a16:creationId xmlns:a16="http://schemas.microsoft.com/office/drawing/2014/main" id="{40F6C0EA-7330-4989-B7A6-05D49E695C81}"/>
                </a:ext>
              </a:extLst>
            </p:cNvPr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0" t="0" r="0" b="0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Shape 519">
              <a:extLst>
                <a:ext uri="{FF2B5EF4-FFF2-40B4-BE49-F238E27FC236}">
                  <a16:creationId xmlns:a16="http://schemas.microsoft.com/office/drawing/2014/main" id="{6DDDB5E2-A0E5-4BC5-9AC8-43CF36077D12}"/>
                </a:ext>
              </a:extLst>
            </p:cNvPr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0" t="0" r="0" b="0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Shape 520">
              <a:extLst>
                <a:ext uri="{FF2B5EF4-FFF2-40B4-BE49-F238E27FC236}">
                  <a16:creationId xmlns:a16="http://schemas.microsoft.com/office/drawing/2014/main" id="{447DC5DD-DD95-44D4-939E-F9D205777D58}"/>
                </a:ext>
              </a:extLst>
            </p:cNvPr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0" t="0" r="0" b="0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Shape 521">
            <a:extLst>
              <a:ext uri="{FF2B5EF4-FFF2-40B4-BE49-F238E27FC236}">
                <a16:creationId xmlns:a16="http://schemas.microsoft.com/office/drawing/2014/main" id="{5BFF836A-E94A-438A-A7BE-D7C4317458A2}"/>
              </a:ext>
            </a:extLst>
          </p:cNvPr>
          <p:cNvGrpSpPr/>
          <p:nvPr userDrawn="1"/>
        </p:nvGrpSpPr>
        <p:grpSpPr>
          <a:xfrm>
            <a:off x="8193591" y="5501249"/>
            <a:ext cx="318516" cy="370076"/>
            <a:chOff x="3972400" y="4996350"/>
            <a:chExt cx="381000" cy="442675"/>
          </a:xfrm>
          <a:solidFill>
            <a:schemeClr val="bg1">
              <a:lumMod val="50000"/>
            </a:schemeClr>
          </a:solidFill>
        </p:grpSpPr>
        <p:sp>
          <p:nvSpPr>
            <p:cNvPr id="267" name="Shape 522">
              <a:extLst>
                <a:ext uri="{FF2B5EF4-FFF2-40B4-BE49-F238E27FC236}">
                  <a16:creationId xmlns:a16="http://schemas.microsoft.com/office/drawing/2014/main" id="{5CB6E9F0-8C61-4555-8A40-31A099FC2216}"/>
                </a:ext>
              </a:extLst>
            </p:cNvPr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0" t="0" r="0" b="0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Shape 523">
              <a:extLst>
                <a:ext uri="{FF2B5EF4-FFF2-40B4-BE49-F238E27FC236}">
                  <a16:creationId xmlns:a16="http://schemas.microsoft.com/office/drawing/2014/main" id="{C64F1406-AD2F-438D-8FA3-DE5C6F05BC53}"/>
                </a:ext>
              </a:extLst>
            </p:cNvPr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0" t="0" r="0" b="0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Shape 524">
            <a:extLst>
              <a:ext uri="{FF2B5EF4-FFF2-40B4-BE49-F238E27FC236}">
                <a16:creationId xmlns:a16="http://schemas.microsoft.com/office/drawing/2014/main" id="{8ACC2F9D-4C2A-4880-BB49-8E7D244FC658}"/>
              </a:ext>
            </a:extLst>
          </p:cNvPr>
          <p:cNvGrpSpPr/>
          <p:nvPr userDrawn="1"/>
        </p:nvGrpSpPr>
        <p:grpSpPr>
          <a:xfrm>
            <a:off x="9254287" y="5470108"/>
            <a:ext cx="451252" cy="432860"/>
            <a:chOff x="5241175" y="4959100"/>
            <a:chExt cx="539775" cy="517775"/>
          </a:xfrm>
          <a:solidFill>
            <a:schemeClr val="bg1">
              <a:lumMod val="50000"/>
            </a:schemeClr>
          </a:solidFill>
        </p:grpSpPr>
        <p:sp>
          <p:nvSpPr>
            <p:cNvPr id="270" name="Shape 525">
              <a:extLst>
                <a:ext uri="{FF2B5EF4-FFF2-40B4-BE49-F238E27FC236}">
                  <a16:creationId xmlns:a16="http://schemas.microsoft.com/office/drawing/2014/main" id="{0B77C500-5931-40D9-9C26-5A7C2C5F1CF0}"/>
                </a:ext>
              </a:extLst>
            </p:cNvPr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0" t="0" r="0" b="0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Shape 526">
              <a:extLst>
                <a:ext uri="{FF2B5EF4-FFF2-40B4-BE49-F238E27FC236}">
                  <a16:creationId xmlns:a16="http://schemas.microsoft.com/office/drawing/2014/main" id="{64F5D143-5EB8-4668-85FF-A2A6BACE1666}"/>
                </a:ext>
              </a:extLst>
            </p:cNvPr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0" t="0" r="0" b="0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Shape 527">
              <a:extLst>
                <a:ext uri="{FF2B5EF4-FFF2-40B4-BE49-F238E27FC236}">
                  <a16:creationId xmlns:a16="http://schemas.microsoft.com/office/drawing/2014/main" id="{C037E146-DBB0-4D6F-A427-3F72A46E6881}"/>
                </a:ext>
              </a:extLst>
            </p:cNvPr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0" t="0" r="0" b="0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Shape 528">
              <a:extLst>
                <a:ext uri="{FF2B5EF4-FFF2-40B4-BE49-F238E27FC236}">
                  <a16:creationId xmlns:a16="http://schemas.microsoft.com/office/drawing/2014/main" id="{55A539C7-6841-470C-BD2E-EF3EC81D952D}"/>
                </a:ext>
              </a:extLst>
            </p:cNvPr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0" t="0" r="0" b="0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Shape 529">
              <a:extLst>
                <a:ext uri="{FF2B5EF4-FFF2-40B4-BE49-F238E27FC236}">
                  <a16:creationId xmlns:a16="http://schemas.microsoft.com/office/drawing/2014/main" id="{9694898D-1FE0-4EEE-B6F3-94E8105FD1C9}"/>
                </a:ext>
              </a:extLst>
            </p:cNvPr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0" t="0" r="0" b="0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Shape 530">
              <a:extLst>
                <a:ext uri="{FF2B5EF4-FFF2-40B4-BE49-F238E27FC236}">
                  <a16:creationId xmlns:a16="http://schemas.microsoft.com/office/drawing/2014/main" id="{70FB6D85-0D19-41BE-BEE8-B40BF9DA2D03}"/>
                </a:ext>
              </a:extLst>
            </p:cNvPr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0" t="0" r="0" b="0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6" name="Shape 531">
            <a:extLst>
              <a:ext uri="{FF2B5EF4-FFF2-40B4-BE49-F238E27FC236}">
                <a16:creationId xmlns:a16="http://schemas.microsoft.com/office/drawing/2014/main" id="{5273E061-374A-4B87-BE62-157E16DF28D3}"/>
              </a:ext>
            </a:extLst>
          </p:cNvPr>
          <p:cNvSpPr/>
          <p:nvPr userDrawn="1"/>
        </p:nvSpPr>
        <p:spPr>
          <a:xfrm>
            <a:off x="9845048" y="5576947"/>
            <a:ext cx="397142" cy="219513"/>
          </a:xfrm>
          <a:custGeom>
            <a:avLst/>
            <a:gdLst/>
            <a:ahLst/>
            <a:cxnLst/>
            <a:rect l="0" t="0" r="0" b="0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Shape 532">
            <a:extLst>
              <a:ext uri="{FF2B5EF4-FFF2-40B4-BE49-F238E27FC236}">
                <a16:creationId xmlns:a16="http://schemas.microsoft.com/office/drawing/2014/main" id="{B6105C8C-E7CF-470C-843A-76975A89EEE3}"/>
              </a:ext>
            </a:extLst>
          </p:cNvPr>
          <p:cNvGrpSpPr/>
          <p:nvPr userDrawn="1"/>
        </p:nvGrpSpPr>
        <p:grpSpPr>
          <a:xfrm>
            <a:off x="10461471" y="5534417"/>
            <a:ext cx="289444" cy="332833"/>
            <a:chOff x="6685175" y="5036025"/>
            <a:chExt cx="346225" cy="398125"/>
          </a:xfrm>
          <a:solidFill>
            <a:schemeClr val="bg1">
              <a:lumMod val="50000"/>
            </a:schemeClr>
          </a:solidFill>
        </p:grpSpPr>
        <p:sp>
          <p:nvSpPr>
            <p:cNvPr id="278" name="Shape 533">
              <a:extLst>
                <a:ext uri="{FF2B5EF4-FFF2-40B4-BE49-F238E27FC236}">
                  <a16:creationId xmlns:a16="http://schemas.microsoft.com/office/drawing/2014/main" id="{F3E0EC85-2F17-4C01-B5A7-B552B3C398AA}"/>
                </a:ext>
              </a:extLst>
            </p:cNvPr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0" t="0" r="0" b="0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Shape 534">
              <a:extLst>
                <a:ext uri="{FF2B5EF4-FFF2-40B4-BE49-F238E27FC236}">
                  <a16:creationId xmlns:a16="http://schemas.microsoft.com/office/drawing/2014/main" id="{14D62BD2-372D-4945-8903-529CF95CD34A}"/>
                </a:ext>
              </a:extLst>
            </p:cNvPr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0" t="0" r="0" b="0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Shape 535">
              <a:extLst>
                <a:ext uri="{FF2B5EF4-FFF2-40B4-BE49-F238E27FC236}">
                  <a16:creationId xmlns:a16="http://schemas.microsoft.com/office/drawing/2014/main" id="{49A9B6BB-2B73-4ADD-BA14-6426465C7E6D}"/>
                </a:ext>
              </a:extLst>
            </p:cNvPr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0" t="0" r="0" b="0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Shape 536">
              <a:extLst>
                <a:ext uri="{FF2B5EF4-FFF2-40B4-BE49-F238E27FC236}">
                  <a16:creationId xmlns:a16="http://schemas.microsoft.com/office/drawing/2014/main" id="{005C4D09-D50D-4B4C-8BCC-E867D5073476}"/>
                </a:ext>
              </a:extLst>
            </p:cNvPr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0" t="0" r="0" b="0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Shape 537">
              <a:extLst>
                <a:ext uri="{FF2B5EF4-FFF2-40B4-BE49-F238E27FC236}">
                  <a16:creationId xmlns:a16="http://schemas.microsoft.com/office/drawing/2014/main" id="{F5A8FAF4-35CA-4DBA-87AE-D54D0FAADBA1}"/>
                </a:ext>
              </a:extLst>
            </p:cNvPr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0" t="0" r="0" b="0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15535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Icone [b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ICONE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998CB39-A1E1-4246-B376-F2BC09B6BA33}"/>
              </a:ext>
            </a:extLst>
          </p:cNvPr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>
              <a:latin typeface="+mn-lt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F44CFB1-2D9D-4268-BE43-6A3C91929E53}"/>
              </a:ext>
            </a:extLst>
          </p:cNvPr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Half Frame 4">
            <a:extLst>
              <a:ext uri="{FF2B5EF4-FFF2-40B4-BE49-F238E27FC236}">
                <a16:creationId xmlns:a16="http://schemas.microsoft.com/office/drawing/2014/main" id="{944D1DC8-7EDA-403E-8502-7A62BF57EE8D}"/>
              </a:ext>
            </a:extLst>
          </p:cNvPr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E1810A91-F017-43C6-A5B7-8A351B85265A}"/>
              </a:ext>
            </a:extLst>
          </p:cNvPr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dirty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 dirty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DD2C1A10-F16B-4A9C-9349-FF5375832921}"/>
              </a:ext>
            </a:extLst>
          </p:cNvPr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dirty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 dirty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TextBox 60">
            <a:extLst>
              <a:ext uri="{FF2B5EF4-FFF2-40B4-BE49-F238E27FC236}">
                <a16:creationId xmlns:a16="http://schemas.microsoft.com/office/drawing/2014/main" id="{7F711571-11FF-4E23-B989-8643724C25C1}"/>
              </a:ext>
            </a:extLst>
          </p:cNvPr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SET DI ICONE COMPLETAMENTE MODIFICABILI</a:t>
            </a:r>
            <a:endParaRPr lang="en-US" altLang="ko-KR" sz="2800" b="1" dirty="0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C06E7C-3FF5-4AB5-95D0-B865241EB956}"/>
              </a:ext>
            </a:extLst>
          </p:cNvPr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 dirty="0">
                <a:solidFill>
                  <a:schemeClr val="bg1"/>
                </a:solidFill>
                <a:latin typeface="+mj-lt"/>
              </a:rPr>
              <a:t>b</a:t>
            </a:r>
          </a:p>
        </p:txBody>
      </p:sp>
      <p:sp>
        <p:nvSpPr>
          <p:cNvPr id="69" name="Diamond 5">
            <a:extLst>
              <a:ext uri="{FF2B5EF4-FFF2-40B4-BE49-F238E27FC236}">
                <a16:creationId xmlns:a16="http://schemas.microsoft.com/office/drawing/2014/main" id="{951507A8-954C-49A0-AFE0-8E4FF1D202C0}"/>
              </a:ext>
            </a:extLst>
          </p:cNvPr>
          <p:cNvSpPr/>
          <p:nvPr userDrawn="1"/>
        </p:nvSpPr>
        <p:spPr>
          <a:xfrm>
            <a:off x="6112070" y="1492152"/>
            <a:ext cx="523149" cy="524695"/>
          </a:xfrm>
          <a:custGeom>
            <a:avLst/>
            <a:gdLst/>
            <a:ahLst/>
            <a:cxnLst/>
            <a:rect l="l" t="t" r="r" b="b"/>
            <a:pathLst>
              <a:path w="3240001" h="3249575">
                <a:moveTo>
                  <a:pt x="1275349" y="2002569"/>
                </a:moveTo>
                <a:lnTo>
                  <a:pt x="1625117" y="2233002"/>
                </a:lnTo>
                <a:lnTo>
                  <a:pt x="1968772" y="2006596"/>
                </a:lnTo>
                <a:lnTo>
                  <a:pt x="3240001" y="3249575"/>
                </a:lnTo>
                <a:lnTo>
                  <a:pt x="0" y="3249575"/>
                </a:lnTo>
                <a:close/>
                <a:moveTo>
                  <a:pt x="1067116" y="1473605"/>
                </a:moveTo>
                <a:lnTo>
                  <a:pt x="1067116" y="1581605"/>
                </a:lnTo>
                <a:lnTo>
                  <a:pt x="2183116" y="1581605"/>
                </a:lnTo>
                <a:lnTo>
                  <a:pt x="2183116" y="1473605"/>
                </a:lnTo>
                <a:close/>
                <a:moveTo>
                  <a:pt x="1067116" y="1267205"/>
                </a:moveTo>
                <a:lnTo>
                  <a:pt x="1067116" y="1375205"/>
                </a:lnTo>
                <a:lnTo>
                  <a:pt x="2183116" y="1375205"/>
                </a:lnTo>
                <a:lnTo>
                  <a:pt x="2183116" y="1267205"/>
                </a:lnTo>
                <a:close/>
                <a:moveTo>
                  <a:pt x="3240001" y="1172196"/>
                </a:moveTo>
                <a:lnTo>
                  <a:pt x="3240001" y="3142550"/>
                </a:lnTo>
                <a:lnTo>
                  <a:pt x="2026252" y="1968728"/>
                </a:lnTo>
                <a:lnTo>
                  <a:pt x="3049854" y="1294362"/>
                </a:lnTo>
                <a:close/>
                <a:moveTo>
                  <a:pt x="0" y="1172196"/>
                </a:moveTo>
                <a:lnTo>
                  <a:pt x="602850" y="1559516"/>
                </a:lnTo>
                <a:lnTo>
                  <a:pt x="1217896" y="1964719"/>
                </a:lnTo>
                <a:lnTo>
                  <a:pt x="0" y="3142550"/>
                </a:lnTo>
                <a:close/>
                <a:moveTo>
                  <a:pt x="1067116" y="1060805"/>
                </a:moveTo>
                <a:lnTo>
                  <a:pt x="1067116" y="1168805"/>
                </a:lnTo>
                <a:lnTo>
                  <a:pt x="2183116" y="1168805"/>
                </a:lnTo>
                <a:lnTo>
                  <a:pt x="2183116" y="1060805"/>
                </a:lnTo>
                <a:close/>
                <a:moveTo>
                  <a:pt x="869032" y="816137"/>
                </a:moveTo>
                <a:lnTo>
                  <a:pt x="2381200" y="816137"/>
                </a:lnTo>
                <a:lnTo>
                  <a:pt x="2381200" y="1623491"/>
                </a:lnTo>
                <a:lnTo>
                  <a:pt x="1668045" y="2093329"/>
                </a:lnTo>
                <a:lnTo>
                  <a:pt x="1625116" y="2121611"/>
                </a:lnTo>
                <a:lnTo>
                  <a:pt x="869032" y="1623491"/>
                </a:lnTo>
                <a:close/>
                <a:moveTo>
                  <a:pt x="1625116" y="0"/>
                </a:moveTo>
                <a:lnTo>
                  <a:pt x="3235286" y="1060806"/>
                </a:lnTo>
                <a:lnTo>
                  <a:pt x="2489212" y="1552331"/>
                </a:lnTo>
                <a:lnTo>
                  <a:pt x="2489212" y="708008"/>
                </a:lnTo>
                <a:lnTo>
                  <a:pt x="761020" y="708008"/>
                </a:lnTo>
                <a:lnTo>
                  <a:pt x="761020" y="1552331"/>
                </a:lnTo>
                <a:lnTo>
                  <a:pt x="14946" y="106080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Isosceles Triangle 51">
            <a:extLst>
              <a:ext uri="{FF2B5EF4-FFF2-40B4-BE49-F238E27FC236}">
                <a16:creationId xmlns:a16="http://schemas.microsoft.com/office/drawing/2014/main" id="{7B52CA8F-FA2D-4929-9A41-712C7FB04FEA}"/>
              </a:ext>
            </a:extLst>
          </p:cNvPr>
          <p:cNvSpPr/>
          <p:nvPr userDrawn="1"/>
        </p:nvSpPr>
        <p:spPr>
          <a:xfrm>
            <a:off x="5273316" y="1562686"/>
            <a:ext cx="523147" cy="383626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1" name="Isosceles Triangle 57">
            <a:extLst>
              <a:ext uri="{FF2B5EF4-FFF2-40B4-BE49-F238E27FC236}">
                <a16:creationId xmlns:a16="http://schemas.microsoft.com/office/drawing/2014/main" id="{6C8FEB69-BFB2-48D1-B09B-0EFB5DEEA705}"/>
              </a:ext>
            </a:extLst>
          </p:cNvPr>
          <p:cNvSpPr/>
          <p:nvPr userDrawn="1"/>
        </p:nvSpPr>
        <p:spPr>
          <a:xfrm>
            <a:off x="6114156" y="4520206"/>
            <a:ext cx="313133" cy="707899"/>
          </a:xfrm>
          <a:custGeom>
            <a:avLst/>
            <a:gdLst>
              <a:gd name="connsiteX0" fmla="*/ 1148449 w 1346449"/>
              <a:gd name="connsiteY0" fmla="*/ 2457725 h 3249725"/>
              <a:gd name="connsiteX1" fmla="*/ 198001 w 1346449"/>
              <a:gd name="connsiteY1" fmla="*/ 2457725 h 3249725"/>
              <a:gd name="connsiteX2" fmla="*/ 1 w 1346449"/>
              <a:gd name="connsiteY2" fmla="*/ 3249725 h 3249725"/>
              <a:gd name="connsiteX3" fmla="*/ 1346449 w 1346449"/>
              <a:gd name="connsiteY3" fmla="*/ 3249725 h 3249725"/>
              <a:gd name="connsiteX4" fmla="*/ 1148449 w 1346449"/>
              <a:gd name="connsiteY4" fmla="*/ 2457725 h 3249725"/>
              <a:gd name="connsiteX5" fmla="*/ 755186 w 1346449"/>
              <a:gd name="connsiteY5" fmla="*/ 82950 h 3249725"/>
              <a:gd name="connsiteX6" fmla="*/ 734449 w 1346449"/>
              <a:gd name="connsiteY6" fmla="*/ 1314594 h 3249725"/>
              <a:gd name="connsiteX7" fmla="*/ 853246 w 1346449"/>
              <a:gd name="connsiteY7" fmla="*/ 1483214 h 3249725"/>
              <a:gd name="connsiteX8" fmla="*/ 673226 w 1346449"/>
              <a:gd name="connsiteY8" fmla="*/ 1663234 h 3249725"/>
              <a:gd name="connsiteX9" fmla="*/ 493206 w 1346449"/>
              <a:gd name="connsiteY9" fmla="*/ 1483214 h 3249725"/>
              <a:gd name="connsiteX10" fmla="*/ 612000 w 1346449"/>
              <a:gd name="connsiteY10" fmla="*/ 1314595 h 3249725"/>
              <a:gd name="connsiteX11" fmla="*/ 612000 w 1346449"/>
              <a:gd name="connsiteY11" fmla="*/ 0 h 3249725"/>
              <a:gd name="connsiteX12" fmla="*/ 2939 w 1346449"/>
              <a:gd name="connsiteY12" fmla="*/ 1574694 h 3249725"/>
              <a:gd name="connsiteX13" fmla="*/ 0 w 1346449"/>
              <a:gd name="connsiteY13" fmla="*/ 1574694 h 3249725"/>
              <a:gd name="connsiteX14" fmla="*/ 2009 w 1346449"/>
              <a:gd name="connsiteY14" fmla="*/ 1577097 h 3249725"/>
              <a:gd name="connsiteX15" fmla="*/ 0 w 1346449"/>
              <a:gd name="connsiteY15" fmla="*/ 1582292 h 3249725"/>
              <a:gd name="connsiteX16" fmla="*/ 6353 w 1346449"/>
              <a:gd name="connsiteY16" fmla="*/ 1582292 h 3249725"/>
              <a:gd name="connsiteX17" fmla="*/ 273414 w 1346449"/>
              <a:gd name="connsiteY17" fmla="*/ 2376121 h 3249725"/>
              <a:gd name="connsiteX18" fmla="*/ 1091887 w 1346449"/>
              <a:gd name="connsiteY18" fmla="*/ 2366694 h 3249725"/>
              <a:gd name="connsiteX19" fmla="*/ 1340768 w 1346449"/>
              <a:gd name="connsiteY19" fmla="*/ 1582292 h 3249725"/>
              <a:gd name="connsiteX20" fmla="*/ 1346449 w 1346449"/>
              <a:gd name="connsiteY20" fmla="*/ 1582292 h 3249725"/>
              <a:gd name="connsiteX21" fmla="*/ 1344512 w 1346449"/>
              <a:gd name="connsiteY21" fmla="*/ 1577284 h 3249725"/>
              <a:gd name="connsiteX22" fmla="*/ 1346448 w 1346449"/>
              <a:gd name="connsiteY22" fmla="*/ 1574694 h 3249725"/>
              <a:gd name="connsiteX23" fmla="*/ 1343510 w 1346449"/>
              <a:gd name="connsiteY23" fmla="*/ 1574694 h 3249725"/>
              <a:gd name="connsiteX24" fmla="*/ 755186 w 1346449"/>
              <a:gd name="connsiteY24" fmla="*/ 82950 h 3249725"/>
              <a:gd name="connsiteX0" fmla="*/ 1148449 w 1346449"/>
              <a:gd name="connsiteY0" fmla="*/ 2374775 h 3166775"/>
              <a:gd name="connsiteX1" fmla="*/ 198001 w 1346449"/>
              <a:gd name="connsiteY1" fmla="*/ 2374775 h 3166775"/>
              <a:gd name="connsiteX2" fmla="*/ 1 w 1346449"/>
              <a:gd name="connsiteY2" fmla="*/ 3166775 h 3166775"/>
              <a:gd name="connsiteX3" fmla="*/ 1346449 w 1346449"/>
              <a:gd name="connsiteY3" fmla="*/ 3166775 h 3166775"/>
              <a:gd name="connsiteX4" fmla="*/ 1148449 w 1346449"/>
              <a:gd name="connsiteY4" fmla="*/ 2374775 h 3166775"/>
              <a:gd name="connsiteX5" fmla="*/ 755186 w 1346449"/>
              <a:gd name="connsiteY5" fmla="*/ 0 h 3166775"/>
              <a:gd name="connsiteX6" fmla="*/ 734449 w 1346449"/>
              <a:gd name="connsiteY6" fmla="*/ 1231644 h 3166775"/>
              <a:gd name="connsiteX7" fmla="*/ 853246 w 1346449"/>
              <a:gd name="connsiteY7" fmla="*/ 1400264 h 3166775"/>
              <a:gd name="connsiteX8" fmla="*/ 673226 w 1346449"/>
              <a:gd name="connsiteY8" fmla="*/ 1580284 h 3166775"/>
              <a:gd name="connsiteX9" fmla="*/ 493206 w 1346449"/>
              <a:gd name="connsiteY9" fmla="*/ 1400264 h 3166775"/>
              <a:gd name="connsiteX10" fmla="*/ 612000 w 1346449"/>
              <a:gd name="connsiteY10" fmla="*/ 1231645 h 3166775"/>
              <a:gd name="connsiteX11" fmla="*/ 591263 w 1346449"/>
              <a:gd name="connsiteY11" fmla="*/ 10368 h 3166775"/>
              <a:gd name="connsiteX12" fmla="*/ 2939 w 1346449"/>
              <a:gd name="connsiteY12" fmla="*/ 1491744 h 3166775"/>
              <a:gd name="connsiteX13" fmla="*/ 0 w 1346449"/>
              <a:gd name="connsiteY13" fmla="*/ 1491744 h 3166775"/>
              <a:gd name="connsiteX14" fmla="*/ 2009 w 1346449"/>
              <a:gd name="connsiteY14" fmla="*/ 1494147 h 3166775"/>
              <a:gd name="connsiteX15" fmla="*/ 0 w 1346449"/>
              <a:gd name="connsiteY15" fmla="*/ 1499342 h 3166775"/>
              <a:gd name="connsiteX16" fmla="*/ 6353 w 1346449"/>
              <a:gd name="connsiteY16" fmla="*/ 1499342 h 3166775"/>
              <a:gd name="connsiteX17" fmla="*/ 273414 w 1346449"/>
              <a:gd name="connsiteY17" fmla="*/ 2293171 h 3166775"/>
              <a:gd name="connsiteX18" fmla="*/ 1091887 w 1346449"/>
              <a:gd name="connsiteY18" fmla="*/ 2283744 h 3166775"/>
              <a:gd name="connsiteX19" fmla="*/ 1340768 w 1346449"/>
              <a:gd name="connsiteY19" fmla="*/ 1499342 h 3166775"/>
              <a:gd name="connsiteX20" fmla="*/ 1346449 w 1346449"/>
              <a:gd name="connsiteY20" fmla="*/ 1499342 h 3166775"/>
              <a:gd name="connsiteX21" fmla="*/ 1344512 w 1346449"/>
              <a:gd name="connsiteY21" fmla="*/ 1494334 h 3166775"/>
              <a:gd name="connsiteX22" fmla="*/ 1346448 w 1346449"/>
              <a:gd name="connsiteY22" fmla="*/ 1491744 h 3166775"/>
              <a:gd name="connsiteX23" fmla="*/ 1343510 w 1346449"/>
              <a:gd name="connsiteY23" fmla="*/ 1491744 h 3166775"/>
              <a:gd name="connsiteX24" fmla="*/ 755186 w 1346449"/>
              <a:gd name="connsiteY24" fmla="*/ 0 h 31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346449" h="3166775">
                <a:moveTo>
                  <a:pt x="1148449" y="2374775"/>
                </a:moveTo>
                <a:lnTo>
                  <a:pt x="198001" y="2374775"/>
                </a:lnTo>
                <a:lnTo>
                  <a:pt x="1" y="3166775"/>
                </a:lnTo>
                <a:lnTo>
                  <a:pt x="1346449" y="3166775"/>
                </a:lnTo>
                <a:lnTo>
                  <a:pt x="1148449" y="2374775"/>
                </a:lnTo>
                <a:close/>
                <a:moveTo>
                  <a:pt x="755186" y="0"/>
                </a:moveTo>
                <a:cubicBezTo>
                  <a:pt x="755186" y="438198"/>
                  <a:pt x="734449" y="793446"/>
                  <a:pt x="734449" y="1231644"/>
                </a:cubicBezTo>
                <a:cubicBezTo>
                  <a:pt x="803843" y="1256124"/>
                  <a:pt x="853246" y="1322425"/>
                  <a:pt x="853246" y="1400264"/>
                </a:cubicBezTo>
                <a:cubicBezTo>
                  <a:pt x="853246" y="1499686"/>
                  <a:pt x="772648" y="1580284"/>
                  <a:pt x="673226" y="1580284"/>
                </a:cubicBezTo>
                <a:cubicBezTo>
                  <a:pt x="573804" y="1580284"/>
                  <a:pt x="493206" y="1499686"/>
                  <a:pt x="493206" y="1400264"/>
                </a:cubicBezTo>
                <a:cubicBezTo>
                  <a:pt x="493206" y="1322426"/>
                  <a:pt x="542608" y="1256126"/>
                  <a:pt x="612000" y="1231645"/>
                </a:cubicBezTo>
                <a:lnTo>
                  <a:pt x="591263" y="10368"/>
                </a:lnTo>
                <a:lnTo>
                  <a:pt x="2939" y="1491744"/>
                </a:lnTo>
                <a:lnTo>
                  <a:pt x="0" y="1491744"/>
                </a:lnTo>
                <a:lnTo>
                  <a:pt x="2009" y="1494147"/>
                </a:lnTo>
                <a:lnTo>
                  <a:pt x="0" y="1499342"/>
                </a:lnTo>
                <a:lnTo>
                  <a:pt x="6353" y="1499342"/>
                </a:lnTo>
                <a:cubicBezTo>
                  <a:pt x="274151" y="1797289"/>
                  <a:pt x="320153" y="2031319"/>
                  <a:pt x="273414" y="2293171"/>
                </a:cubicBezTo>
                <a:lnTo>
                  <a:pt x="1091887" y="2283744"/>
                </a:lnTo>
                <a:cubicBezTo>
                  <a:pt x="1035756" y="1984266"/>
                  <a:pt x="1081794" y="1833397"/>
                  <a:pt x="1340768" y="1499342"/>
                </a:cubicBezTo>
                <a:lnTo>
                  <a:pt x="1346449" y="1499342"/>
                </a:lnTo>
                <a:lnTo>
                  <a:pt x="1344512" y="1494334"/>
                </a:lnTo>
                <a:cubicBezTo>
                  <a:pt x="1345124" y="1493447"/>
                  <a:pt x="1345785" y="1492596"/>
                  <a:pt x="1346448" y="1491744"/>
                </a:cubicBezTo>
                <a:lnTo>
                  <a:pt x="1343510" y="1491744"/>
                </a:lnTo>
                <a:cubicBezTo>
                  <a:pt x="1140490" y="966846"/>
                  <a:pt x="958206" y="524898"/>
                  <a:pt x="755186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72" name="Rectangle 7">
            <a:extLst>
              <a:ext uri="{FF2B5EF4-FFF2-40B4-BE49-F238E27FC236}">
                <a16:creationId xmlns:a16="http://schemas.microsoft.com/office/drawing/2014/main" id="{A906FCD2-9483-4047-9842-2D2A44488E6A}"/>
              </a:ext>
            </a:extLst>
          </p:cNvPr>
          <p:cNvSpPr/>
          <p:nvPr userDrawn="1"/>
        </p:nvSpPr>
        <p:spPr>
          <a:xfrm rot="18900000">
            <a:off x="9585735" y="3654558"/>
            <a:ext cx="225664" cy="502732"/>
          </a:xfrm>
          <a:custGeom>
            <a:avLst/>
            <a:gdLst/>
            <a:ahLst/>
            <a:cxnLst/>
            <a:rect l="l" t="t" r="r" b="b"/>
            <a:pathLst>
              <a:path w="154109" h="343323">
                <a:moveTo>
                  <a:pt x="102909" y="313772"/>
                </a:moveTo>
                <a:lnTo>
                  <a:pt x="102909" y="328547"/>
                </a:lnTo>
                <a:cubicBezTo>
                  <a:pt x="102909" y="336708"/>
                  <a:pt x="96294" y="343322"/>
                  <a:pt x="88133" y="343323"/>
                </a:cubicBezTo>
                <a:lnTo>
                  <a:pt x="65975" y="343322"/>
                </a:lnTo>
                <a:cubicBezTo>
                  <a:pt x="57814" y="343322"/>
                  <a:pt x="51199" y="336708"/>
                  <a:pt x="51199" y="328547"/>
                </a:cubicBezTo>
                <a:cubicBezTo>
                  <a:pt x="51199" y="323622"/>
                  <a:pt x="51200" y="318696"/>
                  <a:pt x="51200" y="313771"/>
                </a:cubicBezTo>
                <a:close/>
                <a:moveTo>
                  <a:pt x="123327" y="15459"/>
                </a:moveTo>
                <a:cubicBezTo>
                  <a:pt x="141678" y="29245"/>
                  <a:pt x="152926" y="50497"/>
                  <a:pt x="154008" y="73425"/>
                </a:cubicBezTo>
                <a:cubicBezTo>
                  <a:pt x="155089" y="96353"/>
                  <a:pt x="145890" y="118568"/>
                  <a:pt x="128916" y="134021"/>
                </a:cubicBezTo>
                <a:lnTo>
                  <a:pt x="119294" y="123450"/>
                </a:lnTo>
                <a:cubicBezTo>
                  <a:pt x="133118" y="110865"/>
                  <a:pt x="140611" y="92772"/>
                  <a:pt x="139730" y="74098"/>
                </a:cubicBezTo>
                <a:cubicBezTo>
                  <a:pt x="138850" y="55424"/>
                  <a:pt x="129689" y="38115"/>
                  <a:pt x="114743" y="26887"/>
                </a:cubicBezTo>
                <a:close/>
                <a:moveTo>
                  <a:pt x="136698" y="17411"/>
                </a:moveTo>
                <a:cubicBezTo>
                  <a:pt x="103758" y="-15529"/>
                  <a:pt x="50351" y="-15529"/>
                  <a:pt x="17412" y="17411"/>
                </a:cubicBezTo>
                <a:cubicBezTo>
                  <a:pt x="-15528" y="50351"/>
                  <a:pt x="-15528" y="103757"/>
                  <a:pt x="17412" y="136697"/>
                </a:cubicBezTo>
                <a:cubicBezTo>
                  <a:pt x="50351" y="169637"/>
                  <a:pt x="103758" y="169637"/>
                  <a:pt x="136698" y="136697"/>
                </a:cubicBezTo>
                <a:cubicBezTo>
                  <a:pt x="169637" y="103757"/>
                  <a:pt x="169637" y="50351"/>
                  <a:pt x="136698" y="17411"/>
                </a:cubicBezTo>
                <a:close/>
                <a:moveTo>
                  <a:pt x="154109" y="0"/>
                </a:moveTo>
                <a:cubicBezTo>
                  <a:pt x="196665" y="42556"/>
                  <a:pt x="196665" y="111552"/>
                  <a:pt x="154109" y="154108"/>
                </a:cubicBezTo>
                <a:cubicBezTo>
                  <a:pt x="139576" y="168641"/>
                  <a:pt x="121959" y="178211"/>
                  <a:pt x="102912" y="180994"/>
                </a:cubicBezTo>
                <a:lnTo>
                  <a:pt x="102912" y="308310"/>
                </a:lnTo>
                <a:lnTo>
                  <a:pt x="51197" y="308310"/>
                </a:lnTo>
                <a:lnTo>
                  <a:pt x="51197" y="180994"/>
                </a:lnTo>
                <a:cubicBezTo>
                  <a:pt x="32150" y="178211"/>
                  <a:pt x="14534" y="168641"/>
                  <a:pt x="0" y="154108"/>
                </a:cubicBezTo>
                <a:cubicBezTo>
                  <a:pt x="-42555" y="111552"/>
                  <a:pt x="-42555" y="42556"/>
                  <a:pt x="0" y="0"/>
                </a:cubicBezTo>
                <a:cubicBezTo>
                  <a:pt x="42556" y="-42556"/>
                  <a:pt x="111553" y="-42556"/>
                  <a:pt x="15410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3" name="Parallelogram 15">
            <a:extLst>
              <a:ext uri="{FF2B5EF4-FFF2-40B4-BE49-F238E27FC236}">
                <a16:creationId xmlns:a16="http://schemas.microsoft.com/office/drawing/2014/main" id="{68E0C837-7968-48B7-B5A9-1CF3B9BCB3BB}"/>
              </a:ext>
            </a:extLst>
          </p:cNvPr>
          <p:cNvSpPr/>
          <p:nvPr userDrawn="1"/>
        </p:nvSpPr>
        <p:spPr>
          <a:xfrm flipH="1">
            <a:off x="5267026" y="4641909"/>
            <a:ext cx="464493" cy="464493"/>
          </a:xfrm>
          <a:custGeom>
            <a:avLst/>
            <a:gdLst/>
            <a:ahLst/>
            <a:cxnLst/>
            <a:rect l="l" t="t" r="r" b="b"/>
            <a:pathLst>
              <a:path w="3242753" h="3227814">
                <a:moveTo>
                  <a:pt x="1621376" y="1043635"/>
                </a:moveTo>
                <a:cubicBezTo>
                  <a:pt x="1557188" y="1043635"/>
                  <a:pt x="1505154" y="1095669"/>
                  <a:pt x="1505154" y="1159857"/>
                </a:cubicBezTo>
                <a:lnTo>
                  <a:pt x="1505154" y="1625483"/>
                </a:lnTo>
                <a:lnTo>
                  <a:pt x="1033577" y="1625483"/>
                </a:lnTo>
                <a:cubicBezTo>
                  <a:pt x="969389" y="1625483"/>
                  <a:pt x="917355" y="1677517"/>
                  <a:pt x="917355" y="1741705"/>
                </a:cubicBezTo>
                <a:cubicBezTo>
                  <a:pt x="917355" y="1805893"/>
                  <a:pt x="969389" y="1857927"/>
                  <a:pt x="1033577" y="1857927"/>
                </a:cubicBezTo>
                <a:lnTo>
                  <a:pt x="1614688" y="1857927"/>
                </a:lnTo>
                <a:lnTo>
                  <a:pt x="1619859" y="1856884"/>
                </a:lnTo>
                <a:cubicBezTo>
                  <a:pt x="1620361" y="1857187"/>
                  <a:pt x="1620868" y="1857190"/>
                  <a:pt x="1621376" y="1857190"/>
                </a:cubicBezTo>
                <a:cubicBezTo>
                  <a:pt x="1685564" y="1857190"/>
                  <a:pt x="1737598" y="1805156"/>
                  <a:pt x="1737598" y="1740968"/>
                </a:cubicBezTo>
                <a:lnTo>
                  <a:pt x="1737598" y="1159857"/>
                </a:lnTo>
                <a:cubicBezTo>
                  <a:pt x="1737598" y="1095669"/>
                  <a:pt x="1685564" y="1043635"/>
                  <a:pt x="1621376" y="1043635"/>
                </a:cubicBezTo>
                <a:close/>
                <a:moveTo>
                  <a:pt x="1621376" y="628818"/>
                </a:moveTo>
                <a:cubicBezTo>
                  <a:pt x="2206882" y="628818"/>
                  <a:pt x="2681529" y="1103464"/>
                  <a:pt x="2681529" y="1688970"/>
                </a:cubicBezTo>
                <a:cubicBezTo>
                  <a:pt x="2681529" y="2274476"/>
                  <a:pt x="2206882" y="2749122"/>
                  <a:pt x="1621376" y="2749122"/>
                </a:cubicBezTo>
                <a:cubicBezTo>
                  <a:pt x="1035870" y="2749122"/>
                  <a:pt x="561223" y="2274476"/>
                  <a:pt x="561223" y="1688970"/>
                </a:cubicBezTo>
                <a:cubicBezTo>
                  <a:pt x="561223" y="1103464"/>
                  <a:pt x="1035870" y="628818"/>
                  <a:pt x="1621376" y="628818"/>
                </a:cubicBezTo>
                <a:close/>
                <a:moveTo>
                  <a:pt x="1621376" y="424596"/>
                </a:moveTo>
                <a:cubicBezTo>
                  <a:pt x="923081" y="424596"/>
                  <a:pt x="357001" y="990676"/>
                  <a:pt x="357001" y="1688970"/>
                </a:cubicBezTo>
                <a:cubicBezTo>
                  <a:pt x="357001" y="2128645"/>
                  <a:pt x="581423" y="2515905"/>
                  <a:pt x="922189" y="2742109"/>
                </a:cubicBezTo>
                <a:lnTo>
                  <a:pt x="652992" y="3227814"/>
                </a:lnTo>
                <a:lnTo>
                  <a:pt x="911997" y="3227814"/>
                </a:lnTo>
                <a:lnTo>
                  <a:pt x="1121304" y="2850168"/>
                </a:lnTo>
                <a:cubicBezTo>
                  <a:pt x="1274563" y="2916691"/>
                  <a:pt x="1443689" y="2953344"/>
                  <a:pt x="1621376" y="2953344"/>
                </a:cubicBezTo>
                <a:cubicBezTo>
                  <a:pt x="1799063" y="2953344"/>
                  <a:pt x="1968189" y="2916691"/>
                  <a:pt x="2121449" y="2850168"/>
                </a:cubicBezTo>
                <a:lnTo>
                  <a:pt x="2330755" y="3227814"/>
                </a:lnTo>
                <a:lnTo>
                  <a:pt x="2589760" y="3227814"/>
                </a:lnTo>
                <a:lnTo>
                  <a:pt x="2320563" y="2742109"/>
                </a:lnTo>
                <a:cubicBezTo>
                  <a:pt x="2661329" y="2515905"/>
                  <a:pt x="2885751" y="2128645"/>
                  <a:pt x="2885751" y="1688970"/>
                </a:cubicBezTo>
                <a:cubicBezTo>
                  <a:pt x="2885751" y="990676"/>
                  <a:pt x="2319671" y="424596"/>
                  <a:pt x="1621376" y="424596"/>
                </a:cubicBezTo>
                <a:close/>
                <a:moveTo>
                  <a:pt x="2599800" y="123238"/>
                </a:moveTo>
                <a:cubicBezTo>
                  <a:pt x="2434609" y="120698"/>
                  <a:pt x="2268460" y="180476"/>
                  <a:pt x="2139563" y="303161"/>
                </a:cubicBezTo>
                <a:lnTo>
                  <a:pt x="3057258" y="1232053"/>
                </a:lnTo>
                <a:cubicBezTo>
                  <a:pt x="3305736" y="977255"/>
                  <a:pt x="3304415" y="570405"/>
                  <a:pt x="3054287" y="317226"/>
                </a:cubicBezTo>
                <a:cubicBezTo>
                  <a:pt x="2929224" y="190636"/>
                  <a:pt x="2764991" y="125778"/>
                  <a:pt x="2599800" y="123238"/>
                </a:cubicBezTo>
                <a:close/>
                <a:moveTo>
                  <a:pt x="642953" y="123238"/>
                </a:moveTo>
                <a:cubicBezTo>
                  <a:pt x="477762" y="125778"/>
                  <a:pt x="313529" y="190636"/>
                  <a:pt x="188466" y="317226"/>
                </a:cubicBezTo>
                <a:cubicBezTo>
                  <a:pt x="-61662" y="570405"/>
                  <a:pt x="-62983" y="977255"/>
                  <a:pt x="185495" y="1232053"/>
                </a:cubicBezTo>
                <a:lnTo>
                  <a:pt x="1103190" y="303161"/>
                </a:lnTo>
                <a:cubicBezTo>
                  <a:pt x="974294" y="180476"/>
                  <a:pt x="808144" y="120698"/>
                  <a:pt x="642953" y="123238"/>
                </a:cubicBezTo>
                <a:close/>
                <a:moveTo>
                  <a:pt x="1722692" y="0"/>
                </a:moveTo>
                <a:lnTo>
                  <a:pt x="1520061" y="0"/>
                </a:lnTo>
                <a:cubicBezTo>
                  <a:pt x="1440152" y="0"/>
                  <a:pt x="1375373" y="64779"/>
                  <a:pt x="1375373" y="144688"/>
                </a:cubicBezTo>
                <a:lnTo>
                  <a:pt x="1375373" y="289376"/>
                </a:lnTo>
                <a:lnTo>
                  <a:pt x="1867380" y="289376"/>
                </a:lnTo>
                <a:lnTo>
                  <a:pt x="1867380" y="144688"/>
                </a:lnTo>
                <a:cubicBezTo>
                  <a:pt x="1867380" y="64779"/>
                  <a:pt x="1802601" y="0"/>
                  <a:pt x="172269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Freeform 19">
            <a:extLst>
              <a:ext uri="{FF2B5EF4-FFF2-40B4-BE49-F238E27FC236}">
                <a16:creationId xmlns:a16="http://schemas.microsoft.com/office/drawing/2014/main" id="{C0688D79-DD07-43CD-A36D-F4CEADC221BF}"/>
              </a:ext>
            </a:extLst>
          </p:cNvPr>
          <p:cNvSpPr/>
          <p:nvPr userDrawn="1"/>
        </p:nvSpPr>
        <p:spPr>
          <a:xfrm>
            <a:off x="7745410" y="3642506"/>
            <a:ext cx="460778" cy="453389"/>
          </a:xfrm>
          <a:custGeom>
            <a:avLst/>
            <a:gdLst/>
            <a:ahLst/>
            <a:cxnLst/>
            <a:rect l="l" t="t" r="r" b="b"/>
            <a:pathLst>
              <a:path w="3214097" h="3162551">
                <a:moveTo>
                  <a:pt x="1014592" y="2306036"/>
                </a:moveTo>
                <a:cubicBezTo>
                  <a:pt x="854868" y="2306036"/>
                  <a:pt x="725386" y="2435518"/>
                  <a:pt x="725386" y="2595242"/>
                </a:cubicBezTo>
                <a:cubicBezTo>
                  <a:pt x="725386" y="2754966"/>
                  <a:pt x="854868" y="2884448"/>
                  <a:pt x="1014592" y="2884448"/>
                </a:cubicBezTo>
                <a:cubicBezTo>
                  <a:pt x="1174316" y="2884448"/>
                  <a:pt x="1303798" y="2754966"/>
                  <a:pt x="1303798" y="2595242"/>
                </a:cubicBezTo>
                <a:cubicBezTo>
                  <a:pt x="1303798" y="2435518"/>
                  <a:pt x="1174316" y="2306036"/>
                  <a:pt x="1014592" y="2306036"/>
                </a:cubicBezTo>
                <a:close/>
                <a:moveTo>
                  <a:pt x="481275" y="1691816"/>
                </a:moveTo>
                <a:cubicBezTo>
                  <a:pt x="321551" y="1691816"/>
                  <a:pt x="192069" y="1821298"/>
                  <a:pt x="192069" y="1981022"/>
                </a:cubicBezTo>
                <a:cubicBezTo>
                  <a:pt x="192069" y="2140746"/>
                  <a:pt x="321551" y="2270228"/>
                  <a:pt x="481275" y="2270228"/>
                </a:cubicBezTo>
                <a:cubicBezTo>
                  <a:pt x="640999" y="2270228"/>
                  <a:pt x="770481" y="2140746"/>
                  <a:pt x="770481" y="1981022"/>
                </a:cubicBezTo>
                <a:cubicBezTo>
                  <a:pt x="770481" y="1821298"/>
                  <a:pt x="640999" y="1691816"/>
                  <a:pt x="481275" y="1691816"/>
                </a:cubicBezTo>
                <a:close/>
                <a:moveTo>
                  <a:pt x="2764751" y="1113404"/>
                </a:moveTo>
                <a:cubicBezTo>
                  <a:pt x="2605027" y="1113404"/>
                  <a:pt x="2475545" y="1242886"/>
                  <a:pt x="2475545" y="1402610"/>
                </a:cubicBezTo>
                <a:cubicBezTo>
                  <a:pt x="2475545" y="1562334"/>
                  <a:pt x="2605027" y="1691816"/>
                  <a:pt x="2764751" y="1691816"/>
                </a:cubicBezTo>
                <a:cubicBezTo>
                  <a:pt x="2924475" y="1691816"/>
                  <a:pt x="3053957" y="1562334"/>
                  <a:pt x="3053957" y="1402610"/>
                </a:cubicBezTo>
                <a:cubicBezTo>
                  <a:pt x="3053957" y="1242886"/>
                  <a:pt x="2924475" y="1113404"/>
                  <a:pt x="2764751" y="1113404"/>
                </a:cubicBezTo>
                <a:close/>
                <a:moveTo>
                  <a:pt x="532503" y="881964"/>
                </a:moveTo>
                <a:cubicBezTo>
                  <a:pt x="372779" y="881964"/>
                  <a:pt x="243297" y="1011446"/>
                  <a:pt x="243297" y="1171170"/>
                </a:cubicBezTo>
                <a:cubicBezTo>
                  <a:pt x="243297" y="1330894"/>
                  <a:pt x="372779" y="1460376"/>
                  <a:pt x="532503" y="1460376"/>
                </a:cubicBezTo>
                <a:cubicBezTo>
                  <a:pt x="692227" y="1460376"/>
                  <a:pt x="821709" y="1330894"/>
                  <a:pt x="821709" y="1171170"/>
                </a:cubicBezTo>
                <a:cubicBezTo>
                  <a:pt x="821709" y="1011446"/>
                  <a:pt x="692227" y="881964"/>
                  <a:pt x="532503" y="881964"/>
                </a:cubicBezTo>
                <a:close/>
                <a:moveTo>
                  <a:pt x="1162143" y="321316"/>
                </a:moveTo>
                <a:cubicBezTo>
                  <a:pt x="1002419" y="321316"/>
                  <a:pt x="872937" y="450798"/>
                  <a:pt x="872937" y="610522"/>
                </a:cubicBezTo>
                <a:cubicBezTo>
                  <a:pt x="872937" y="770246"/>
                  <a:pt x="1002419" y="899728"/>
                  <a:pt x="1162143" y="899728"/>
                </a:cubicBezTo>
                <a:cubicBezTo>
                  <a:pt x="1321867" y="899728"/>
                  <a:pt x="1451349" y="770246"/>
                  <a:pt x="1451349" y="610522"/>
                </a:cubicBezTo>
                <a:cubicBezTo>
                  <a:pt x="1451349" y="450798"/>
                  <a:pt x="1321867" y="321316"/>
                  <a:pt x="1162143" y="321316"/>
                </a:cubicBezTo>
                <a:close/>
                <a:moveTo>
                  <a:pt x="1963447" y="177300"/>
                </a:moveTo>
                <a:cubicBezTo>
                  <a:pt x="1803723" y="177300"/>
                  <a:pt x="1674241" y="306782"/>
                  <a:pt x="1674241" y="466506"/>
                </a:cubicBezTo>
                <a:cubicBezTo>
                  <a:pt x="1674241" y="626230"/>
                  <a:pt x="1803723" y="755712"/>
                  <a:pt x="1963447" y="755712"/>
                </a:cubicBezTo>
                <a:cubicBezTo>
                  <a:pt x="2123171" y="755712"/>
                  <a:pt x="2252653" y="626230"/>
                  <a:pt x="2252653" y="466506"/>
                </a:cubicBezTo>
                <a:cubicBezTo>
                  <a:pt x="2252653" y="306782"/>
                  <a:pt x="2123171" y="177300"/>
                  <a:pt x="1963447" y="177300"/>
                </a:cubicBezTo>
                <a:close/>
                <a:moveTo>
                  <a:pt x="1752672" y="312"/>
                </a:moveTo>
                <a:cubicBezTo>
                  <a:pt x="1817888" y="-690"/>
                  <a:pt x="1885249" y="703"/>
                  <a:pt x="1954799" y="4657"/>
                </a:cubicBezTo>
                <a:cubicBezTo>
                  <a:pt x="2504015" y="53541"/>
                  <a:pt x="2975590" y="412975"/>
                  <a:pt x="3145244" y="944937"/>
                </a:cubicBezTo>
                <a:cubicBezTo>
                  <a:pt x="3412664" y="2126757"/>
                  <a:pt x="2837568" y="2017487"/>
                  <a:pt x="2506889" y="1867964"/>
                </a:cubicBezTo>
                <a:cubicBezTo>
                  <a:pt x="1580987" y="1673869"/>
                  <a:pt x="2725425" y="3197869"/>
                  <a:pt x="1014520" y="3161925"/>
                </a:cubicBezTo>
                <a:cubicBezTo>
                  <a:pt x="-14898" y="3061283"/>
                  <a:pt x="-138545" y="1873713"/>
                  <a:pt x="108747" y="1100212"/>
                </a:cubicBezTo>
                <a:cubicBezTo>
                  <a:pt x="278579" y="569148"/>
                  <a:pt x="774429" y="15339"/>
                  <a:pt x="1752672" y="31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Rectangle 30">
            <a:extLst>
              <a:ext uri="{FF2B5EF4-FFF2-40B4-BE49-F238E27FC236}">
                <a16:creationId xmlns:a16="http://schemas.microsoft.com/office/drawing/2014/main" id="{43786FAC-3E09-4B8E-A433-27D3DBF9B72B}"/>
              </a:ext>
            </a:extLst>
          </p:cNvPr>
          <p:cNvSpPr/>
          <p:nvPr userDrawn="1"/>
        </p:nvSpPr>
        <p:spPr>
          <a:xfrm>
            <a:off x="11063701" y="3600566"/>
            <a:ext cx="464493" cy="46313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Rectangle 7">
            <a:extLst>
              <a:ext uri="{FF2B5EF4-FFF2-40B4-BE49-F238E27FC236}">
                <a16:creationId xmlns:a16="http://schemas.microsoft.com/office/drawing/2014/main" id="{B13564A8-EAEA-4978-BA4A-E03FFC455AF9}"/>
              </a:ext>
            </a:extLst>
          </p:cNvPr>
          <p:cNvSpPr/>
          <p:nvPr userDrawn="1"/>
        </p:nvSpPr>
        <p:spPr>
          <a:xfrm>
            <a:off x="6950824" y="1518716"/>
            <a:ext cx="471567" cy="47156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C59B6B35-BB8B-43FD-879F-2061B6379A56}"/>
              </a:ext>
            </a:extLst>
          </p:cNvPr>
          <p:cNvSpPr/>
          <p:nvPr userDrawn="1"/>
        </p:nvSpPr>
        <p:spPr>
          <a:xfrm rot="5400000">
            <a:off x="7737684" y="1518715"/>
            <a:ext cx="472195" cy="471568"/>
          </a:xfrm>
          <a:custGeom>
            <a:avLst/>
            <a:gdLst/>
            <a:ahLst/>
            <a:cxnLst/>
            <a:rect l="l" t="t" r="r" b="b"/>
            <a:pathLst>
              <a:path w="3244313" h="3240000">
                <a:moveTo>
                  <a:pt x="2055482" y="677891"/>
                </a:moveTo>
                <a:lnTo>
                  <a:pt x="2055482" y="209891"/>
                </a:lnTo>
                <a:lnTo>
                  <a:pt x="2919482" y="209891"/>
                </a:lnTo>
                <a:lnTo>
                  <a:pt x="2919482" y="677891"/>
                </a:lnTo>
                <a:close/>
                <a:moveTo>
                  <a:pt x="1695482" y="1397971"/>
                </a:moveTo>
                <a:lnTo>
                  <a:pt x="1695482" y="929971"/>
                </a:lnTo>
                <a:lnTo>
                  <a:pt x="2919482" y="929971"/>
                </a:lnTo>
                <a:lnTo>
                  <a:pt x="2919482" y="1397971"/>
                </a:lnTo>
                <a:close/>
                <a:moveTo>
                  <a:pt x="1335482" y="2118051"/>
                </a:moveTo>
                <a:lnTo>
                  <a:pt x="1335482" y="1650051"/>
                </a:lnTo>
                <a:lnTo>
                  <a:pt x="2919482" y="1650051"/>
                </a:lnTo>
                <a:lnTo>
                  <a:pt x="2919482" y="2118051"/>
                </a:lnTo>
                <a:close/>
                <a:moveTo>
                  <a:pt x="975482" y="2838131"/>
                </a:moveTo>
                <a:lnTo>
                  <a:pt x="975482" y="2370131"/>
                </a:lnTo>
                <a:lnTo>
                  <a:pt x="2919482" y="2370131"/>
                </a:lnTo>
                <a:lnTo>
                  <a:pt x="2919482" y="2838131"/>
                </a:lnTo>
                <a:close/>
                <a:moveTo>
                  <a:pt x="10788" y="2651034"/>
                </a:moveTo>
                <a:lnTo>
                  <a:pt x="1168116" y="646484"/>
                </a:lnTo>
                <a:lnTo>
                  <a:pt x="1038664" y="571745"/>
                </a:lnTo>
                <a:lnTo>
                  <a:pt x="1533856" y="311959"/>
                </a:lnTo>
                <a:lnTo>
                  <a:pt x="1556471" y="870701"/>
                </a:lnTo>
                <a:lnTo>
                  <a:pt x="1427019" y="795962"/>
                </a:lnTo>
                <a:lnTo>
                  <a:pt x="269691" y="2800512"/>
                </a:lnTo>
                <a:close/>
                <a:moveTo>
                  <a:pt x="0" y="3240000"/>
                </a:moveTo>
                <a:lnTo>
                  <a:pt x="0" y="3060000"/>
                </a:lnTo>
                <a:lnTo>
                  <a:pt x="3064313" y="3060000"/>
                </a:lnTo>
                <a:lnTo>
                  <a:pt x="3064313" y="0"/>
                </a:lnTo>
                <a:lnTo>
                  <a:pt x="3244313" y="0"/>
                </a:lnTo>
                <a:lnTo>
                  <a:pt x="3244313" y="3240000"/>
                </a:lnTo>
                <a:lnTo>
                  <a:pt x="3240000" y="3240000"/>
                </a:lnTo>
                <a:lnTo>
                  <a:pt x="3064313" y="324000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Pie 24">
            <a:extLst>
              <a:ext uri="{FF2B5EF4-FFF2-40B4-BE49-F238E27FC236}">
                <a16:creationId xmlns:a16="http://schemas.microsoft.com/office/drawing/2014/main" id="{74B73BD9-45EB-4A93-9EA1-547133C42F39}"/>
              </a:ext>
            </a:extLst>
          </p:cNvPr>
          <p:cNvSpPr/>
          <p:nvPr userDrawn="1"/>
        </p:nvSpPr>
        <p:spPr>
          <a:xfrm>
            <a:off x="6809927" y="4618984"/>
            <a:ext cx="513183" cy="510342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9" name="Parallelogram 30">
            <a:extLst>
              <a:ext uri="{FF2B5EF4-FFF2-40B4-BE49-F238E27FC236}">
                <a16:creationId xmlns:a16="http://schemas.microsoft.com/office/drawing/2014/main" id="{91D93BB2-E0F9-49CA-80DA-58285EFBCB69}"/>
              </a:ext>
            </a:extLst>
          </p:cNvPr>
          <p:cNvSpPr/>
          <p:nvPr userDrawn="1"/>
        </p:nvSpPr>
        <p:spPr>
          <a:xfrm flipH="1">
            <a:off x="11038458" y="2527766"/>
            <a:ext cx="514976" cy="516250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Block Arc 14">
            <a:extLst>
              <a:ext uri="{FF2B5EF4-FFF2-40B4-BE49-F238E27FC236}">
                <a16:creationId xmlns:a16="http://schemas.microsoft.com/office/drawing/2014/main" id="{36937D06-CDB0-4D0D-B3C9-97FEBCC6CF31}"/>
              </a:ext>
            </a:extLst>
          </p:cNvPr>
          <p:cNvSpPr/>
          <p:nvPr userDrawn="1"/>
        </p:nvSpPr>
        <p:spPr>
          <a:xfrm rot="16200000">
            <a:off x="8525358" y="1470612"/>
            <a:ext cx="567400" cy="567774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1" name="Block Arc 41">
            <a:extLst>
              <a:ext uri="{FF2B5EF4-FFF2-40B4-BE49-F238E27FC236}">
                <a16:creationId xmlns:a16="http://schemas.microsoft.com/office/drawing/2014/main" id="{0AB5E14F-5B6D-416B-ACFD-0A930C71D854}"/>
              </a:ext>
            </a:extLst>
          </p:cNvPr>
          <p:cNvSpPr/>
          <p:nvPr userDrawn="1"/>
        </p:nvSpPr>
        <p:spPr>
          <a:xfrm>
            <a:off x="9408551" y="1424302"/>
            <a:ext cx="473301" cy="660394"/>
          </a:xfrm>
          <a:custGeom>
            <a:avLst/>
            <a:gdLst/>
            <a:ahLst/>
            <a:cxnLst/>
            <a:rect l="l" t="t" r="r" b="b"/>
            <a:pathLst>
              <a:path w="2512265" h="3505352">
                <a:moveTo>
                  <a:pt x="1276582" y="2106401"/>
                </a:moveTo>
                <a:cubicBezTo>
                  <a:pt x="1154832" y="2195007"/>
                  <a:pt x="1018024" y="2262207"/>
                  <a:pt x="871321" y="2302645"/>
                </a:cubicBezTo>
                <a:cubicBezTo>
                  <a:pt x="1041049" y="2346709"/>
                  <a:pt x="1216984" y="2342691"/>
                  <a:pt x="1380867" y="2295542"/>
                </a:cubicBezTo>
                <a:cubicBezTo>
                  <a:pt x="1352791" y="2227964"/>
                  <a:pt x="1317377" y="2164934"/>
                  <a:pt x="1276582" y="2106401"/>
                </a:cubicBezTo>
                <a:close/>
                <a:moveTo>
                  <a:pt x="931061" y="1768598"/>
                </a:moveTo>
                <a:lnTo>
                  <a:pt x="785084" y="2021438"/>
                </a:lnTo>
                <a:lnTo>
                  <a:pt x="684448" y="2196711"/>
                </a:lnTo>
                <a:cubicBezTo>
                  <a:pt x="868931" y="2169533"/>
                  <a:pt x="1041385" y="2098006"/>
                  <a:pt x="1189228" y="1991290"/>
                </a:cubicBezTo>
                <a:cubicBezTo>
                  <a:pt x="1113839" y="1904543"/>
                  <a:pt x="1026949" y="1829435"/>
                  <a:pt x="931061" y="1768598"/>
                </a:cubicBezTo>
                <a:close/>
                <a:moveTo>
                  <a:pt x="1626242" y="1739577"/>
                </a:moveTo>
                <a:cubicBezTo>
                  <a:pt x="1556851" y="1850020"/>
                  <a:pt x="1471526" y="1947792"/>
                  <a:pt x="1374302" y="2030973"/>
                </a:cubicBezTo>
                <a:cubicBezTo>
                  <a:pt x="1422822" y="2099916"/>
                  <a:pt x="1464618" y="2174537"/>
                  <a:pt x="1497466" y="2254701"/>
                </a:cubicBezTo>
                <a:cubicBezTo>
                  <a:pt x="1664534" y="2184833"/>
                  <a:pt x="1813198" y="2068027"/>
                  <a:pt x="1922549" y="1910651"/>
                </a:cubicBezTo>
                <a:close/>
                <a:moveTo>
                  <a:pt x="531158" y="1601275"/>
                </a:moveTo>
                <a:cubicBezTo>
                  <a:pt x="514831" y="1769123"/>
                  <a:pt x="535254" y="1939877"/>
                  <a:pt x="594029" y="2101141"/>
                </a:cubicBezTo>
                <a:lnTo>
                  <a:pt x="822377" y="1705631"/>
                </a:lnTo>
                <a:cubicBezTo>
                  <a:pt x="730789" y="1658398"/>
                  <a:pt x="632873" y="1623335"/>
                  <a:pt x="531158" y="1601275"/>
                </a:cubicBezTo>
                <a:close/>
                <a:moveTo>
                  <a:pt x="270885" y="1572115"/>
                </a:moveTo>
                <a:cubicBezTo>
                  <a:pt x="231457" y="1572339"/>
                  <a:pt x="191799" y="1574812"/>
                  <a:pt x="152057" y="1579894"/>
                </a:cubicBezTo>
                <a:cubicBezTo>
                  <a:pt x="195418" y="1760005"/>
                  <a:pt x="289893" y="1927350"/>
                  <a:pt x="428945" y="2058945"/>
                </a:cubicBezTo>
                <a:cubicBezTo>
                  <a:pt x="384418" y="1901749"/>
                  <a:pt x="371313" y="1738504"/>
                  <a:pt x="388331" y="1577832"/>
                </a:cubicBezTo>
                <a:cubicBezTo>
                  <a:pt x="349511" y="1573916"/>
                  <a:pt x="310313" y="1571891"/>
                  <a:pt x="270885" y="1572115"/>
                </a:cubicBezTo>
                <a:close/>
                <a:moveTo>
                  <a:pt x="1117422" y="1445810"/>
                </a:moveTo>
                <a:lnTo>
                  <a:pt x="992684" y="1661863"/>
                </a:lnTo>
                <a:cubicBezTo>
                  <a:pt x="1102065" y="1730612"/>
                  <a:pt x="1200940" y="1816138"/>
                  <a:pt x="1286200" y="1915345"/>
                </a:cubicBezTo>
                <a:cubicBezTo>
                  <a:pt x="1368713" y="1844119"/>
                  <a:pt x="1441290" y="1760865"/>
                  <a:pt x="1500981" y="1667258"/>
                </a:cubicBezTo>
                <a:close/>
                <a:moveTo>
                  <a:pt x="2092402" y="1221082"/>
                </a:moveTo>
                <a:cubicBezTo>
                  <a:pt x="2001593" y="1234047"/>
                  <a:pt x="1911092" y="1235450"/>
                  <a:pt x="1822337" y="1227227"/>
                </a:cubicBezTo>
                <a:cubicBezTo>
                  <a:pt x="1800443" y="1366691"/>
                  <a:pt x="1756170" y="1503162"/>
                  <a:pt x="1688847" y="1630684"/>
                </a:cubicBezTo>
                <a:lnTo>
                  <a:pt x="1987299" y="1802996"/>
                </a:lnTo>
                <a:cubicBezTo>
                  <a:pt x="2084887" y="1618081"/>
                  <a:pt x="2117858" y="1415133"/>
                  <a:pt x="2092402" y="1221082"/>
                </a:cubicBezTo>
                <a:close/>
                <a:moveTo>
                  <a:pt x="649579" y="1175701"/>
                </a:moveTo>
                <a:cubicBezTo>
                  <a:pt x="600911" y="1272240"/>
                  <a:pt x="566994" y="1374279"/>
                  <a:pt x="548013" y="1478728"/>
                </a:cubicBezTo>
                <a:cubicBezTo>
                  <a:pt x="665588" y="1503392"/>
                  <a:pt x="778659" y="1543786"/>
                  <a:pt x="883938" y="1599004"/>
                </a:cubicBezTo>
                <a:lnTo>
                  <a:pt x="1008644" y="1383007"/>
                </a:lnTo>
                <a:close/>
                <a:moveTo>
                  <a:pt x="1325201" y="1085928"/>
                </a:moveTo>
                <a:lnTo>
                  <a:pt x="1180226" y="1337032"/>
                </a:lnTo>
                <a:lnTo>
                  <a:pt x="1563461" y="1558293"/>
                </a:lnTo>
                <a:cubicBezTo>
                  <a:pt x="1621429" y="1447029"/>
                  <a:pt x="1659763" y="1328223"/>
                  <a:pt x="1679185" y="1206861"/>
                </a:cubicBezTo>
                <a:cubicBezTo>
                  <a:pt x="1555153" y="1183834"/>
                  <a:pt x="1435895" y="1143161"/>
                  <a:pt x="1325201" y="1085928"/>
                </a:cubicBezTo>
                <a:close/>
                <a:moveTo>
                  <a:pt x="216369" y="925587"/>
                </a:moveTo>
                <a:cubicBezTo>
                  <a:pt x="135862" y="1096620"/>
                  <a:pt x="108667" y="1281041"/>
                  <a:pt x="130011" y="1458436"/>
                </a:cubicBezTo>
                <a:cubicBezTo>
                  <a:pt x="222591" y="1446071"/>
                  <a:pt x="314795" y="1446181"/>
                  <a:pt x="405131" y="1455463"/>
                </a:cubicBezTo>
                <a:cubicBezTo>
                  <a:pt x="426945" y="1333935"/>
                  <a:pt x="466667" y="1215249"/>
                  <a:pt x="524206" y="1103317"/>
                </a:cubicBezTo>
                <a:close/>
                <a:moveTo>
                  <a:pt x="943246" y="797103"/>
                </a:moveTo>
                <a:cubicBezTo>
                  <a:pt x="853400" y="873630"/>
                  <a:pt x="774733" y="963960"/>
                  <a:pt x="711316" y="1066306"/>
                </a:cubicBezTo>
                <a:lnTo>
                  <a:pt x="1071447" y="1274228"/>
                </a:lnTo>
                <a:lnTo>
                  <a:pt x="1215869" y="1024081"/>
                </a:lnTo>
                <a:cubicBezTo>
                  <a:pt x="1115458" y="961776"/>
                  <a:pt x="1023809" y="885272"/>
                  <a:pt x="943246" y="797103"/>
                </a:cubicBezTo>
                <a:close/>
                <a:moveTo>
                  <a:pt x="1777831" y="614825"/>
                </a:moveTo>
                <a:cubicBezTo>
                  <a:pt x="1828108" y="774217"/>
                  <a:pt x="1847177" y="940426"/>
                  <a:pt x="1835302" y="1104709"/>
                </a:cubicBezTo>
                <a:cubicBezTo>
                  <a:pt x="1912529" y="1111680"/>
                  <a:pt x="1991200" y="1110618"/>
                  <a:pt x="2070135" y="1099634"/>
                </a:cubicBezTo>
                <a:cubicBezTo>
                  <a:pt x="2023430" y="916066"/>
                  <a:pt x="1923963" y="746103"/>
                  <a:pt x="1777831" y="614825"/>
                </a:cubicBezTo>
                <a:close/>
                <a:moveTo>
                  <a:pt x="1613169" y="587153"/>
                </a:moveTo>
                <a:lnTo>
                  <a:pt x="1386789" y="979253"/>
                </a:lnTo>
                <a:cubicBezTo>
                  <a:pt x="1482593" y="1028182"/>
                  <a:pt x="1585369" y="1063521"/>
                  <a:pt x="1692132" y="1084514"/>
                </a:cubicBezTo>
                <a:cubicBezTo>
                  <a:pt x="1702376" y="916614"/>
                  <a:pt x="1676765" y="746730"/>
                  <a:pt x="1613169" y="587153"/>
                </a:cubicBezTo>
                <a:close/>
                <a:moveTo>
                  <a:pt x="1500307" y="531421"/>
                </a:moveTo>
                <a:cubicBezTo>
                  <a:pt x="1333628" y="560682"/>
                  <a:pt x="1177718" y="626786"/>
                  <a:pt x="1041762" y="721997"/>
                </a:cubicBezTo>
                <a:cubicBezTo>
                  <a:pt x="1111912" y="797410"/>
                  <a:pt x="1191076" y="863204"/>
                  <a:pt x="1277416" y="917480"/>
                </a:cubicBezTo>
                <a:close/>
                <a:moveTo>
                  <a:pt x="708730" y="442269"/>
                </a:moveTo>
                <a:cubicBezTo>
                  <a:pt x="536145" y="518354"/>
                  <a:pt x="384460" y="645249"/>
                  <a:pt x="277225" y="815684"/>
                </a:cubicBezTo>
                <a:lnTo>
                  <a:pt x="586010" y="993961"/>
                </a:lnTo>
                <a:cubicBezTo>
                  <a:pt x="658009" y="876621"/>
                  <a:pt x="747803" y="773217"/>
                  <a:pt x="850548" y="685844"/>
                </a:cubicBezTo>
                <a:cubicBezTo>
                  <a:pt x="795399" y="611028"/>
                  <a:pt x="747545" y="529652"/>
                  <a:pt x="708730" y="442269"/>
                </a:cubicBezTo>
                <a:close/>
                <a:moveTo>
                  <a:pt x="1114411" y="355452"/>
                </a:moveTo>
                <a:cubicBezTo>
                  <a:pt x="1016499" y="355167"/>
                  <a:pt x="919324" y="369705"/>
                  <a:pt x="826255" y="398131"/>
                </a:cubicBezTo>
                <a:cubicBezTo>
                  <a:pt x="858722" y="474940"/>
                  <a:pt x="900618" y="545829"/>
                  <a:pt x="948599" y="611249"/>
                </a:cubicBezTo>
                <a:cubicBezTo>
                  <a:pt x="1085375" y="512974"/>
                  <a:pt x="1240825" y="441488"/>
                  <a:pt x="1406980" y="401715"/>
                </a:cubicBezTo>
                <a:cubicBezTo>
                  <a:pt x="1310969" y="370847"/>
                  <a:pt x="1212322" y="355738"/>
                  <a:pt x="1114411" y="355452"/>
                </a:cubicBezTo>
                <a:close/>
                <a:moveTo>
                  <a:pt x="1776283" y="295101"/>
                </a:moveTo>
                <a:lnTo>
                  <a:pt x="1710896" y="408983"/>
                </a:lnTo>
                <a:cubicBezTo>
                  <a:pt x="2209777" y="726145"/>
                  <a:pt x="2373723" y="1383396"/>
                  <a:pt x="2075153" y="1900534"/>
                </a:cubicBezTo>
                <a:cubicBezTo>
                  <a:pt x="1777480" y="2416119"/>
                  <a:pt x="1129323" y="2603192"/>
                  <a:pt x="606057" y="2333243"/>
                </a:cubicBezTo>
                <a:lnTo>
                  <a:pt x="534769" y="2457402"/>
                </a:lnTo>
                <a:cubicBezTo>
                  <a:pt x="1115347" y="2755664"/>
                  <a:pt x="1834151" y="2554240"/>
                  <a:pt x="2173557" y="1987198"/>
                </a:cubicBezTo>
                <a:cubicBezTo>
                  <a:pt x="2520801" y="1407062"/>
                  <a:pt x="2343129" y="657734"/>
                  <a:pt x="1776283" y="295101"/>
                </a:cubicBezTo>
                <a:close/>
                <a:moveTo>
                  <a:pt x="1831804" y="0"/>
                </a:moveTo>
                <a:cubicBezTo>
                  <a:pt x="1881515" y="0"/>
                  <a:pt x="1921814" y="40299"/>
                  <a:pt x="1921814" y="90010"/>
                </a:cubicBezTo>
                <a:cubicBezTo>
                  <a:pt x="1921814" y="123853"/>
                  <a:pt x="1903137" y="153333"/>
                  <a:pt x="1874873" y="167531"/>
                </a:cubicBezTo>
                <a:cubicBezTo>
                  <a:pt x="2505724" y="579432"/>
                  <a:pt x="2701456" y="1419035"/>
                  <a:pt x="2311836" y="2069966"/>
                </a:cubicBezTo>
                <a:cubicBezTo>
                  <a:pt x="2067801" y="2477672"/>
                  <a:pt x="1650037" y="2717958"/>
                  <a:pt x="1209422" y="2750781"/>
                </a:cubicBezTo>
                <a:lnTo>
                  <a:pt x="1209422" y="3191198"/>
                </a:lnTo>
                <a:cubicBezTo>
                  <a:pt x="1228953" y="3190691"/>
                  <a:pt x="1248332" y="3191937"/>
                  <a:pt x="1267595" y="3193449"/>
                </a:cubicBezTo>
                <a:cubicBezTo>
                  <a:pt x="1660899" y="3224325"/>
                  <a:pt x="1926978" y="3358049"/>
                  <a:pt x="1884661" y="3503570"/>
                </a:cubicBezTo>
                <a:lnTo>
                  <a:pt x="318693" y="3505352"/>
                </a:lnTo>
                <a:cubicBezTo>
                  <a:pt x="273700" y="3359367"/>
                  <a:pt x="539657" y="3224666"/>
                  <a:pt x="934393" y="3193515"/>
                </a:cubicBezTo>
                <a:lnTo>
                  <a:pt x="993398" y="3191208"/>
                </a:lnTo>
                <a:lnTo>
                  <a:pt x="993398" y="2750894"/>
                </a:lnTo>
                <a:cubicBezTo>
                  <a:pt x="812915" y="2737642"/>
                  <a:pt x="632784" y="2688481"/>
                  <a:pt x="463078" y="2601537"/>
                </a:cubicBezTo>
                <a:cubicBezTo>
                  <a:pt x="463677" y="2602537"/>
                  <a:pt x="463694" y="2603560"/>
                  <a:pt x="463694" y="2604587"/>
                </a:cubicBezTo>
                <a:cubicBezTo>
                  <a:pt x="463694" y="2654298"/>
                  <a:pt x="423395" y="2694597"/>
                  <a:pt x="373684" y="2694597"/>
                </a:cubicBezTo>
                <a:cubicBezTo>
                  <a:pt x="323973" y="2694597"/>
                  <a:pt x="283674" y="2654298"/>
                  <a:pt x="283674" y="2604587"/>
                </a:cubicBezTo>
                <a:cubicBezTo>
                  <a:pt x="283674" y="2554876"/>
                  <a:pt x="323973" y="2514577"/>
                  <a:pt x="373684" y="2514577"/>
                </a:cubicBezTo>
                <a:lnTo>
                  <a:pt x="377019" y="2515250"/>
                </a:lnTo>
                <a:lnTo>
                  <a:pt x="511820" y="2280472"/>
                </a:lnTo>
                <a:lnTo>
                  <a:pt x="495824" y="2271237"/>
                </a:lnTo>
                <a:lnTo>
                  <a:pt x="496783" y="2269575"/>
                </a:lnTo>
                <a:cubicBezTo>
                  <a:pt x="34226" y="1964050"/>
                  <a:pt x="-130424" y="1362029"/>
                  <a:pt x="110016" y="864184"/>
                </a:cubicBezTo>
                <a:lnTo>
                  <a:pt x="106296" y="862036"/>
                </a:lnTo>
                <a:lnTo>
                  <a:pt x="148828" y="788370"/>
                </a:lnTo>
                <a:lnTo>
                  <a:pt x="169099" y="753258"/>
                </a:lnTo>
                <a:lnTo>
                  <a:pt x="170873" y="754281"/>
                </a:lnTo>
                <a:cubicBezTo>
                  <a:pt x="475914" y="264737"/>
                  <a:pt x="1106018" y="92008"/>
                  <a:pt x="1617242" y="355196"/>
                </a:cubicBezTo>
                <a:lnTo>
                  <a:pt x="1748044" y="127384"/>
                </a:lnTo>
                <a:lnTo>
                  <a:pt x="1751959" y="129632"/>
                </a:lnTo>
                <a:cubicBezTo>
                  <a:pt x="1745165" y="117975"/>
                  <a:pt x="1741794" y="104386"/>
                  <a:pt x="1741794" y="90010"/>
                </a:cubicBezTo>
                <a:cubicBezTo>
                  <a:pt x="1741794" y="40299"/>
                  <a:pt x="1782093" y="0"/>
                  <a:pt x="1831804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2" name="Right Triangle 17">
            <a:extLst>
              <a:ext uri="{FF2B5EF4-FFF2-40B4-BE49-F238E27FC236}">
                <a16:creationId xmlns:a16="http://schemas.microsoft.com/office/drawing/2014/main" id="{D697D67B-86B5-48D6-AF8F-003178395FEF}"/>
              </a:ext>
            </a:extLst>
          </p:cNvPr>
          <p:cNvSpPr/>
          <p:nvPr userDrawn="1"/>
        </p:nvSpPr>
        <p:spPr>
          <a:xfrm>
            <a:off x="7705746" y="4600959"/>
            <a:ext cx="385790" cy="546392"/>
          </a:xfrm>
          <a:custGeom>
            <a:avLst/>
            <a:gdLst/>
            <a:ahLst/>
            <a:cxnLst/>
            <a:rect l="l" t="t" r="r" b="b"/>
            <a:pathLst>
              <a:path w="2387678" h="3240000">
                <a:moveTo>
                  <a:pt x="1645041" y="17032"/>
                </a:moveTo>
                <a:lnTo>
                  <a:pt x="2376264" y="17032"/>
                </a:lnTo>
                <a:lnTo>
                  <a:pt x="2376264" y="17033"/>
                </a:lnTo>
                <a:lnTo>
                  <a:pt x="1645042" y="17033"/>
                </a:lnTo>
                <a:close/>
                <a:moveTo>
                  <a:pt x="0" y="17032"/>
                </a:moveTo>
                <a:lnTo>
                  <a:pt x="1379678" y="17032"/>
                </a:lnTo>
                <a:lnTo>
                  <a:pt x="1379678" y="996125"/>
                </a:lnTo>
                <a:lnTo>
                  <a:pt x="2376264" y="996125"/>
                </a:lnTo>
                <a:lnTo>
                  <a:pt x="2376264" y="3240000"/>
                </a:lnTo>
                <a:lnTo>
                  <a:pt x="0" y="3240000"/>
                </a:lnTo>
                <a:close/>
                <a:moveTo>
                  <a:pt x="1498869" y="0"/>
                </a:moveTo>
                <a:lnTo>
                  <a:pt x="2387678" y="888809"/>
                </a:lnTo>
                <a:lnTo>
                  <a:pt x="1498869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3" name="Oval 27">
            <a:extLst>
              <a:ext uri="{FF2B5EF4-FFF2-40B4-BE49-F238E27FC236}">
                <a16:creationId xmlns:a16="http://schemas.microsoft.com/office/drawing/2014/main" id="{DD945B12-BA52-4BC9-9FE2-5B73FC0224F3}"/>
              </a:ext>
            </a:extLst>
          </p:cNvPr>
          <p:cNvSpPr/>
          <p:nvPr userDrawn="1"/>
        </p:nvSpPr>
        <p:spPr>
          <a:xfrm>
            <a:off x="4418496" y="5469184"/>
            <a:ext cx="409732" cy="779216"/>
          </a:xfrm>
          <a:custGeom>
            <a:avLst/>
            <a:gdLst/>
            <a:ahLst/>
            <a:cxnLst/>
            <a:rect l="l" t="t" r="r" b="b"/>
            <a:pathLst>
              <a:path w="1703664" h="3240001">
                <a:moveTo>
                  <a:pt x="952533" y="2024463"/>
                </a:moveTo>
                <a:lnTo>
                  <a:pt x="856710" y="2024464"/>
                </a:lnTo>
                <a:lnTo>
                  <a:pt x="649879" y="2143878"/>
                </a:lnTo>
                <a:lnTo>
                  <a:pt x="728753" y="2280491"/>
                </a:lnTo>
                <a:lnTo>
                  <a:pt x="800462" y="2239090"/>
                </a:lnTo>
                <a:lnTo>
                  <a:pt x="800462" y="2476837"/>
                </a:lnTo>
                <a:lnTo>
                  <a:pt x="649878" y="2476837"/>
                </a:lnTo>
                <a:lnTo>
                  <a:pt x="649878" y="2634602"/>
                </a:lnTo>
                <a:lnTo>
                  <a:pt x="1067658" y="2634602"/>
                </a:lnTo>
                <a:lnTo>
                  <a:pt x="1067657" y="2476837"/>
                </a:lnTo>
                <a:lnTo>
                  <a:pt x="952532" y="2476837"/>
                </a:lnTo>
                <a:lnTo>
                  <a:pt x="952532" y="2151292"/>
                </a:lnTo>
                <a:lnTo>
                  <a:pt x="952534" y="2151291"/>
                </a:lnTo>
                <a:close/>
                <a:moveTo>
                  <a:pt x="851832" y="1776101"/>
                </a:moveTo>
                <a:cubicBezTo>
                  <a:pt x="1189868" y="1776101"/>
                  <a:pt x="1463900" y="2050133"/>
                  <a:pt x="1463900" y="2388169"/>
                </a:cubicBezTo>
                <a:cubicBezTo>
                  <a:pt x="1463900" y="2726205"/>
                  <a:pt x="1189868" y="3000237"/>
                  <a:pt x="851832" y="3000237"/>
                </a:cubicBezTo>
                <a:cubicBezTo>
                  <a:pt x="513796" y="3000237"/>
                  <a:pt x="239764" y="2726205"/>
                  <a:pt x="239764" y="2388169"/>
                </a:cubicBezTo>
                <a:cubicBezTo>
                  <a:pt x="239764" y="2050133"/>
                  <a:pt x="513796" y="1776101"/>
                  <a:pt x="851832" y="1776101"/>
                </a:cubicBezTo>
                <a:close/>
                <a:moveTo>
                  <a:pt x="851832" y="1689019"/>
                </a:moveTo>
                <a:cubicBezTo>
                  <a:pt x="465702" y="1689019"/>
                  <a:pt x="152682" y="2002039"/>
                  <a:pt x="152682" y="2388169"/>
                </a:cubicBezTo>
                <a:cubicBezTo>
                  <a:pt x="152682" y="2774299"/>
                  <a:pt x="465702" y="3087319"/>
                  <a:pt x="851832" y="3087319"/>
                </a:cubicBezTo>
                <a:cubicBezTo>
                  <a:pt x="1237962" y="3087319"/>
                  <a:pt x="1550982" y="2774299"/>
                  <a:pt x="1550982" y="2388169"/>
                </a:cubicBezTo>
                <a:cubicBezTo>
                  <a:pt x="1550982" y="2002039"/>
                  <a:pt x="1237962" y="1689019"/>
                  <a:pt x="851832" y="1689019"/>
                </a:cubicBezTo>
                <a:close/>
                <a:moveTo>
                  <a:pt x="851832" y="1536337"/>
                </a:moveTo>
                <a:cubicBezTo>
                  <a:pt x="1322286" y="1536337"/>
                  <a:pt x="1703664" y="1917715"/>
                  <a:pt x="1703664" y="2388169"/>
                </a:cubicBezTo>
                <a:cubicBezTo>
                  <a:pt x="1703664" y="2858623"/>
                  <a:pt x="1322286" y="3240001"/>
                  <a:pt x="851832" y="3240001"/>
                </a:cubicBezTo>
                <a:cubicBezTo>
                  <a:pt x="381378" y="3240001"/>
                  <a:pt x="0" y="2858623"/>
                  <a:pt x="0" y="2388169"/>
                </a:cubicBezTo>
                <a:cubicBezTo>
                  <a:pt x="0" y="1917715"/>
                  <a:pt x="381378" y="1536337"/>
                  <a:pt x="851832" y="1536337"/>
                </a:cubicBezTo>
                <a:close/>
                <a:moveTo>
                  <a:pt x="1173126" y="1"/>
                </a:moveTo>
                <a:lnTo>
                  <a:pt x="1383673" y="1"/>
                </a:lnTo>
                <a:lnTo>
                  <a:pt x="1383673" y="954514"/>
                </a:lnTo>
                <a:lnTo>
                  <a:pt x="1173126" y="1187717"/>
                </a:lnTo>
                <a:close/>
                <a:moveTo>
                  <a:pt x="619488" y="0"/>
                </a:moveTo>
                <a:lnTo>
                  <a:pt x="1099698" y="0"/>
                </a:lnTo>
                <a:lnTo>
                  <a:pt x="1099698" y="1265464"/>
                </a:lnTo>
                <a:lnTo>
                  <a:pt x="859593" y="1532640"/>
                </a:lnTo>
                <a:lnTo>
                  <a:pt x="619488" y="1265464"/>
                </a:lnTo>
                <a:close/>
                <a:moveTo>
                  <a:pt x="335512" y="0"/>
                </a:moveTo>
                <a:lnTo>
                  <a:pt x="546059" y="0"/>
                </a:lnTo>
                <a:lnTo>
                  <a:pt x="546059" y="1166181"/>
                </a:lnTo>
                <a:lnTo>
                  <a:pt x="335512" y="92745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Parallelogram 15">
            <a:extLst>
              <a:ext uri="{FF2B5EF4-FFF2-40B4-BE49-F238E27FC236}">
                <a16:creationId xmlns:a16="http://schemas.microsoft.com/office/drawing/2014/main" id="{C554E01D-65BC-43FE-AB91-241ADD7BFDDF}"/>
              </a:ext>
            </a:extLst>
          </p:cNvPr>
          <p:cNvSpPr/>
          <p:nvPr userDrawn="1"/>
        </p:nvSpPr>
        <p:spPr>
          <a:xfrm rot="16200000">
            <a:off x="8536863" y="3545131"/>
            <a:ext cx="598764" cy="648141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5" name="Round Same Side Corner Rectangle 21">
            <a:extLst>
              <a:ext uri="{FF2B5EF4-FFF2-40B4-BE49-F238E27FC236}">
                <a16:creationId xmlns:a16="http://schemas.microsoft.com/office/drawing/2014/main" id="{4033428E-F956-4BF3-B750-0352B28419CC}"/>
              </a:ext>
            </a:extLst>
          </p:cNvPr>
          <p:cNvSpPr/>
          <p:nvPr userDrawn="1"/>
        </p:nvSpPr>
        <p:spPr>
          <a:xfrm rot="10800000">
            <a:off x="9311063" y="2543932"/>
            <a:ext cx="386665" cy="436639"/>
          </a:xfrm>
          <a:custGeom>
            <a:avLst/>
            <a:gdLst/>
            <a:ahLst/>
            <a:cxnLst/>
            <a:rect l="l" t="t" r="r" b="b"/>
            <a:pathLst>
              <a:path w="2880320" h="3252576">
                <a:moveTo>
                  <a:pt x="612726" y="2220771"/>
                </a:moveTo>
                <a:cubicBezTo>
                  <a:pt x="662432" y="2220771"/>
                  <a:pt x="702726" y="2180477"/>
                  <a:pt x="702726" y="2130771"/>
                </a:cubicBezTo>
                <a:lnTo>
                  <a:pt x="702726" y="438771"/>
                </a:lnTo>
                <a:cubicBezTo>
                  <a:pt x="702726" y="389065"/>
                  <a:pt x="662432" y="348771"/>
                  <a:pt x="612726" y="348771"/>
                </a:cubicBezTo>
                <a:cubicBezTo>
                  <a:pt x="563020" y="348771"/>
                  <a:pt x="522726" y="389065"/>
                  <a:pt x="522726" y="438771"/>
                </a:cubicBezTo>
                <a:lnTo>
                  <a:pt x="522726" y="2130771"/>
                </a:lnTo>
                <a:cubicBezTo>
                  <a:pt x="522726" y="2180477"/>
                  <a:pt x="563020" y="2220771"/>
                  <a:pt x="612726" y="2220771"/>
                </a:cubicBezTo>
                <a:close/>
                <a:moveTo>
                  <a:pt x="1188790" y="2220771"/>
                </a:moveTo>
                <a:cubicBezTo>
                  <a:pt x="1238496" y="2220771"/>
                  <a:pt x="1278790" y="2180477"/>
                  <a:pt x="1278790" y="2130771"/>
                </a:cubicBezTo>
                <a:lnTo>
                  <a:pt x="1278790" y="438771"/>
                </a:lnTo>
                <a:cubicBezTo>
                  <a:pt x="1278790" y="389065"/>
                  <a:pt x="1238496" y="348771"/>
                  <a:pt x="1188790" y="348771"/>
                </a:cubicBezTo>
                <a:cubicBezTo>
                  <a:pt x="1139084" y="348771"/>
                  <a:pt x="1098790" y="389065"/>
                  <a:pt x="1098790" y="438771"/>
                </a:cubicBezTo>
                <a:lnTo>
                  <a:pt x="1098790" y="2130771"/>
                </a:lnTo>
                <a:cubicBezTo>
                  <a:pt x="1098790" y="2180477"/>
                  <a:pt x="1139084" y="2220771"/>
                  <a:pt x="1188790" y="2220771"/>
                </a:cubicBezTo>
                <a:close/>
                <a:moveTo>
                  <a:pt x="1764854" y="2220771"/>
                </a:moveTo>
                <a:cubicBezTo>
                  <a:pt x="1814560" y="2220771"/>
                  <a:pt x="1854854" y="2180477"/>
                  <a:pt x="1854854" y="2130771"/>
                </a:cubicBezTo>
                <a:lnTo>
                  <a:pt x="1854854" y="438771"/>
                </a:lnTo>
                <a:cubicBezTo>
                  <a:pt x="1854854" y="389065"/>
                  <a:pt x="1814560" y="348771"/>
                  <a:pt x="1764854" y="348771"/>
                </a:cubicBezTo>
                <a:cubicBezTo>
                  <a:pt x="1715148" y="348771"/>
                  <a:pt x="1674854" y="389065"/>
                  <a:pt x="1674854" y="438771"/>
                </a:cubicBezTo>
                <a:lnTo>
                  <a:pt x="1674854" y="2130771"/>
                </a:lnTo>
                <a:cubicBezTo>
                  <a:pt x="1674854" y="2180477"/>
                  <a:pt x="1715148" y="2220771"/>
                  <a:pt x="1764854" y="2220771"/>
                </a:cubicBezTo>
                <a:close/>
                <a:moveTo>
                  <a:pt x="2340918" y="2220771"/>
                </a:moveTo>
                <a:cubicBezTo>
                  <a:pt x="2390624" y="2220771"/>
                  <a:pt x="2430918" y="2180477"/>
                  <a:pt x="2430918" y="2130771"/>
                </a:cubicBezTo>
                <a:lnTo>
                  <a:pt x="2430918" y="438771"/>
                </a:lnTo>
                <a:cubicBezTo>
                  <a:pt x="2430918" y="389065"/>
                  <a:pt x="2390624" y="348771"/>
                  <a:pt x="2340918" y="348771"/>
                </a:cubicBezTo>
                <a:cubicBezTo>
                  <a:pt x="2291212" y="348771"/>
                  <a:pt x="2250918" y="389065"/>
                  <a:pt x="2250918" y="438771"/>
                </a:cubicBezTo>
                <a:lnTo>
                  <a:pt x="2250918" y="2130771"/>
                </a:lnTo>
                <a:cubicBezTo>
                  <a:pt x="2250918" y="2180477"/>
                  <a:pt x="2291212" y="2220771"/>
                  <a:pt x="2340918" y="2220771"/>
                </a:cubicBezTo>
                <a:close/>
                <a:moveTo>
                  <a:pt x="2784182" y="2519920"/>
                </a:moveTo>
                <a:lnTo>
                  <a:pt x="96136" y="2519920"/>
                </a:lnTo>
                <a:lnTo>
                  <a:pt x="96136" y="419995"/>
                </a:lnTo>
                <a:cubicBezTo>
                  <a:pt x="96136" y="188038"/>
                  <a:pt x="284174" y="0"/>
                  <a:pt x="516131" y="0"/>
                </a:cubicBezTo>
                <a:lnTo>
                  <a:pt x="2364187" y="0"/>
                </a:lnTo>
                <a:cubicBezTo>
                  <a:pt x="2596144" y="0"/>
                  <a:pt x="2784182" y="188038"/>
                  <a:pt x="2784182" y="419995"/>
                </a:cubicBezTo>
                <a:close/>
                <a:moveTo>
                  <a:pt x="1687966" y="3252576"/>
                </a:moveTo>
                <a:lnTo>
                  <a:pt x="1192350" y="3252576"/>
                </a:lnTo>
                <a:cubicBezTo>
                  <a:pt x="1129224" y="3252576"/>
                  <a:pt x="1078050" y="3201402"/>
                  <a:pt x="1078050" y="3138276"/>
                </a:cubicBezTo>
                <a:lnTo>
                  <a:pt x="1078050" y="3023976"/>
                </a:lnTo>
                <a:lnTo>
                  <a:pt x="60008" y="3023976"/>
                </a:lnTo>
                <a:cubicBezTo>
                  <a:pt x="26866" y="3023976"/>
                  <a:pt x="0" y="2997110"/>
                  <a:pt x="0" y="2963968"/>
                </a:cubicBezTo>
                <a:lnTo>
                  <a:pt x="0" y="2723944"/>
                </a:lnTo>
                <a:cubicBezTo>
                  <a:pt x="0" y="2690802"/>
                  <a:pt x="26866" y="2663936"/>
                  <a:pt x="60008" y="2663936"/>
                </a:cubicBezTo>
                <a:lnTo>
                  <a:pt x="2820312" y="2663936"/>
                </a:lnTo>
                <a:cubicBezTo>
                  <a:pt x="2853454" y="2663936"/>
                  <a:pt x="2880320" y="2690802"/>
                  <a:pt x="2880320" y="2723944"/>
                </a:cubicBezTo>
                <a:lnTo>
                  <a:pt x="2880320" y="2963968"/>
                </a:lnTo>
                <a:cubicBezTo>
                  <a:pt x="2880320" y="2997110"/>
                  <a:pt x="2853454" y="3023976"/>
                  <a:pt x="2820312" y="3023976"/>
                </a:cubicBezTo>
                <a:lnTo>
                  <a:pt x="1802266" y="3023976"/>
                </a:lnTo>
                <a:lnTo>
                  <a:pt x="1802266" y="3138276"/>
                </a:lnTo>
                <a:cubicBezTo>
                  <a:pt x="1802266" y="3201402"/>
                  <a:pt x="1751092" y="3252576"/>
                  <a:pt x="1687966" y="325257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6" name="Oval 26">
            <a:extLst>
              <a:ext uri="{FF2B5EF4-FFF2-40B4-BE49-F238E27FC236}">
                <a16:creationId xmlns:a16="http://schemas.microsoft.com/office/drawing/2014/main" id="{7CB257E3-2496-4E62-AE15-1432750680B6}"/>
              </a:ext>
            </a:extLst>
          </p:cNvPr>
          <p:cNvSpPr/>
          <p:nvPr userDrawn="1"/>
        </p:nvSpPr>
        <p:spPr>
          <a:xfrm>
            <a:off x="6966942" y="3587275"/>
            <a:ext cx="472482" cy="563852"/>
          </a:xfrm>
          <a:custGeom>
            <a:avLst/>
            <a:gdLst/>
            <a:ahLst/>
            <a:cxnLst/>
            <a:rect l="l" t="t" r="r" b="b"/>
            <a:pathLst>
              <a:path w="2543357" h="3035197">
                <a:moveTo>
                  <a:pt x="1932497" y="885460"/>
                </a:moveTo>
                <a:lnTo>
                  <a:pt x="1858608" y="981586"/>
                </a:lnTo>
                <a:cubicBezTo>
                  <a:pt x="2087948" y="1157874"/>
                  <a:pt x="2221364" y="1431493"/>
                  <a:pt x="2219022" y="1720748"/>
                </a:cubicBezTo>
                <a:lnTo>
                  <a:pt x="2340261" y="1721729"/>
                </a:lnTo>
                <a:cubicBezTo>
                  <a:pt x="2342911" y="1394473"/>
                  <a:pt x="2191967" y="1084907"/>
                  <a:pt x="1932497" y="885460"/>
                </a:cubicBezTo>
                <a:close/>
                <a:moveTo>
                  <a:pt x="1028922" y="281987"/>
                </a:moveTo>
                <a:cubicBezTo>
                  <a:pt x="1157068" y="321344"/>
                  <a:pt x="1128134" y="299573"/>
                  <a:pt x="1193247" y="332230"/>
                </a:cubicBezTo>
                <a:cubicBezTo>
                  <a:pt x="1269854" y="451410"/>
                  <a:pt x="1301375" y="602654"/>
                  <a:pt x="1295736" y="739575"/>
                </a:cubicBezTo>
                <a:cubicBezTo>
                  <a:pt x="1418781" y="730097"/>
                  <a:pt x="1391656" y="622269"/>
                  <a:pt x="1842154" y="674175"/>
                </a:cubicBezTo>
                <a:cubicBezTo>
                  <a:pt x="2251963" y="725703"/>
                  <a:pt x="2543357" y="1202505"/>
                  <a:pt x="2543357" y="1911138"/>
                </a:cubicBezTo>
                <a:cubicBezTo>
                  <a:pt x="2543357" y="2619771"/>
                  <a:pt x="2228290" y="3174439"/>
                  <a:pt x="1189012" y="3004227"/>
                </a:cubicBezTo>
                <a:cubicBezTo>
                  <a:pt x="266689" y="3142266"/>
                  <a:pt x="99973" y="2479414"/>
                  <a:pt x="24671" y="2089269"/>
                </a:cubicBezTo>
                <a:cubicBezTo>
                  <a:pt x="-50631" y="1699124"/>
                  <a:pt x="9514" y="922425"/>
                  <a:pt x="737199" y="663358"/>
                </a:cubicBezTo>
                <a:cubicBezTo>
                  <a:pt x="1021153" y="585721"/>
                  <a:pt x="1093645" y="690425"/>
                  <a:pt x="1216376" y="728497"/>
                </a:cubicBezTo>
                <a:cubicBezTo>
                  <a:pt x="1183268" y="569368"/>
                  <a:pt x="1135766" y="458984"/>
                  <a:pt x="1028922" y="281987"/>
                </a:cubicBezTo>
                <a:close/>
                <a:moveTo>
                  <a:pt x="1919942" y="47"/>
                </a:moveTo>
                <a:cubicBezTo>
                  <a:pt x="2086542" y="1491"/>
                  <a:pt x="2263938" y="35583"/>
                  <a:pt x="2350876" y="60453"/>
                </a:cubicBezTo>
                <a:cubicBezTo>
                  <a:pt x="2672784" y="174000"/>
                  <a:pt x="2321773" y="213881"/>
                  <a:pt x="2220060" y="345654"/>
                </a:cubicBezTo>
                <a:cubicBezTo>
                  <a:pt x="2118347" y="477427"/>
                  <a:pt x="2005019" y="609932"/>
                  <a:pt x="1770740" y="609932"/>
                </a:cubicBezTo>
                <a:lnTo>
                  <a:pt x="1326444" y="614956"/>
                </a:lnTo>
                <a:lnTo>
                  <a:pt x="1346541" y="320533"/>
                </a:lnTo>
                <a:cubicBezTo>
                  <a:pt x="1401807" y="115484"/>
                  <a:pt x="1563158" y="44336"/>
                  <a:pt x="1760692" y="11037"/>
                </a:cubicBezTo>
                <a:cubicBezTo>
                  <a:pt x="1810076" y="2712"/>
                  <a:pt x="1864409" y="-434"/>
                  <a:pt x="1919942" y="4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7" name="Freeform 32">
            <a:extLst>
              <a:ext uri="{FF2B5EF4-FFF2-40B4-BE49-F238E27FC236}">
                <a16:creationId xmlns:a16="http://schemas.microsoft.com/office/drawing/2014/main" id="{ED530C27-9E0E-4BB8-BD32-44069C74DE36}"/>
              </a:ext>
            </a:extLst>
          </p:cNvPr>
          <p:cNvSpPr/>
          <p:nvPr userDrawn="1"/>
        </p:nvSpPr>
        <p:spPr>
          <a:xfrm>
            <a:off x="4360223" y="1480860"/>
            <a:ext cx="597487" cy="547278"/>
          </a:xfrm>
          <a:custGeom>
            <a:avLst/>
            <a:gdLst/>
            <a:ahLst/>
            <a:cxnLst/>
            <a:rect l="l" t="t" r="r" b="b"/>
            <a:pathLst>
              <a:path w="3210745" h="294092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8" name="Rounded Rectangle 10">
            <a:extLst>
              <a:ext uri="{FF2B5EF4-FFF2-40B4-BE49-F238E27FC236}">
                <a16:creationId xmlns:a16="http://schemas.microsoft.com/office/drawing/2014/main" id="{559F0ADD-2CE2-45DD-8B16-BA2008B7BF71}"/>
              </a:ext>
            </a:extLst>
          </p:cNvPr>
          <p:cNvSpPr/>
          <p:nvPr userDrawn="1"/>
        </p:nvSpPr>
        <p:spPr>
          <a:xfrm>
            <a:off x="8534202" y="2515987"/>
            <a:ext cx="372169" cy="49252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9" name="Rounded Rectangle 32">
            <a:extLst>
              <a:ext uri="{FF2B5EF4-FFF2-40B4-BE49-F238E27FC236}">
                <a16:creationId xmlns:a16="http://schemas.microsoft.com/office/drawing/2014/main" id="{2911F434-E89F-41A5-B71E-0ED32F2C304E}"/>
              </a:ext>
            </a:extLst>
          </p:cNvPr>
          <p:cNvSpPr/>
          <p:nvPr userDrawn="1"/>
        </p:nvSpPr>
        <p:spPr>
          <a:xfrm>
            <a:off x="10179594" y="3623455"/>
            <a:ext cx="491492" cy="4914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0" name="Trapezoid 13">
            <a:extLst>
              <a:ext uri="{FF2B5EF4-FFF2-40B4-BE49-F238E27FC236}">
                <a16:creationId xmlns:a16="http://schemas.microsoft.com/office/drawing/2014/main" id="{7ED2A2AE-88F4-46A5-95F6-BCB6C58942FC}"/>
              </a:ext>
            </a:extLst>
          </p:cNvPr>
          <p:cNvSpPr/>
          <p:nvPr userDrawn="1"/>
        </p:nvSpPr>
        <p:spPr>
          <a:xfrm>
            <a:off x="5324216" y="2538243"/>
            <a:ext cx="529844" cy="448015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1" name="Rounded Rectangle 7">
            <a:extLst>
              <a:ext uri="{FF2B5EF4-FFF2-40B4-BE49-F238E27FC236}">
                <a16:creationId xmlns:a16="http://schemas.microsoft.com/office/drawing/2014/main" id="{28E3EAAD-2825-4DF8-903E-AD77D6FAA7DD}"/>
              </a:ext>
            </a:extLst>
          </p:cNvPr>
          <p:cNvSpPr/>
          <p:nvPr userDrawn="1"/>
        </p:nvSpPr>
        <p:spPr>
          <a:xfrm>
            <a:off x="7858216" y="2527504"/>
            <a:ext cx="271294" cy="469495"/>
          </a:xfrm>
          <a:custGeom>
            <a:avLst/>
            <a:gdLst/>
            <a:ahLst/>
            <a:cxnLst/>
            <a:rect l="l" t="t" r="r" b="b"/>
            <a:pathLst>
              <a:path w="1872208" h="3240000">
                <a:moveTo>
                  <a:pt x="936104" y="2852499"/>
                </a:moveTo>
                <a:cubicBezTo>
                  <a:pt x="861605" y="2852499"/>
                  <a:pt x="801211" y="2912893"/>
                  <a:pt x="801211" y="2987392"/>
                </a:cubicBezTo>
                <a:cubicBezTo>
                  <a:pt x="801211" y="3061891"/>
                  <a:pt x="861605" y="3122285"/>
                  <a:pt x="936104" y="3122285"/>
                </a:cubicBezTo>
                <a:cubicBezTo>
                  <a:pt x="1010603" y="3122285"/>
                  <a:pt x="1070997" y="3061891"/>
                  <a:pt x="1070997" y="2987392"/>
                </a:cubicBezTo>
                <a:cubicBezTo>
                  <a:pt x="1070997" y="2912893"/>
                  <a:pt x="1010603" y="2852499"/>
                  <a:pt x="936104" y="2852499"/>
                </a:cubicBezTo>
                <a:close/>
                <a:moveTo>
                  <a:pt x="144016" y="323096"/>
                </a:moveTo>
                <a:lnTo>
                  <a:pt x="144016" y="2699360"/>
                </a:lnTo>
                <a:lnTo>
                  <a:pt x="1728192" y="2699360"/>
                </a:lnTo>
                <a:lnTo>
                  <a:pt x="1728192" y="323096"/>
                </a:lnTo>
                <a:close/>
                <a:moveTo>
                  <a:pt x="720104" y="107072"/>
                </a:moveTo>
                <a:cubicBezTo>
                  <a:pt x="690281" y="107072"/>
                  <a:pt x="666104" y="131249"/>
                  <a:pt x="666104" y="161072"/>
                </a:cubicBezTo>
                <a:cubicBezTo>
                  <a:pt x="666104" y="190895"/>
                  <a:pt x="690281" y="215072"/>
                  <a:pt x="720104" y="215072"/>
                </a:cubicBezTo>
                <a:lnTo>
                  <a:pt x="1152104" y="215072"/>
                </a:lnTo>
                <a:cubicBezTo>
                  <a:pt x="1181927" y="215072"/>
                  <a:pt x="1206104" y="190895"/>
                  <a:pt x="1206104" y="161072"/>
                </a:cubicBezTo>
                <a:cubicBezTo>
                  <a:pt x="1206104" y="131249"/>
                  <a:pt x="1181927" y="107072"/>
                  <a:pt x="1152104" y="107072"/>
                </a:cubicBezTo>
                <a:close/>
                <a:moveTo>
                  <a:pt x="312041" y="0"/>
                </a:moveTo>
                <a:lnTo>
                  <a:pt x="1560167" y="0"/>
                </a:lnTo>
                <a:cubicBezTo>
                  <a:pt x="1732502" y="0"/>
                  <a:pt x="1872208" y="139706"/>
                  <a:pt x="1872208" y="312041"/>
                </a:cubicBezTo>
                <a:lnTo>
                  <a:pt x="1872208" y="2927959"/>
                </a:lnTo>
                <a:cubicBezTo>
                  <a:pt x="1872208" y="3100294"/>
                  <a:pt x="1732502" y="3240000"/>
                  <a:pt x="1560167" y="3240000"/>
                </a:cubicBezTo>
                <a:lnTo>
                  <a:pt x="312041" y="3240000"/>
                </a:lnTo>
                <a:cubicBezTo>
                  <a:pt x="139706" y="3240000"/>
                  <a:pt x="0" y="3100294"/>
                  <a:pt x="0" y="2927959"/>
                </a:cubicBezTo>
                <a:lnTo>
                  <a:pt x="0" y="312041"/>
                </a:lnTo>
                <a:cubicBezTo>
                  <a:pt x="0" y="139706"/>
                  <a:pt x="139706" y="0"/>
                  <a:pt x="31204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2" name="Rectangle 18">
            <a:extLst>
              <a:ext uri="{FF2B5EF4-FFF2-40B4-BE49-F238E27FC236}">
                <a16:creationId xmlns:a16="http://schemas.microsoft.com/office/drawing/2014/main" id="{745A5F19-D11A-401E-AE4F-A26F520E47F9}"/>
              </a:ext>
            </a:extLst>
          </p:cNvPr>
          <p:cNvSpPr/>
          <p:nvPr userDrawn="1"/>
        </p:nvSpPr>
        <p:spPr>
          <a:xfrm>
            <a:off x="6258752" y="2567175"/>
            <a:ext cx="491054" cy="390153"/>
          </a:xfrm>
          <a:custGeom>
            <a:avLst/>
            <a:gdLst/>
            <a:ahLst/>
            <a:cxnLst/>
            <a:rect l="l" t="t" r="r" b="b"/>
            <a:pathLst>
              <a:path w="3240000" h="2574247">
                <a:moveTo>
                  <a:pt x="2393400" y="1814089"/>
                </a:moveTo>
                <a:cubicBezTo>
                  <a:pt x="2363577" y="1814089"/>
                  <a:pt x="2339400" y="1838266"/>
                  <a:pt x="2339400" y="1868089"/>
                </a:cubicBezTo>
                <a:cubicBezTo>
                  <a:pt x="2339400" y="1897912"/>
                  <a:pt x="2363577" y="1922089"/>
                  <a:pt x="2393400" y="1922089"/>
                </a:cubicBezTo>
                <a:lnTo>
                  <a:pt x="2573400" y="1922089"/>
                </a:lnTo>
                <a:cubicBezTo>
                  <a:pt x="2603223" y="1922089"/>
                  <a:pt x="2627400" y="1897912"/>
                  <a:pt x="2627400" y="1868089"/>
                </a:cubicBezTo>
                <a:cubicBezTo>
                  <a:pt x="2627400" y="1838266"/>
                  <a:pt x="2603223" y="1814089"/>
                  <a:pt x="2573400" y="1814089"/>
                </a:cubicBezTo>
                <a:close/>
                <a:moveTo>
                  <a:pt x="173344" y="1814089"/>
                </a:moveTo>
                <a:cubicBezTo>
                  <a:pt x="143521" y="1814089"/>
                  <a:pt x="119344" y="1838266"/>
                  <a:pt x="119344" y="1868089"/>
                </a:cubicBezTo>
                <a:cubicBezTo>
                  <a:pt x="119344" y="1897912"/>
                  <a:pt x="143521" y="1922089"/>
                  <a:pt x="173344" y="1922089"/>
                </a:cubicBezTo>
                <a:lnTo>
                  <a:pt x="353344" y="1922089"/>
                </a:lnTo>
                <a:cubicBezTo>
                  <a:pt x="383167" y="1922089"/>
                  <a:pt x="407344" y="1897912"/>
                  <a:pt x="407344" y="1868089"/>
                </a:cubicBezTo>
                <a:cubicBezTo>
                  <a:pt x="407344" y="1838266"/>
                  <a:pt x="383167" y="1814089"/>
                  <a:pt x="353344" y="1814089"/>
                </a:cubicBezTo>
                <a:close/>
                <a:moveTo>
                  <a:pt x="2933496" y="1796081"/>
                </a:moveTo>
                <a:cubicBezTo>
                  <a:pt x="2893727" y="1796081"/>
                  <a:pt x="2861488" y="1828320"/>
                  <a:pt x="2861488" y="1868089"/>
                </a:cubicBezTo>
                <a:cubicBezTo>
                  <a:pt x="2861488" y="1907858"/>
                  <a:pt x="2893727" y="1940097"/>
                  <a:pt x="2933496" y="1940097"/>
                </a:cubicBezTo>
                <a:cubicBezTo>
                  <a:pt x="2973265" y="1940097"/>
                  <a:pt x="3005504" y="1907858"/>
                  <a:pt x="3005504" y="1868089"/>
                </a:cubicBezTo>
                <a:cubicBezTo>
                  <a:pt x="3005504" y="1828320"/>
                  <a:pt x="2973265" y="1796081"/>
                  <a:pt x="2933496" y="1796081"/>
                </a:cubicBezTo>
                <a:close/>
                <a:moveTo>
                  <a:pt x="119344" y="122856"/>
                </a:moveTo>
                <a:lnTo>
                  <a:pt x="119344" y="1728192"/>
                </a:lnTo>
                <a:lnTo>
                  <a:pt x="3120656" y="1728192"/>
                </a:lnTo>
                <a:lnTo>
                  <a:pt x="3120656" y="122856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2016224"/>
                </a:lnTo>
                <a:lnTo>
                  <a:pt x="1812079" y="2016224"/>
                </a:lnTo>
                <a:lnTo>
                  <a:pt x="1857107" y="2320159"/>
                </a:lnTo>
                <a:lnTo>
                  <a:pt x="2357140" y="2320159"/>
                </a:lnTo>
                <a:cubicBezTo>
                  <a:pt x="2427304" y="2320159"/>
                  <a:pt x="2484184" y="2377039"/>
                  <a:pt x="2484184" y="2447203"/>
                </a:cubicBezTo>
                <a:lnTo>
                  <a:pt x="2484184" y="2574247"/>
                </a:lnTo>
                <a:lnTo>
                  <a:pt x="755992" y="2574247"/>
                </a:lnTo>
                <a:lnTo>
                  <a:pt x="755992" y="2447203"/>
                </a:lnTo>
                <a:cubicBezTo>
                  <a:pt x="755992" y="2377039"/>
                  <a:pt x="812872" y="2320159"/>
                  <a:pt x="883036" y="2320159"/>
                </a:cubicBezTo>
                <a:lnTo>
                  <a:pt x="1382894" y="2320159"/>
                </a:lnTo>
                <a:lnTo>
                  <a:pt x="1427922" y="2016224"/>
                </a:lnTo>
                <a:lnTo>
                  <a:pt x="0" y="20162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3" name="Rounded Rectangle 25">
            <a:extLst>
              <a:ext uri="{FF2B5EF4-FFF2-40B4-BE49-F238E27FC236}">
                <a16:creationId xmlns:a16="http://schemas.microsoft.com/office/drawing/2014/main" id="{5D662E9C-B30C-42FF-B411-A43EF99F2C93}"/>
              </a:ext>
            </a:extLst>
          </p:cNvPr>
          <p:cNvSpPr/>
          <p:nvPr userDrawn="1"/>
        </p:nvSpPr>
        <p:spPr>
          <a:xfrm>
            <a:off x="7154498" y="2552022"/>
            <a:ext cx="299026" cy="420457"/>
          </a:xfrm>
          <a:custGeom>
            <a:avLst/>
            <a:gdLst/>
            <a:ahLst/>
            <a:cxnLst/>
            <a:rect l="l" t="t" r="r" b="b"/>
            <a:pathLst>
              <a:path w="2304256" h="3240000">
                <a:moveTo>
                  <a:pt x="954128" y="3024336"/>
                </a:moveTo>
                <a:cubicBezTo>
                  <a:pt x="924305" y="3024336"/>
                  <a:pt x="900128" y="3048513"/>
                  <a:pt x="900128" y="3078336"/>
                </a:cubicBezTo>
                <a:cubicBezTo>
                  <a:pt x="900128" y="3108159"/>
                  <a:pt x="924305" y="3132336"/>
                  <a:pt x="954128" y="3132336"/>
                </a:cubicBezTo>
                <a:lnTo>
                  <a:pt x="1350128" y="3132336"/>
                </a:lnTo>
                <a:cubicBezTo>
                  <a:pt x="1379951" y="3132336"/>
                  <a:pt x="1404128" y="3108159"/>
                  <a:pt x="1404128" y="3078336"/>
                </a:cubicBezTo>
                <a:cubicBezTo>
                  <a:pt x="1404128" y="3048513"/>
                  <a:pt x="1379951" y="3024336"/>
                  <a:pt x="1350128" y="3024336"/>
                </a:cubicBezTo>
                <a:close/>
                <a:moveTo>
                  <a:pt x="131531" y="224650"/>
                </a:moveTo>
                <a:lnTo>
                  <a:pt x="131531" y="2888946"/>
                </a:lnTo>
                <a:lnTo>
                  <a:pt x="2172725" y="2888946"/>
                </a:lnTo>
                <a:lnTo>
                  <a:pt x="2172725" y="224650"/>
                </a:lnTo>
                <a:close/>
                <a:moveTo>
                  <a:pt x="936128" y="73520"/>
                </a:moveTo>
                <a:cubicBezTo>
                  <a:pt x="916246" y="73520"/>
                  <a:pt x="900128" y="89638"/>
                  <a:pt x="900128" y="109520"/>
                </a:cubicBezTo>
                <a:cubicBezTo>
                  <a:pt x="900128" y="129402"/>
                  <a:pt x="916246" y="145520"/>
                  <a:pt x="936128" y="145520"/>
                </a:cubicBezTo>
                <a:lnTo>
                  <a:pt x="1368128" y="145520"/>
                </a:lnTo>
                <a:cubicBezTo>
                  <a:pt x="1388010" y="145520"/>
                  <a:pt x="1404128" y="129402"/>
                  <a:pt x="1404128" y="109520"/>
                </a:cubicBezTo>
                <a:cubicBezTo>
                  <a:pt x="1404128" y="89638"/>
                  <a:pt x="1388010" y="73520"/>
                  <a:pt x="1368128" y="73520"/>
                </a:cubicBezTo>
                <a:close/>
                <a:moveTo>
                  <a:pt x="155330" y="0"/>
                </a:moveTo>
                <a:lnTo>
                  <a:pt x="2148926" y="0"/>
                </a:lnTo>
                <a:cubicBezTo>
                  <a:pt x="2234712" y="0"/>
                  <a:pt x="2304256" y="69544"/>
                  <a:pt x="2304256" y="155330"/>
                </a:cubicBezTo>
                <a:lnTo>
                  <a:pt x="2304256" y="3084670"/>
                </a:lnTo>
                <a:cubicBezTo>
                  <a:pt x="2304256" y="3170456"/>
                  <a:pt x="2234712" y="3240000"/>
                  <a:pt x="2148926" y="3240000"/>
                </a:cubicBezTo>
                <a:lnTo>
                  <a:pt x="155330" y="3240000"/>
                </a:lnTo>
                <a:cubicBezTo>
                  <a:pt x="69544" y="3240000"/>
                  <a:pt x="0" y="3170456"/>
                  <a:pt x="0" y="3084670"/>
                </a:cubicBezTo>
                <a:lnTo>
                  <a:pt x="0" y="155330"/>
                </a:lnTo>
                <a:cubicBezTo>
                  <a:pt x="0" y="69544"/>
                  <a:pt x="69544" y="0"/>
                  <a:pt x="15533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4" name="Chord 14">
            <a:extLst>
              <a:ext uri="{FF2B5EF4-FFF2-40B4-BE49-F238E27FC236}">
                <a16:creationId xmlns:a16="http://schemas.microsoft.com/office/drawing/2014/main" id="{69AB8880-F38C-446A-A5F5-3580F0C2FEDC}"/>
              </a:ext>
            </a:extLst>
          </p:cNvPr>
          <p:cNvSpPr/>
          <p:nvPr userDrawn="1"/>
        </p:nvSpPr>
        <p:spPr>
          <a:xfrm>
            <a:off x="5919945" y="5535338"/>
            <a:ext cx="512639" cy="646909"/>
          </a:xfrm>
          <a:custGeom>
            <a:avLst/>
            <a:gdLst/>
            <a:ahLst/>
            <a:cxnLst/>
            <a:rect l="l" t="t" r="r" b="b"/>
            <a:pathLst>
              <a:path w="2120980" h="2676504">
                <a:moveTo>
                  <a:pt x="824057" y="2198115"/>
                </a:moveTo>
                <a:lnTo>
                  <a:pt x="824057" y="2229022"/>
                </a:lnTo>
                <a:lnTo>
                  <a:pt x="751177" y="2229022"/>
                </a:lnTo>
                <a:lnTo>
                  <a:pt x="751177" y="2510330"/>
                </a:lnTo>
                <a:lnTo>
                  <a:pt x="824057" y="2510330"/>
                </a:lnTo>
                <a:lnTo>
                  <a:pt x="824057" y="2541237"/>
                </a:lnTo>
                <a:lnTo>
                  <a:pt x="1298129" y="2541237"/>
                </a:lnTo>
                <a:lnTo>
                  <a:pt x="1298129" y="2510330"/>
                </a:lnTo>
                <a:lnTo>
                  <a:pt x="1371008" y="2510330"/>
                </a:lnTo>
                <a:lnTo>
                  <a:pt x="1371008" y="2229022"/>
                </a:lnTo>
                <a:lnTo>
                  <a:pt x="1298129" y="2229022"/>
                </a:lnTo>
                <a:lnTo>
                  <a:pt x="1298129" y="2198115"/>
                </a:lnTo>
                <a:close/>
                <a:moveTo>
                  <a:pt x="1933495" y="134375"/>
                </a:moveTo>
                <a:cubicBezTo>
                  <a:pt x="1872496" y="128267"/>
                  <a:pt x="1778964" y="206162"/>
                  <a:pt x="1655092" y="316398"/>
                </a:cubicBezTo>
                <a:lnTo>
                  <a:pt x="1655092" y="762581"/>
                </a:lnTo>
                <a:lnTo>
                  <a:pt x="1651862" y="762581"/>
                </a:lnTo>
                <a:cubicBezTo>
                  <a:pt x="1647824" y="843406"/>
                  <a:pt x="1633793" y="920606"/>
                  <a:pt x="1611266" y="992211"/>
                </a:cubicBezTo>
                <a:cubicBezTo>
                  <a:pt x="1739269" y="1047184"/>
                  <a:pt x="1828260" y="986425"/>
                  <a:pt x="1895778" y="900656"/>
                </a:cubicBezTo>
                <a:cubicBezTo>
                  <a:pt x="1964561" y="813279"/>
                  <a:pt x="2016746" y="624382"/>
                  <a:pt x="2016490" y="465292"/>
                </a:cubicBezTo>
                <a:cubicBezTo>
                  <a:pt x="2023696" y="232949"/>
                  <a:pt x="1995287" y="140561"/>
                  <a:pt x="1933495" y="134375"/>
                </a:cubicBezTo>
                <a:close/>
                <a:moveTo>
                  <a:pt x="187485" y="134375"/>
                </a:moveTo>
                <a:cubicBezTo>
                  <a:pt x="125693" y="140561"/>
                  <a:pt x="97284" y="232949"/>
                  <a:pt x="104490" y="465292"/>
                </a:cubicBezTo>
                <a:cubicBezTo>
                  <a:pt x="104234" y="624382"/>
                  <a:pt x="156419" y="813279"/>
                  <a:pt x="225202" y="900656"/>
                </a:cubicBezTo>
                <a:cubicBezTo>
                  <a:pt x="292944" y="986710"/>
                  <a:pt x="382303" y="1047587"/>
                  <a:pt x="511026" y="991745"/>
                </a:cubicBezTo>
                <a:cubicBezTo>
                  <a:pt x="488627" y="920189"/>
                  <a:pt x="474740" y="843131"/>
                  <a:pt x="470841" y="762581"/>
                </a:cubicBezTo>
                <a:lnTo>
                  <a:pt x="467092" y="762581"/>
                </a:lnTo>
                <a:lnTo>
                  <a:pt x="467092" y="317447"/>
                </a:lnTo>
                <a:cubicBezTo>
                  <a:pt x="342616" y="206663"/>
                  <a:pt x="248680" y="128248"/>
                  <a:pt x="187485" y="134375"/>
                </a:cubicBezTo>
                <a:close/>
                <a:moveTo>
                  <a:pt x="171293" y="338"/>
                </a:moveTo>
                <a:cubicBezTo>
                  <a:pt x="267101" y="7324"/>
                  <a:pt x="383647" y="121035"/>
                  <a:pt x="467092" y="183917"/>
                </a:cubicBezTo>
                <a:lnTo>
                  <a:pt x="467092" y="127304"/>
                </a:lnTo>
                <a:cubicBezTo>
                  <a:pt x="446033" y="120339"/>
                  <a:pt x="431092" y="100383"/>
                  <a:pt x="431092" y="76938"/>
                </a:cubicBezTo>
                <a:cubicBezTo>
                  <a:pt x="431092" y="47115"/>
                  <a:pt x="455269" y="22938"/>
                  <a:pt x="485092" y="22938"/>
                </a:cubicBezTo>
                <a:lnTo>
                  <a:pt x="1637092" y="22938"/>
                </a:lnTo>
                <a:cubicBezTo>
                  <a:pt x="1666915" y="22938"/>
                  <a:pt x="1691092" y="47115"/>
                  <a:pt x="1691092" y="76938"/>
                </a:cubicBezTo>
                <a:cubicBezTo>
                  <a:pt x="1691092" y="100383"/>
                  <a:pt x="1676151" y="120339"/>
                  <a:pt x="1655092" y="127304"/>
                </a:cubicBezTo>
                <a:lnTo>
                  <a:pt x="1655092" y="182958"/>
                </a:lnTo>
                <a:cubicBezTo>
                  <a:pt x="1738474" y="119924"/>
                  <a:pt x="1854348" y="7289"/>
                  <a:pt x="1949687" y="338"/>
                </a:cubicBezTo>
                <a:cubicBezTo>
                  <a:pt x="2046947" y="-6754"/>
                  <a:pt x="2122836" y="96139"/>
                  <a:pt x="2120946" y="473736"/>
                </a:cubicBezTo>
                <a:cubicBezTo>
                  <a:pt x="2117166" y="673942"/>
                  <a:pt x="2058714" y="872497"/>
                  <a:pt x="1966316" y="974360"/>
                </a:cubicBezTo>
                <a:cubicBezTo>
                  <a:pt x="1875288" y="1074712"/>
                  <a:pt x="1740706" y="1159472"/>
                  <a:pt x="1574365" y="1087619"/>
                </a:cubicBezTo>
                <a:cubicBezTo>
                  <a:pt x="1498402" y="1256706"/>
                  <a:pt x="1371540" y="1383225"/>
                  <a:pt x="1220432" y="1434843"/>
                </a:cubicBezTo>
                <a:lnTo>
                  <a:pt x="1220432" y="1524098"/>
                </a:lnTo>
                <a:cubicBezTo>
                  <a:pt x="1242816" y="1529237"/>
                  <a:pt x="1259092" y="1549488"/>
                  <a:pt x="1259092" y="1573540"/>
                </a:cubicBezTo>
                <a:lnTo>
                  <a:pt x="1259092" y="1782216"/>
                </a:lnTo>
                <a:cubicBezTo>
                  <a:pt x="1259092" y="1806269"/>
                  <a:pt x="1242816" y="1826519"/>
                  <a:pt x="1220432" y="1831659"/>
                </a:cubicBezTo>
                <a:lnTo>
                  <a:pt x="1220432" y="1899972"/>
                </a:lnTo>
                <a:cubicBezTo>
                  <a:pt x="1220432" y="1908643"/>
                  <a:pt x="1218317" y="1916820"/>
                  <a:pt x="1214011" y="1923722"/>
                </a:cubicBezTo>
                <a:cubicBezTo>
                  <a:pt x="1480406" y="1939701"/>
                  <a:pt x="1673079" y="1996147"/>
                  <a:pt x="1682229" y="2062848"/>
                </a:cubicBezTo>
                <a:lnTo>
                  <a:pt x="1925188" y="2062848"/>
                </a:lnTo>
                <a:lnTo>
                  <a:pt x="1925188" y="2676504"/>
                </a:lnTo>
                <a:lnTo>
                  <a:pt x="196996" y="2676504"/>
                </a:lnTo>
                <a:lnTo>
                  <a:pt x="196996" y="2062848"/>
                </a:lnTo>
                <a:lnTo>
                  <a:pt x="427501" y="2062848"/>
                </a:lnTo>
                <a:cubicBezTo>
                  <a:pt x="436455" y="1995236"/>
                  <a:pt x="634470" y="1937990"/>
                  <a:pt x="907722" y="1923052"/>
                </a:cubicBezTo>
                <a:cubicBezTo>
                  <a:pt x="903729" y="1916275"/>
                  <a:pt x="901752" y="1908354"/>
                  <a:pt x="901752" y="1899972"/>
                </a:cubicBezTo>
                <a:lnTo>
                  <a:pt x="901752" y="1831659"/>
                </a:lnTo>
                <a:cubicBezTo>
                  <a:pt x="879369" y="1826519"/>
                  <a:pt x="863092" y="1806269"/>
                  <a:pt x="863092" y="1782216"/>
                </a:cubicBezTo>
                <a:lnTo>
                  <a:pt x="863092" y="1573540"/>
                </a:lnTo>
                <a:cubicBezTo>
                  <a:pt x="863092" y="1549488"/>
                  <a:pt x="879369" y="1529237"/>
                  <a:pt x="901752" y="1524098"/>
                </a:cubicBezTo>
                <a:lnTo>
                  <a:pt x="901752" y="1435225"/>
                </a:lnTo>
                <a:cubicBezTo>
                  <a:pt x="750211" y="1383280"/>
                  <a:pt x="623484" y="1256276"/>
                  <a:pt x="547795" y="1087211"/>
                </a:cubicBezTo>
                <a:cubicBezTo>
                  <a:pt x="380891" y="1159861"/>
                  <a:pt x="245901" y="1074942"/>
                  <a:pt x="154664" y="974360"/>
                </a:cubicBezTo>
                <a:cubicBezTo>
                  <a:pt x="62266" y="872497"/>
                  <a:pt x="3814" y="673942"/>
                  <a:pt x="34" y="473736"/>
                </a:cubicBezTo>
                <a:cubicBezTo>
                  <a:pt x="-1856" y="96139"/>
                  <a:pt x="74033" y="-6754"/>
                  <a:pt x="171293" y="33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5" name="Rounded Rectangle 6">
            <a:extLst>
              <a:ext uri="{FF2B5EF4-FFF2-40B4-BE49-F238E27FC236}">
                <a16:creationId xmlns:a16="http://schemas.microsoft.com/office/drawing/2014/main" id="{86CA82EE-C191-4137-8B8B-8F983D3E15F7}"/>
              </a:ext>
            </a:extLst>
          </p:cNvPr>
          <p:cNvSpPr/>
          <p:nvPr userDrawn="1"/>
        </p:nvSpPr>
        <p:spPr>
          <a:xfrm>
            <a:off x="4411373" y="2471636"/>
            <a:ext cx="508153" cy="516633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6" name="Oval 66">
            <a:extLst>
              <a:ext uri="{FF2B5EF4-FFF2-40B4-BE49-F238E27FC236}">
                <a16:creationId xmlns:a16="http://schemas.microsoft.com/office/drawing/2014/main" id="{A43B5836-41E6-439C-9725-0CDAF3EE4C46}"/>
              </a:ext>
            </a:extLst>
          </p:cNvPr>
          <p:cNvSpPr/>
          <p:nvPr userDrawn="1"/>
        </p:nvSpPr>
        <p:spPr>
          <a:xfrm rot="20700000">
            <a:off x="6137536" y="3634206"/>
            <a:ext cx="548680" cy="469988"/>
          </a:xfrm>
          <a:custGeom>
            <a:avLst/>
            <a:gdLst/>
            <a:ahLst/>
            <a:cxnLst/>
            <a:rect l="l" t="t" r="r" b="b"/>
            <a:pathLst>
              <a:path w="2901316" h="2485205">
                <a:moveTo>
                  <a:pt x="2901316" y="8833"/>
                </a:moveTo>
                <a:lnTo>
                  <a:pt x="2885407" y="69738"/>
                </a:lnTo>
                <a:lnTo>
                  <a:pt x="2890344" y="71061"/>
                </a:lnTo>
                <a:lnTo>
                  <a:pt x="2331295" y="2157461"/>
                </a:lnTo>
                <a:lnTo>
                  <a:pt x="2322295" y="2155049"/>
                </a:lnTo>
                <a:cubicBezTo>
                  <a:pt x="2311779" y="2339141"/>
                  <a:pt x="2127696" y="2485205"/>
                  <a:pt x="1902404" y="2485205"/>
                </a:cubicBezTo>
                <a:cubicBezTo>
                  <a:pt x="1669201" y="2485205"/>
                  <a:pt x="1480151" y="2328701"/>
                  <a:pt x="1480150" y="2135644"/>
                </a:cubicBezTo>
                <a:cubicBezTo>
                  <a:pt x="1480150" y="1942587"/>
                  <a:pt x="1669200" y="1786083"/>
                  <a:pt x="1902404" y="1786083"/>
                </a:cubicBezTo>
                <a:cubicBezTo>
                  <a:pt x="2026046" y="1786083"/>
                  <a:pt x="2137276" y="1830075"/>
                  <a:pt x="2213623" y="1901150"/>
                </a:cubicBezTo>
                <a:lnTo>
                  <a:pt x="2586815" y="508378"/>
                </a:lnTo>
                <a:lnTo>
                  <a:pt x="1283297" y="508378"/>
                </a:lnTo>
                <a:lnTo>
                  <a:pt x="847984" y="2132988"/>
                </a:lnTo>
                <a:lnTo>
                  <a:pt x="841776" y="2131324"/>
                </a:lnTo>
                <a:cubicBezTo>
                  <a:pt x="829584" y="2314002"/>
                  <a:pt x="646295" y="2458448"/>
                  <a:pt x="422254" y="2458448"/>
                </a:cubicBezTo>
                <a:cubicBezTo>
                  <a:pt x="189051" y="2458448"/>
                  <a:pt x="1" y="2301944"/>
                  <a:pt x="0" y="2108887"/>
                </a:cubicBezTo>
                <a:cubicBezTo>
                  <a:pt x="0" y="1915830"/>
                  <a:pt x="189051" y="1759326"/>
                  <a:pt x="422255" y="1759326"/>
                </a:cubicBezTo>
                <a:cubicBezTo>
                  <a:pt x="544771" y="1759326"/>
                  <a:pt x="655100" y="1802522"/>
                  <a:pt x="731465" y="1872378"/>
                </a:cubicBezTo>
                <a:lnTo>
                  <a:pt x="1233167" y="0"/>
                </a:lnTo>
                <a:lnTo>
                  <a:pt x="1266129" y="883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7" name="Isosceles Triangle 13">
            <a:extLst>
              <a:ext uri="{FF2B5EF4-FFF2-40B4-BE49-F238E27FC236}">
                <a16:creationId xmlns:a16="http://schemas.microsoft.com/office/drawing/2014/main" id="{56E2FA0A-F43C-4ACB-90C6-27423704CDFE}"/>
              </a:ext>
            </a:extLst>
          </p:cNvPr>
          <p:cNvSpPr/>
          <p:nvPr userDrawn="1"/>
        </p:nvSpPr>
        <p:spPr>
          <a:xfrm rot="10800000">
            <a:off x="5188220" y="5485943"/>
            <a:ext cx="376548" cy="745701"/>
          </a:xfrm>
          <a:custGeom>
            <a:avLst/>
            <a:gdLst/>
            <a:ahLst/>
            <a:cxnLst/>
            <a:rect l="l" t="t" r="r" b="b"/>
            <a:pathLst>
              <a:path w="1613569" h="3195455">
                <a:moveTo>
                  <a:pt x="1348422" y="2012960"/>
                </a:moveTo>
                <a:lnTo>
                  <a:pt x="264249" y="2012960"/>
                </a:lnTo>
                <a:cubicBezTo>
                  <a:pt x="99656" y="1932015"/>
                  <a:pt x="172" y="1814225"/>
                  <a:pt x="0" y="1686651"/>
                </a:cubicBezTo>
                <a:lnTo>
                  <a:pt x="716785" y="1678553"/>
                </a:lnTo>
                <a:lnTo>
                  <a:pt x="716785" y="360000"/>
                </a:lnTo>
                <a:lnTo>
                  <a:pt x="716785" y="355479"/>
                </a:lnTo>
                <a:lnTo>
                  <a:pt x="717916" y="355479"/>
                </a:lnTo>
                <a:lnTo>
                  <a:pt x="806785" y="0"/>
                </a:lnTo>
                <a:lnTo>
                  <a:pt x="895655" y="355479"/>
                </a:lnTo>
                <a:lnTo>
                  <a:pt x="896785" y="355479"/>
                </a:lnTo>
                <a:lnTo>
                  <a:pt x="896785" y="360000"/>
                </a:lnTo>
                <a:lnTo>
                  <a:pt x="896785" y="1676520"/>
                </a:lnTo>
                <a:lnTo>
                  <a:pt x="1612906" y="1668429"/>
                </a:lnTo>
                <a:cubicBezTo>
                  <a:pt x="1622778" y="1802631"/>
                  <a:pt x="1521918" y="1928220"/>
                  <a:pt x="1348422" y="2012960"/>
                </a:cubicBezTo>
                <a:close/>
                <a:moveTo>
                  <a:pt x="1175921" y="2908428"/>
                </a:moveTo>
                <a:lnTo>
                  <a:pt x="437641" y="2908428"/>
                </a:lnTo>
                <a:lnTo>
                  <a:pt x="250570" y="2083962"/>
                </a:lnTo>
                <a:lnTo>
                  <a:pt x="1362992" y="2083962"/>
                </a:lnTo>
                <a:close/>
                <a:moveTo>
                  <a:pt x="1155969" y="3195455"/>
                </a:moveTo>
                <a:lnTo>
                  <a:pt x="457593" y="3195455"/>
                </a:lnTo>
                <a:cubicBezTo>
                  <a:pt x="397940" y="3195455"/>
                  <a:pt x="349581" y="3147096"/>
                  <a:pt x="349581" y="3087443"/>
                </a:cubicBezTo>
                <a:cubicBezTo>
                  <a:pt x="349581" y="3027790"/>
                  <a:pt x="397940" y="2979431"/>
                  <a:pt x="457593" y="2979431"/>
                </a:cubicBezTo>
                <a:lnTo>
                  <a:pt x="1155969" y="2979431"/>
                </a:lnTo>
                <a:cubicBezTo>
                  <a:pt x="1215622" y="2979431"/>
                  <a:pt x="1263981" y="3027790"/>
                  <a:pt x="1263981" y="3087443"/>
                </a:cubicBezTo>
                <a:cubicBezTo>
                  <a:pt x="1263981" y="3147096"/>
                  <a:pt x="1215622" y="3195455"/>
                  <a:pt x="1155969" y="319545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8" name="Smiley Face 14">
            <a:extLst>
              <a:ext uri="{FF2B5EF4-FFF2-40B4-BE49-F238E27FC236}">
                <a16:creationId xmlns:a16="http://schemas.microsoft.com/office/drawing/2014/main" id="{09D82743-0B5E-4337-90A4-B5CF09CA7DE6}"/>
              </a:ext>
            </a:extLst>
          </p:cNvPr>
          <p:cNvSpPr/>
          <p:nvPr userDrawn="1"/>
        </p:nvSpPr>
        <p:spPr>
          <a:xfrm>
            <a:off x="761704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99" name="Smiley Face 12">
            <a:extLst>
              <a:ext uri="{FF2B5EF4-FFF2-40B4-BE49-F238E27FC236}">
                <a16:creationId xmlns:a16="http://schemas.microsoft.com/office/drawing/2014/main" id="{0566860C-D834-44A4-A178-530411C7B1E4}"/>
              </a:ext>
            </a:extLst>
          </p:cNvPr>
          <p:cNvSpPr/>
          <p:nvPr userDrawn="1"/>
        </p:nvSpPr>
        <p:spPr>
          <a:xfrm>
            <a:off x="10160622" y="5578826"/>
            <a:ext cx="559934" cy="559934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613470" y="2077417"/>
                </a:moveTo>
                <a:cubicBezTo>
                  <a:pt x="1358886" y="2080042"/>
                  <a:pt x="1130625" y="2234862"/>
                  <a:pt x="1034031" y="2470424"/>
                </a:cubicBezTo>
                <a:lnTo>
                  <a:pt x="1213303" y="2543936"/>
                </a:lnTo>
                <a:cubicBezTo>
                  <a:pt x="1280345" y="2380442"/>
                  <a:pt x="1438772" y="2272988"/>
                  <a:pt x="1615468" y="2271166"/>
                </a:cubicBezTo>
                <a:cubicBezTo>
                  <a:pt x="1792164" y="2269344"/>
                  <a:pt x="1952774" y="2373507"/>
                  <a:pt x="2023173" y="2535584"/>
                </a:cubicBezTo>
                <a:lnTo>
                  <a:pt x="2200891" y="2458391"/>
                </a:lnTo>
                <a:cubicBezTo>
                  <a:pt x="2099460" y="2224871"/>
                  <a:pt x="1868054" y="2074792"/>
                  <a:pt x="1613470" y="2077417"/>
                </a:cubicBez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9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8" y="276671"/>
                </a:lnTo>
                <a:lnTo>
                  <a:pt x="2650471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30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30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1" y="2870071"/>
                </a:lnTo>
                <a:lnTo>
                  <a:pt x="2525758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9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3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4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3" y="2802158"/>
                  <a:pt x="474487" y="2765513"/>
                </a:cubicBezTo>
                <a:cubicBezTo>
                  <a:pt x="437842" y="2728868"/>
                  <a:pt x="402944" y="2690475"/>
                  <a:pt x="369930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5" y="2438097"/>
                  <a:pt x="195526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5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5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6" y="847812"/>
                </a:cubicBezTo>
                <a:cubicBezTo>
                  <a:pt x="220465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30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3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4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0" name="Smiley Face 15">
            <a:extLst>
              <a:ext uri="{FF2B5EF4-FFF2-40B4-BE49-F238E27FC236}">
                <a16:creationId xmlns:a16="http://schemas.microsoft.com/office/drawing/2014/main" id="{ED33BD98-C9CF-484B-9CC7-00807AF17608}"/>
              </a:ext>
            </a:extLst>
          </p:cNvPr>
          <p:cNvSpPr/>
          <p:nvPr userDrawn="1"/>
        </p:nvSpPr>
        <p:spPr>
          <a:xfrm>
            <a:off x="8468995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98433" y="2114441"/>
                </a:moveTo>
                <a:lnTo>
                  <a:pt x="1355104" y="2367205"/>
                </a:lnTo>
                <a:lnTo>
                  <a:pt x="1411009" y="2575845"/>
                </a:lnTo>
                <a:lnTo>
                  <a:pt x="2354338" y="2323081"/>
                </a:lnTo>
                <a:close/>
                <a:moveTo>
                  <a:pt x="2165423" y="986226"/>
                </a:moveTo>
                <a:cubicBezTo>
                  <a:pt x="2072622" y="986226"/>
                  <a:pt x="1997392" y="1061456"/>
                  <a:pt x="1997392" y="1154257"/>
                </a:cubicBezTo>
                <a:cubicBezTo>
                  <a:pt x="1997392" y="1247058"/>
                  <a:pt x="2072622" y="1322288"/>
                  <a:pt x="2165423" y="1322288"/>
                </a:cubicBezTo>
                <a:cubicBezTo>
                  <a:pt x="2258224" y="1322288"/>
                  <a:pt x="2333454" y="1247058"/>
                  <a:pt x="2333454" y="1154257"/>
                </a:cubicBezTo>
                <a:cubicBezTo>
                  <a:pt x="2333454" y="1061456"/>
                  <a:pt x="2258224" y="986226"/>
                  <a:pt x="2165423" y="986226"/>
                </a:cubicBezTo>
                <a:close/>
                <a:moveTo>
                  <a:pt x="1107401" y="986226"/>
                </a:moveTo>
                <a:cubicBezTo>
                  <a:pt x="1014600" y="986226"/>
                  <a:pt x="939370" y="1061456"/>
                  <a:pt x="939370" y="1154257"/>
                </a:cubicBezTo>
                <a:cubicBezTo>
                  <a:pt x="939370" y="1247058"/>
                  <a:pt x="1014600" y="1322288"/>
                  <a:pt x="1107401" y="1322288"/>
                </a:cubicBezTo>
                <a:cubicBezTo>
                  <a:pt x="1200202" y="1322288"/>
                  <a:pt x="1275432" y="1247058"/>
                  <a:pt x="1275432" y="1154257"/>
                </a:cubicBezTo>
                <a:cubicBezTo>
                  <a:pt x="1275432" y="1061456"/>
                  <a:pt x="1200202" y="986226"/>
                  <a:pt x="1107401" y="98622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1" name="Oval 37">
            <a:extLst>
              <a:ext uri="{FF2B5EF4-FFF2-40B4-BE49-F238E27FC236}">
                <a16:creationId xmlns:a16="http://schemas.microsoft.com/office/drawing/2014/main" id="{CA9BE018-D902-4D2A-82DB-C75ECA1B30B3}"/>
              </a:ext>
            </a:extLst>
          </p:cNvPr>
          <p:cNvSpPr/>
          <p:nvPr userDrawn="1"/>
        </p:nvSpPr>
        <p:spPr>
          <a:xfrm>
            <a:off x="11012576" y="5575424"/>
            <a:ext cx="566738" cy="56673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249999" y="2117384"/>
                </a:moveTo>
                <a:lnTo>
                  <a:pt x="990192" y="2131776"/>
                </a:lnTo>
                <a:cubicBezTo>
                  <a:pt x="998682" y="2476365"/>
                  <a:pt x="1282526" y="2750154"/>
                  <a:pt x="1627197" y="2746216"/>
                </a:cubicBezTo>
                <a:cubicBezTo>
                  <a:pt x="1971867" y="2742279"/>
                  <a:pt x="2249383" y="2462077"/>
                  <a:pt x="2249999" y="2117384"/>
                </a:cubicBezTo>
                <a:close/>
                <a:moveTo>
                  <a:pt x="2505352" y="784338"/>
                </a:moveTo>
                <a:lnTo>
                  <a:pt x="1869332" y="1428843"/>
                </a:lnTo>
                <a:lnTo>
                  <a:pt x="2505352" y="1522122"/>
                </a:lnTo>
                <a:lnTo>
                  <a:pt x="2505352" y="1378597"/>
                </a:lnTo>
                <a:lnTo>
                  <a:pt x="2187887" y="1332038"/>
                </a:lnTo>
                <a:lnTo>
                  <a:pt x="2505352" y="1010338"/>
                </a:lnTo>
                <a:close/>
                <a:moveTo>
                  <a:pt x="734649" y="784338"/>
                </a:moveTo>
                <a:lnTo>
                  <a:pt x="734649" y="1010338"/>
                </a:lnTo>
                <a:lnTo>
                  <a:pt x="1052115" y="1332038"/>
                </a:lnTo>
                <a:lnTo>
                  <a:pt x="734649" y="1378597"/>
                </a:lnTo>
                <a:lnTo>
                  <a:pt x="734649" y="1522122"/>
                </a:lnTo>
                <a:lnTo>
                  <a:pt x="1370670" y="1428843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2" name="Smiley Face 14">
            <a:extLst>
              <a:ext uri="{FF2B5EF4-FFF2-40B4-BE49-F238E27FC236}">
                <a16:creationId xmlns:a16="http://schemas.microsoft.com/office/drawing/2014/main" id="{DA4200B5-39AA-4786-80B9-5F6A73D8450F}"/>
              </a:ext>
            </a:extLst>
          </p:cNvPr>
          <p:cNvSpPr/>
          <p:nvPr userDrawn="1"/>
        </p:nvSpPr>
        <p:spPr>
          <a:xfrm>
            <a:off x="9314808" y="5581897"/>
            <a:ext cx="553792" cy="553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26698" y="2215122"/>
                </a:moveTo>
                <a:cubicBezTo>
                  <a:pt x="1959656" y="2378616"/>
                  <a:pt x="1801229" y="2486070"/>
                  <a:pt x="1624533" y="2487892"/>
                </a:cubicBezTo>
                <a:cubicBezTo>
                  <a:pt x="1447837" y="2489714"/>
                  <a:pt x="1287227" y="2385551"/>
                  <a:pt x="1216828" y="2223474"/>
                </a:cubicBezTo>
                <a:lnTo>
                  <a:pt x="1039110" y="2300667"/>
                </a:lnTo>
                <a:cubicBezTo>
                  <a:pt x="1140541" y="2534187"/>
                  <a:pt x="1371947" y="2684266"/>
                  <a:pt x="1626531" y="2681641"/>
                </a:cubicBezTo>
                <a:cubicBezTo>
                  <a:pt x="1881115" y="2679016"/>
                  <a:pt x="2109376" y="2524196"/>
                  <a:pt x="2205970" y="2288634"/>
                </a:cubicBezTo>
                <a:close/>
                <a:moveTo>
                  <a:pt x="937973" y="986566"/>
                </a:moveTo>
                <a:cubicBezTo>
                  <a:pt x="850807" y="983371"/>
                  <a:pt x="762813" y="1002775"/>
                  <a:pt x="683096" y="1045110"/>
                </a:cubicBezTo>
                <a:cubicBezTo>
                  <a:pt x="523662" y="1129780"/>
                  <a:pt x="421680" y="1293248"/>
                  <a:pt x="415731" y="1473672"/>
                </a:cubicBezTo>
                <a:lnTo>
                  <a:pt x="615852" y="1480270"/>
                </a:lnTo>
                <a:cubicBezTo>
                  <a:pt x="619438" y="1371518"/>
                  <a:pt x="680908" y="1272986"/>
                  <a:pt x="777009" y="1221950"/>
                </a:cubicBezTo>
                <a:cubicBezTo>
                  <a:pt x="873110" y="1170914"/>
                  <a:pt x="989166" y="1175167"/>
                  <a:pt x="1081273" y="1233100"/>
                </a:cubicBezTo>
                <a:cubicBezTo>
                  <a:pt x="1173381" y="1291033"/>
                  <a:pt x="1227475" y="1393800"/>
                  <a:pt x="1223091" y="1502523"/>
                </a:cubicBezTo>
                <a:lnTo>
                  <a:pt x="1423160" y="1510590"/>
                </a:lnTo>
                <a:cubicBezTo>
                  <a:pt x="1430433" y="1330214"/>
                  <a:pt x="1340689" y="1159721"/>
                  <a:pt x="1187880" y="1063608"/>
                </a:cubicBezTo>
                <a:cubicBezTo>
                  <a:pt x="1111476" y="1015552"/>
                  <a:pt x="1025138" y="989760"/>
                  <a:pt x="937973" y="986566"/>
                </a:cubicBezTo>
                <a:close/>
                <a:moveTo>
                  <a:pt x="2306124" y="986566"/>
                </a:moveTo>
                <a:cubicBezTo>
                  <a:pt x="2218958" y="983371"/>
                  <a:pt x="2130964" y="1002775"/>
                  <a:pt x="2051247" y="1045110"/>
                </a:cubicBezTo>
                <a:cubicBezTo>
                  <a:pt x="1891813" y="1129780"/>
                  <a:pt x="1789831" y="1293248"/>
                  <a:pt x="1783882" y="1473672"/>
                </a:cubicBezTo>
                <a:lnTo>
                  <a:pt x="1984003" y="1480270"/>
                </a:lnTo>
                <a:cubicBezTo>
                  <a:pt x="1987589" y="1371518"/>
                  <a:pt x="2049059" y="1272986"/>
                  <a:pt x="2145160" y="1221950"/>
                </a:cubicBezTo>
                <a:cubicBezTo>
                  <a:pt x="2241261" y="1170914"/>
                  <a:pt x="2357317" y="1175167"/>
                  <a:pt x="2449424" y="1233100"/>
                </a:cubicBezTo>
                <a:cubicBezTo>
                  <a:pt x="2541532" y="1291033"/>
                  <a:pt x="2595626" y="1393800"/>
                  <a:pt x="2591242" y="1502523"/>
                </a:cubicBezTo>
                <a:lnTo>
                  <a:pt x="2791311" y="1510590"/>
                </a:lnTo>
                <a:cubicBezTo>
                  <a:pt x="2798584" y="1330214"/>
                  <a:pt x="2708840" y="1159721"/>
                  <a:pt x="2556031" y="1063608"/>
                </a:cubicBezTo>
                <a:cubicBezTo>
                  <a:pt x="2479627" y="1015552"/>
                  <a:pt x="2393289" y="989760"/>
                  <a:pt x="2306124" y="986566"/>
                </a:cubicBezTo>
                <a:close/>
                <a:moveTo>
                  <a:pt x="1620000" y="0"/>
                </a:moveTo>
                <a:lnTo>
                  <a:pt x="1785636" y="8364"/>
                </a:lnTo>
                <a:lnTo>
                  <a:pt x="1946487" y="32913"/>
                </a:lnTo>
                <a:lnTo>
                  <a:pt x="2101738" y="72832"/>
                </a:lnTo>
                <a:lnTo>
                  <a:pt x="2250577" y="127308"/>
                </a:lnTo>
                <a:lnTo>
                  <a:pt x="2392188" y="195525"/>
                </a:lnTo>
                <a:lnTo>
                  <a:pt x="2525757" y="276671"/>
                </a:lnTo>
                <a:lnTo>
                  <a:pt x="2650470" y="369929"/>
                </a:lnTo>
                <a:lnTo>
                  <a:pt x="2765513" y="474487"/>
                </a:lnTo>
                <a:lnTo>
                  <a:pt x="2870071" y="589530"/>
                </a:lnTo>
                <a:lnTo>
                  <a:pt x="2963329" y="714243"/>
                </a:lnTo>
                <a:lnTo>
                  <a:pt x="3044475" y="847812"/>
                </a:lnTo>
                <a:lnTo>
                  <a:pt x="3112693" y="989423"/>
                </a:lnTo>
                <a:lnTo>
                  <a:pt x="3167168" y="1138262"/>
                </a:lnTo>
                <a:lnTo>
                  <a:pt x="3207088" y="1293514"/>
                </a:lnTo>
                <a:lnTo>
                  <a:pt x="3231636" y="1454365"/>
                </a:lnTo>
                <a:lnTo>
                  <a:pt x="3240000" y="1620000"/>
                </a:lnTo>
                <a:lnTo>
                  <a:pt x="3231636" y="1785636"/>
                </a:lnTo>
                <a:lnTo>
                  <a:pt x="3207088" y="1946487"/>
                </a:lnTo>
                <a:lnTo>
                  <a:pt x="3167168" y="2101739"/>
                </a:lnTo>
                <a:lnTo>
                  <a:pt x="3112693" y="2250577"/>
                </a:lnTo>
                <a:lnTo>
                  <a:pt x="3044475" y="2392188"/>
                </a:lnTo>
                <a:lnTo>
                  <a:pt x="2963329" y="2525758"/>
                </a:lnTo>
                <a:lnTo>
                  <a:pt x="2870071" y="2650471"/>
                </a:lnTo>
                <a:lnTo>
                  <a:pt x="2765513" y="2765513"/>
                </a:lnTo>
                <a:lnTo>
                  <a:pt x="2650470" y="2870071"/>
                </a:lnTo>
                <a:lnTo>
                  <a:pt x="2525757" y="2963330"/>
                </a:lnTo>
                <a:lnTo>
                  <a:pt x="2392188" y="3044475"/>
                </a:lnTo>
                <a:lnTo>
                  <a:pt x="2250577" y="3112693"/>
                </a:lnTo>
                <a:lnTo>
                  <a:pt x="2101738" y="3167168"/>
                </a:lnTo>
                <a:lnTo>
                  <a:pt x="1946487" y="3207088"/>
                </a:lnTo>
                <a:lnTo>
                  <a:pt x="1785636" y="3231636"/>
                </a:lnTo>
                <a:cubicBezTo>
                  <a:pt x="1731176" y="3237167"/>
                  <a:pt x="1675919" y="3240000"/>
                  <a:pt x="1620000" y="3240000"/>
                </a:cubicBezTo>
                <a:cubicBezTo>
                  <a:pt x="1508162" y="3240000"/>
                  <a:pt x="1398972" y="3228667"/>
                  <a:pt x="1293514" y="3207088"/>
                </a:cubicBezTo>
                <a:cubicBezTo>
                  <a:pt x="1240785" y="3196298"/>
                  <a:pt x="1188989" y="3182946"/>
                  <a:pt x="1138262" y="3167168"/>
                </a:cubicBezTo>
                <a:cubicBezTo>
                  <a:pt x="1087535" y="3151390"/>
                  <a:pt x="1037877" y="3133187"/>
                  <a:pt x="989423" y="3112693"/>
                </a:cubicBezTo>
                <a:cubicBezTo>
                  <a:pt x="940970" y="3092198"/>
                  <a:pt x="893721" y="3069414"/>
                  <a:pt x="847812" y="3044475"/>
                </a:cubicBezTo>
                <a:cubicBezTo>
                  <a:pt x="801903" y="3019536"/>
                  <a:pt x="757335" y="2992442"/>
                  <a:pt x="714243" y="2963330"/>
                </a:cubicBezTo>
                <a:cubicBezTo>
                  <a:pt x="671151" y="2934217"/>
                  <a:pt x="629534" y="2903086"/>
                  <a:pt x="589530" y="2870071"/>
                </a:cubicBezTo>
                <a:cubicBezTo>
                  <a:pt x="549525" y="2837056"/>
                  <a:pt x="511132" y="2802158"/>
                  <a:pt x="474487" y="2765513"/>
                </a:cubicBezTo>
                <a:cubicBezTo>
                  <a:pt x="437842" y="2728868"/>
                  <a:pt x="402944" y="2690475"/>
                  <a:pt x="369929" y="2650471"/>
                </a:cubicBezTo>
                <a:cubicBezTo>
                  <a:pt x="336915" y="2610466"/>
                  <a:pt x="305783" y="2568850"/>
                  <a:pt x="276671" y="2525758"/>
                </a:cubicBezTo>
                <a:cubicBezTo>
                  <a:pt x="247558" y="2482665"/>
                  <a:pt x="220464" y="2438097"/>
                  <a:pt x="195525" y="2392188"/>
                </a:cubicBezTo>
                <a:cubicBezTo>
                  <a:pt x="170586" y="2346280"/>
                  <a:pt x="147802" y="2299031"/>
                  <a:pt x="127308" y="2250577"/>
                </a:cubicBezTo>
                <a:cubicBezTo>
                  <a:pt x="106814" y="2202124"/>
                  <a:pt x="88610" y="2152466"/>
                  <a:pt x="72832" y="2101739"/>
                </a:cubicBezTo>
                <a:cubicBezTo>
                  <a:pt x="57054" y="2051012"/>
                  <a:pt x="43703" y="1999216"/>
                  <a:pt x="32913" y="1946487"/>
                </a:cubicBezTo>
                <a:cubicBezTo>
                  <a:pt x="22123" y="1893758"/>
                  <a:pt x="13895" y="1840095"/>
                  <a:pt x="8364" y="1785636"/>
                </a:cubicBezTo>
                <a:cubicBezTo>
                  <a:pt x="2833" y="1731176"/>
                  <a:pt x="0" y="1675919"/>
                  <a:pt x="0" y="1620000"/>
                </a:cubicBezTo>
                <a:cubicBezTo>
                  <a:pt x="0" y="1508163"/>
                  <a:pt x="11333" y="1398972"/>
                  <a:pt x="32913" y="1293514"/>
                </a:cubicBezTo>
                <a:cubicBezTo>
                  <a:pt x="43703" y="1240785"/>
                  <a:pt x="57054" y="1188989"/>
                  <a:pt x="72832" y="1138262"/>
                </a:cubicBezTo>
                <a:cubicBezTo>
                  <a:pt x="88610" y="1087535"/>
                  <a:pt x="106814" y="1037877"/>
                  <a:pt x="127308" y="989423"/>
                </a:cubicBezTo>
                <a:cubicBezTo>
                  <a:pt x="147802" y="940970"/>
                  <a:pt x="170586" y="893721"/>
                  <a:pt x="195525" y="847812"/>
                </a:cubicBezTo>
                <a:cubicBezTo>
                  <a:pt x="220464" y="801904"/>
                  <a:pt x="247558" y="757335"/>
                  <a:pt x="276671" y="714243"/>
                </a:cubicBezTo>
                <a:cubicBezTo>
                  <a:pt x="305783" y="671151"/>
                  <a:pt x="336915" y="629534"/>
                  <a:pt x="369929" y="589530"/>
                </a:cubicBezTo>
                <a:cubicBezTo>
                  <a:pt x="402944" y="549525"/>
                  <a:pt x="437842" y="511133"/>
                  <a:pt x="474487" y="474487"/>
                </a:cubicBezTo>
                <a:cubicBezTo>
                  <a:pt x="511132" y="437842"/>
                  <a:pt x="549525" y="402944"/>
                  <a:pt x="589530" y="369929"/>
                </a:cubicBezTo>
                <a:cubicBezTo>
                  <a:pt x="629534" y="336915"/>
                  <a:pt x="671151" y="305783"/>
                  <a:pt x="714243" y="276671"/>
                </a:cubicBezTo>
                <a:cubicBezTo>
                  <a:pt x="757335" y="247558"/>
                  <a:pt x="801903" y="220465"/>
                  <a:pt x="847812" y="195525"/>
                </a:cubicBezTo>
                <a:cubicBezTo>
                  <a:pt x="893721" y="170586"/>
                  <a:pt x="940970" y="147802"/>
                  <a:pt x="989423" y="127308"/>
                </a:cubicBezTo>
                <a:cubicBezTo>
                  <a:pt x="1037877" y="106814"/>
                  <a:pt x="1087535" y="88610"/>
                  <a:pt x="1138262" y="72832"/>
                </a:cubicBezTo>
                <a:cubicBezTo>
                  <a:pt x="1188989" y="57054"/>
                  <a:pt x="1240785" y="43703"/>
                  <a:pt x="1293514" y="32913"/>
                </a:cubicBezTo>
                <a:cubicBezTo>
                  <a:pt x="1346243" y="22123"/>
                  <a:pt x="1399905" y="13895"/>
                  <a:pt x="1454365" y="8364"/>
                </a:cubicBezTo>
                <a:cubicBezTo>
                  <a:pt x="1508824" y="2833"/>
                  <a:pt x="1564081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3" name="Rectangle 16">
            <a:extLst>
              <a:ext uri="{FF2B5EF4-FFF2-40B4-BE49-F238E27FC236}">
                <a16:creationId xmlns:a16="http://schemas.microsoft.com/office/drawing/2014/main" id="{703A31B3-B37C-49A1-AFA9-DFE5BEEF0750}"/>
              </a:ext>
            </a:extLst>
          </p:cNvPr>
          <p:cNvSpPr/>
          <p:nvPr userDrawn="1"/>
        </p:nvSpPr>
        <p:spPr>
          <a:xfrm rot="2700000">
            <a:off x="5325698" y="3520150"/>
            <a:ext cx="389390" cy="69810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Rectangle 9">
            <a:extLst>
              <a:ext uri="{FF2B5EF4-FFF2-40B4-BE49-F238E27FC236}">
                <a16:creationId xmlns:a16="http://schemas.microsoft.com/office/drawing/2014/main" id="{D713021F-E765-4550-B0ED-651FC9EF0878}"/>
              </a:ext>
            </a:extLst>
          </p:cNvPr>
          <p:cNvSpPr/>
          <p:nvPr userDrawn="1"/>
        </p:nvSpPr>
        <p:spPr>
          <a:xfrm>
            <a:off x="4401174" y="3545247"/>
            <a:ext cx="527335" cy="4936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5" name="Round Same Side Corner Rectangle 6">
            <a:extLst>
              <a:ext uri="{FF2B5EF4-FFF2-40B4-BE49-F238E27FC236}">
                <a16:creationId xmlns:a16="http://schemas.microsoft.com/office/drawing/2014/main" id="{34365974-5FB0-40E7-9B61-FAE8C300C501}"/>
              </a:ext>
            </a:extLst>
          </p:cNvPr>
          <p:cNvSpPr/>
          <p:nvPr userDrawn="1"/>
        </p:nvSpPr>
        <p:spPr>
          <a:xfrm rot="2700000">
            <a:off x="6979028" y="5476482"/>
            <a:ext cx="190721" cy="76462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6" name="Frame 17">
            <a:extLst>
              <a:ext uri="{FF2B5EF4-FFF2-40B4-BE49-F238E27FC236}">
                <a16:creationId xmlns:a16="http://schemas.microsoft.com/office/drawing/2014/main" id="{42A8A7C4-9247-492B-A7A1-1F1CABAE9A7B}"/>
              </a:ext>
            </a:extLst>
          </p:cNvPr>
          <p:cNvSpPr/>
          <p:nvPr userDrawn="1"/>
        </p:nvSpPr>
        <p:spPr>
          <a:xfrm>
            <a:off x="4376235" y="4613417"/>
            <a:ext cx="508153" cy="50815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7" name="Rounded Rectangle 5">
            <a:extLst>
              <a:ext uri="{FF2B5EF4-FFF2-40B4-BE49-F238E27FC236}">
                <a16:creationId xmlns:a16="http://schemas.microsoft.com/office/drawing/2014/main" id="{12A970F3-7DB6-497F-B5FF-EBA9D9D948E3}"/>
              </a:ext>
            </a:extLst>
          </p:cNvPr>
          <p:cNvSpPr/>
          <p:nvPr userDrawn="1"/>
        </p:nvSpPr>
        <p:spPr>
          <a:xfrm flipH="1">
            <a:off x="10102420" y="2554106"/>
            <a:ext cx="504633" cy="416291"/>
          </a:xfrm>
          <a:custGeom>
            <a:avLst/>
            <a:gdLst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702049"/>
              <a:gd name="connsiteX1" fmla="*/ 1574067 w 3217557"/>
              <a:gd name="connsiteY1" fmla="*/ 851360 h 2702049"/>
              <a:gd name="connsiteX2" fmla="*/ 1384251 w 3217557"/>
              <a:gd name="connsiteY2" fmla="*/ 1041176 h 2702049"/>
              <a:gd name="connsiteX3" fmla="*/ 1194435 w 3217557"/>
              <a:gd name="connsiteY3" fmla="*/ 851360 h 2702049"/>
              <a:gd name="connsiteX4" fmla="*/ 1384251 w 3217557"/>
              <a:gd name="connsiteY4" fmla="*/ 661544 h 2702049"/>
              <a:gd name="connsiteX5" fmla="*/ 1993421 w 3217557"/>
              <a:gd name="connsiteY5" fmla="*/ 661544 h 2702049"/>
              <a:gd name="connsiteX6" fmla="*/ 2183237 w 3217557"/>
              <a:gd name="connsiteY6" fmla="*/ 851360 h 2702049"/>
              <a:gd name="connsiteX7" fmla="*/ 1993421 w 3217557"/>
              <a:gd name="connsiteY7" fmla="*/ 1041176 h 2702049"/>
              <a:gd name="connsiteX8" fmla="*/ 1803605 w 3217557"/>
              <a:gd name="connsiteY8" fmla="*/ 851360 h 2702049"/>
              <a:gd name="connsiteX9" fmla="*/ 1993421 w 3217557"/>
              <a:gd name="connsiteY9" fmla="*/ 661544 h 2702049"/>
              <a:gd name="connsiteX10" fmla="*/ 2602591 w 3217557"/>
              <a:gd name="connsiteY10" fmla="*/ 661544 h 2702049"/>
              <a:gd name="connsiteX11" fmla="*/ 2792407 w 3217557"/>
              <a:gd name="connsiteY11" fmla="*/ 851360 h 2702049"/>
              <a:gd name="connsiteX12" fmla="*/ 2602591 w 3217557"/>
              <a:gd name="connsiteY12" fmla="*/ 1041176 h 2702049"/>
              <a:gd name="connsiteX13" fmla="*/ 2412775 w 3217557"/>
              <a:gd name="connsiteY13" fmla="*/ 851360 h 2702049"/>
              <a:gd name="connsiteX14" fmla="*/ 2602591 w 3217557"/>
              <a:gd name="connsiteY14" fmla="*/ 661544 h 2702049"/>
              <a:gd name="connsiteX15" fmla="*/ 677114 w 3217557"/>
              <a:gd name="connsiteY15" fmla="*/ 569491 h 2702049"/>
              <a:gd name="connsiteX16" fmla="*/ 330916 w 3217557"/>
              <a:gd name="connsiteY16" fmla="*/ 569491 h 2702049"/>
              <a:gd name="connsiteX17" fmla="*/ 0 w 3217557"/>
              <a:gd name="connsiteY17" fmla="*/ 900407 h 2702049"/>
              <a:gd name="connsiteX18" fmla="*/ 0 w 3217557"/>
              <a:gd name="connsiteY18" fmla="*/ 1952009 h 2702049"/>
              <a:gd name="connsiteX19" fmla="*/ 330916 w 3217557"/>
              <a:gd name="connsiteY19" fmla="*/ 2282925 h 2702049"/>
              <a:gd name="connsiteX20" fmla="*/ 711670 w 3217557"/>
              <a:gd name="connsiteY20" fmla="*/ 2282925 h 2702049"/>
              <a:gd name="connsiteX21" fmla="*/ 15770 w 3217557"/>
              <a:gd name="connsiteY21" fmla="*/ 2702049 h 2702049"/>
              <a:gd name="connsiteX22" fmla="*/ 1294529 w 3217557"/>
              <a:gd name="connsiteY22" fmla="*/ 2282925 h 2702049"/>
              <a:gd name="connsiteX23" fmla="*/ 2117356 w 3217557"/>
              <a:gd name="connsiteY23" fmla="*/ 2282925 h 2702049"/>
              <a:gd name="connsiteX24" fmla="*/ 2418395 w 3217557"/>
              <a:gd name="connsiteY24" fmla="*/ 2087951 h 2702049"/>
              <a:gd name="connsiteX25" fmla="*/ 1830857 w 3217557"/>
              <a:gd name="connsiteY25" fmla="*/ 1799347 h 2702049"/>
              <a:gd name="connsiteX26" fmla="*/ 1008030 w 3217557"/>
              <a:gd name="connsiteY26" fmla="*/ 1799347 h 2702049"/>
              <a:gd name="connsiteX27" fmla="*/ 677114 w 3217557"/>
              <a:gd name="connsiteY27" fmla="*/ 1468431 h 2702049"/>
              <a:gd name="connsiteX28" fmla="*/ 677114 w 3217557"/>
              <a:gd name="connsiteY28" fmla="*/ 569491 h 2702049"/>
              <a:gd name="connsiteX29" fmla="*/ 2886641 w 3217557"/>
              <a:gd name="connsiteY29" fmla="*/ 0 h 2702049"/>
              <a:gd name="connsiteX30" fmla="*/ 1100201 w 3217557"/>
              <a:gd name="connsiteY30" fmla="*/ 0 h 2702049"/>
              <a:gd name="connsiteX31" fmla="*/ 769285 w 3217557"/>
              <a:gd name="connsiteY31" fmla="*/ 330916 h 2702049"/>
              <a:gd name="connsiteX32" fmla="*/ 769285 w 3217557"/>
              <a:gd name="connsiteY32" fmla="*/ 1382518 h 2702049"/>
              <a:gd name="connsiteX33" fmla="*/ 1100201 w 3217557"/>
              <a:gd name="connsiteY33" fmla="*/ 1713434 h 2702049"/>
              <a:gd name="connsiteX34" fmla="*/ 1923028 w 3217557"/>
              <a:gd name="connsiteY34" fmla="*/ 1713434 h 2702049"/>
              <a:gd name="connsiteX35" fmla="*/ 3078958 w 3217557"/>
              <a:gd name="connsiteY35" fmla="*/ 2077967 h 2702049"/>
              <a:gd name="connsiteX36" fmla="*/ 2505887 w 3217557"/>
              <a:gd name="connsiteY36" fmla="*/ 1713434 h 2702049"/>
              <a:gd name="connsiteX37" fmla="*/ 2886641 w 3217557"/>
              <a:gd name="connsiteY37" fmla="*/ 1713434 h 2702049"/>
              <a:gd name="connsiteX38" fmla="*/ 3217557 w 3217557"/>
              <a:gd name="connsiteY38" fmla="*/ 1382518 h 2702049"/>
              <a:gd name="connsiteX39" fmla="*/ 3217557 w 3217557"/>
              <a:gd name="connsiteY39" fmla="*/ 330916 h 2702049"/>
              <a:gd name="connsiteX40" fmla="*/ 2886641 w 3217557"/>
              <a:gd name="connsiteY40" fmla="*/ 0 h 2702049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33810"/>
              <a:gd name="connsiteX1" fmla="*/ 1574067 w 3217557"/>
              <a:gd name="connsiteY1" fmla="*/ 851360 h 2633810"/>
              <a:gd name="connsiteX2" fmla="*/ 1384251 w 3217557"/>
              <a:gd name="connsiteY2" fmla="*/ 1041176 h 2633810"/>
              <a:gd name="connsiteX3" fmla="*/ 1194435 w 3217557"/>
              <a:gd name="connsiteY3" fmla="*/ 851360 h 2633810"/>
              <a:gd name="connsiteX4" fmla="*/ 1384251 w 3217557"/>
              <a:gd name="connsiteY4" fmla="*/ 661544 h 2633810"/>
              <a:gd name="connsiteX5" fmla="*/ 1993421 w 3217557"/>
              <a:gd name="connsiteY5" fmla="*/ 661544 h 2633810"/>
              <a:gd name="connsiteX6" fmla="*/ 2183237 w 3217557"/>
              <a:gd name="connsiteY6" fmla="*/ 851360 h 2633810"/>
              <a:gd name="connsiteX7" fmla="*/ 1993421 w 3217557"/>
              <a:gd name="connsiteY7" fmla="*/ 1041176 h 2633810"/>
              <a:gd name="connsiteX8" fmla="*/ 1803605 w 3217557"/>
              <a:gd name="connsiteY8" fmla="*/ 851360 h 2633810"/>
              <a:gd name="connsiteX9" fmla="*/ 1993421 w 3217557"/>
              <a:gd name="connsiteY9" fmla="*/ 661544 h 2633810"/>
              <a:gd name="connsiteX10" fmla="*/ 2602591 w 3217557"/>
              <a:gd name="connsiteY10" fmla="*/ 661544 h 2633810"/>
              <a:gd name="connsiteX11" fmla="*/ 2792407 w 3217557"/>
              <a:gd name="connsiteY11" fmla="*/ 851360 h 2633810"/>
              <a:gd name="connsiteX12" fmla="*/ 2602591 w 3217557"/>
              <a:gd name="connsiteY12" fmla="*/ 1041176 h 2633810"/>
              <a:gd name="connsiteX13" fmla="*/ 2412775 w 3217557"/>
              <a:gd name="connsiteY13" fmla="*/ 851360 h 2633810"/>
              <a:gd name="connsiteX14" fmla="*/ 2602591 w 3217557"/>
              <a:gd name="connsiteY14" fmla="*/ 661544 h 2633810"/>
              <a:gd name="connsiteX15" fmla="*/ 677114 w 3217557"/>
              <a:gd name="connsiteY15" fmla="*/ 569491 h 2633810"/>
              <a:gd name="connsiteX16" fmla="*/ 330916 w 3217557"/>
              <a:gd name="connsiteY16" fmla="*/ 569491 h 2633810"/>
              <a:gd name="connsiteX17" fmla="*/ 0 w 3217557"/>
              <a:gd name="connsiteY17" fmla="*/ 900407 h 2633810"/>
              <a:gd name="connsiteX18" fmla="*/ 0 w 3217557"/>
              <a:gd name="connsiteY18" fmla="*/ 1952009 h 2633810"/>
              <a:gd name="connsiteX19" fmla="*/ 330916 w 3217557"/>
              <a:gd name="connsiteY19" fmla="*/ 2282925 h 2633810"/>
              <a:gd name="connsiteX20" fmla="*/ 711670 w 3217557"/>
              <a:gd name="connsiteY20" fmla="*/ 2282925 h 2633810"/>
              <a:gd name="connsiteX21" fmla="*/ 165895 w 3217557"/>
              <a:gd name="connsiteY21" fmla="*/ 2633810 h 2633810"/>
              <a:gd name="connsiteX22" fmla="*/ 1294529 w 3217557"/>
              <a:gd name="connsiteY22" fmla="*/ 2282925 h 2633810"/>
              <a:gd name="connsiteX23" fmla="*/ 2117356 w 3217557"/>
              <a:gd name="connsiteY23" fmla="*/ 2282925 h 2633810"/>
              <a:gd name="connsiteX24" fmla="*/ 2418395 w 3217557"/>
              <a:gd name="connsiteY24" fmla="*/ 2087951 h 2633810"/>
              <a:gd name="connsiteX25" fmla="*/ 1830857 w 3217557"/>
              <a:gd name="connsiteY25" fmla="*/ 1799347 h 2633810"/>
              <a:gd name="connsiteX26" fmla="*/ 1008030 w 3217557"/>
              <a:gd name="connsiteY26" fmla="*/ 1799347 h 2633810"/>
              <a:gd name="connsiteX27" fmla="*/ 677114 w 3217557"/>
              <a:gd name="connsiteY27" fmla="*/ 1468431 h 2633810"/>
              <a:gd name="connsiteX28" fmla="*/ 677114 w 3217557"/>
              <a:gd name="connsiteY28" fmla="*/ 569491 h 2633810"/>
              <a:gd name="connsiteX29" fmla="*/ 2886641 w 3217557"/>
              <a:gd name="connsiteY29" fmla="*/ 0 h 2633810"/>
              <a:gd name="connsiteX30" fmla="*/ 1100201 w 3217557"/>
              <a:gd name="connsiteY30" fmla="*/ 0 h 2633810"/>
              <a:gd name="connsiteX31" fmla="*/ 769285 w 3217557"/>
              <a:gd name="connsiteY31" fmla="*/ 330916 h 2633810"/>
              <a:gd name="connsiteX32" fmla="*/ 769285 w 3217557"/>
              <a:gd name="connsiteY32" fmla="*/ 1382518 h 2633810"/>
              <a:gd name="connsiteX33" fmla="*/ 1100201 w 3217557"/>
              <a:gd name="connsiteY33" fmla="*/ 1713434 h 2633810"/>
              <a:gd name="connsiteX34" fmla="*/ 1923028 w 3217557"/>
              <a:gd name="connsiteY34" fmla="*/ 1713434 h 2633810"/>
              <a:gd name="connsiteX35" fmla="*/ 3078958 w 3217557"/>
              <a:gd name="connsiteY35" fmla="*/ 2077967 h 2633810"/>
              <a:gd name="connsiteX36" fmla="*/ 2505887 w 3217557"/>
              <a:gd name="connsiteY36" fmla="*/ 1713434 h 2633810"/>
              <a:gd name="connsiteX37" fmla="*/ 2886641 w 3217557"/>
              <a:gd name="connsiteY37" fmla="*/ 1713434 h 2633810"/>
              <a:gd name="connsiteX38" fmla="*/ 3217557 w 3217557"/>
              <a:gd name="connsiteY38" fmla="*/ 1382518 h 2633810"/>
              <a:gd name="connsiteX39" fmla="*/ 3217557 w 3217557"/>
              <a:gd name="connsiteY39" fmla="*/ 330916 h 2633810"/>
              <a:gd name="connsiteX40" fmla="*/ 2886641 w 3217557"/>
              <a:gd name="connsiteY40" fmla="*/ 0 h 2633810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  <a:gd name="connsiteX0" fmla="*/ 1384251 w 3217557"/>
              <a:gd name="connsiteY0" fmla="*/ 661544 h 2654282"/>
              <a:gd name="connsiteX1" fmla="*/ 1574067 w 3217557"/>
              <a:gd name="connsiteY1" fmla="*/ 851360 h 2654282"/>
              <a:gd name="connsiteX2" fmla="*/ 1384251 w 3217557"/>
              <a:gd name="connsiteY2" fmla="*/ 1041176 h 2654282"/>
              <a:gd name="connsiteX3" fmla="*/ 1194435 w 3217557"/>
              <a:gd name="connsiteY3" fmla="*/ 851360 h 2654282"/>
              <a:gd name="connsiteX4" fmla="*/ 1384251 w 3217557"/>
              <a:gd name="connsiteY4" fmla="*/ 661544 h 2654282"/>
              <a:gd name="connsiteX5" fmla="*/ 1993421 w 3217557"/>
              <a:gd name="connsiteY5" fmla="*/ 661544 h 2654282"/>
              <a:gd name="connsiteX6" fmla="*/ 2183237 w 3217557"/>
              <a:gd name="connsiteY6" fmla="*/ 851360 h 2654282"/>
              <a:gd name="connsiteX7" fmla="*/ 1993421 w 3217557"/>
              <a:gd name="connsiteY7" fmla="*/ 1041176 h 2654282"/>
              <a:gd name="connsiteX8" fmla="*/ 1803605 w 3217557"/>
              <a:gd name="connsiteY8" fmla="*/ 851360 h 2654282"/>
              <a:gd name="connsiteX9" fmla="*/ 1993421 w 3217557"/>
              <a:gd name="connsiteY9" fmla="*/ 661544 h 2654282"/>
              <a:gd name="connsiteX10" fmla="*/ 2602591 w 3217557"/>
              <a:gd name="connsiteY10" fmla="*/ 661544 h 2654282"/>
              <a:gd name="connsiteX11" fmla="*/ 2792407 w 3217557"/>
              <a:gd name="connsiteY11" fmla="*/ 851360 h 2654282"/>
              <a:gd name="connsiteX12" fmla="*/ 2602591 w 3217557"/>
              <a:gd name="connsiteY12" fmla="*/ 1041176 h 2654282"/>
              <a:gd name="connsiteX13" fmla="*/ 2412775 w 3217557"/>
              <a:gd name="connsiteY13" fmla="*/ 851360 h 2654282"/>
              <a:gd name="connsiteX14" fmla="*/ 2602591 w 3217557"/>
              <a:gd name="connsiteY14" fmla="*/ 661544 h 2654282"/>
              <a:gd name="connsiteX15" fmla="*/ 677114 w 3217557"/>
              <a:gd name="connsiteY15" fmla="*/ 569491 h 2654282"/>
              <a:gd name="connsiteX16" fmla="*/ 330916 w 3217557"/>
              <a:gd name="connsiteY16" fmla="*/ 569491 h 2654282"/>
              <a:gd name="connsiteX17" fmla="*/ 0 w 3217557"/>
              <a:gd name="connsiteY17" fmla="*/ 900407 h 2654282"/>
              <a:gd name="connsiteX18" fmla="*/ 0 w 3217557"/>
              <a:gd name="connsiteY18" fmla="*/ 1952009 h 2654282"/>
              <a:gd name="connsiteX19" fmla="*/ 330916 w 3217557"/>
              <a:gd name="connsiteY19" fmla="*/ 2282925 h 2654282"/>
              <a:gd name="connsiteX20" fmla="*/ 711670 w 3217557"/>
              <a:gd name="connsiteY20" fmla="*/ 2282925 h 2654282"/>
              <a:gd name="connsiteX21" fmla="*/ 275077 w 3217557"/>
              <a:gd name="connsiteY21" fmla="*/ 2654282 h 2654282"/>
              <a:gd name="connsiteX22" fmla="*/ 1294529 w 3217557"/>
              <a:gd name="connsiteY22" fmla="*/ 2282925 h 2654282"/>
              <a:gd name="connsiteX23" fmla="*/ 2117356 w 3217557"/>
              <a:gd name="connsiteY23" fmla="*/ 2282925 h 2654282"/>
              <a:gd name="connsiteX24" fmla="*/ 2418395 w 3217557"/>
              <a:gd name="connsiteY24" fmla="*/ 2087951 h 2654282"/>
              <a:gd name="connsiteX25" fmla="*/ 1830857 w 3217557"/>
              <a:gd name="connsiteY25" fmla="*/ 1799347 h 2654282"/>
              <a:gd name="connsiteX26" fmla="*/ 1008030 w 3217557"/>
              <a:gd name="connsiteY26" fmla="*/ 1799347 h 2654282"/>
              <a:gd name="connsiteX27" fmla="*/ 677114 w 3217557"/>
              <a:gd name="connsiteY27" fmla="*/ 1468431 h 2654282"/>
              <a:gd name="connsiteX28" fmla="*/ 677114 w 3217557"/>
              <a:gd name="connsiteY28" fmla="*/ 569491 h 2654282"/>
              <a:gd name="connsiteX29" fmla="*/ 2886641 w 3217557"/>
              <a:gd name="connsiteY29" fmla="*/ 0 h 2654282"/>
              <a:gd name="connsiteX30" fmla="*/ 1100201 w 3217557"/>
              <a:gd name="connsiteY30" fmla="*/ 0 h 2654282"/>
              <a:gd name="connsiteX31" fmla="*/ 769285 w 3217557"/>
              <a:gd name="connsiteY31" fmla="*/ 330916 h 2654282"/>
              <a:gd name="connsiteX32" fmla="*/ 769285 w 3217557"/>
              <a:gd name="connsiteY32" fmla="*/ 1382518 h 2654282"/>
              <a:gd name="connsiteX33" fmla="*/ 1100201 w 3217557"/>
              <a:gd name="connsiteY33" fmla="*/ 1713434 h 2654282"/>
              <a:gd name="connsiteX34" fmla="*/ 1923028 w 3217557"/>
              <a:gd name="connsiteY34" fmla="*/ 1713434 h 2654282"/>
              <a:gd name="connsiteX35" fmla="*/ 3078958 w 3217557"/>
              <a:gd name="connsiteY35" fmla="*/ 2077967 h 2654282"/>
              <a:gd name="connsiteX36" fmla="*/ 2505887 w 3217557"/>
              <a:gd name="connsiteY36" fmla="*/ 1713434 h 2654282"/>
              <a:gd name="connsiteX37" fmla="*/ 2886641 w 3217557"/>
              <a:gd name="connsiteY37" fmla="*/ 1713434 h 2654282"/>
              <a:gd name="connsiteX38" fmla="*/ 3217557 w 3217557"/>
              <a:gd name="connsiteY38" fmla="*/ 1382518 h 2654282"/>
              <a:gd name="connsiteX39" fmla="*/ 3217557 w 3217557"/>
              <a:gd name="connsiteY39" fmla="*/ 330916 h 2654282"/>
              <a:gd name="connsiteX40" fmla="*/ 2886641 w 3217557"/>
              <a:gd name="connsiteY40" fmla="*/ 0 h 2654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217557" h="2654282">
                <a:moveTo>
                  <a:pt x="1384251" y="661544"/>
                </a:moveTo>
                <a:cubicBezTo>
                  <a:pt x="1489083" y="661544"/>
                  <a:pt x="1574067" y="746528"/>
                  <a:pt x="1574067" y="851360"/>
                </a:cubicBezTo>
                <a:cubicBezTo>
                  <a:pt x="1574067" y="956192"/>
                  <a:pt x="1489083" y="1041176"/>
                  <a:pt x="1384251" y="1041176"/>
                </a:cubicBezTo>
                <a:cubicBezTo>
                  <a:pt x="1279419" y="1041176"/>
                  <a:pt x="1194435" y="956192"/>
                  <a:pt x="1194435" y="851360"/>
                </a:cubicBezTo>
                <a:cubicBezTo>
                  <a:pt x="1194435" y="746528"/>
                  <a:pt x="1279419" y="661544"/>
                  <a:pt x="1384251" y="661544"/>
                </a:cubicBezTo>
                <a:close/>
                <a:moveTo>
                  <a:pt x="1993421" y="661544"/>
                </a:moveTo>
                <a:cubicBezTo>
                  <a:pt x="2098253" y="661544"/>
                  <a:pt x="2183237" y="746528"/>
                  <a:pt x="2183237" y="851360"/>
                </a:cubicBezTo>
                <a:cubicBezTo>
                  <a:pt x="2183237" y="956192"/>
                  <a:pt x="2098253" y="1041176"/>
                  <a:pt x="1993421" y="1041176"/>
                </a:cubicBezTo>
                <a:cubicBezTo>
                  <a:pt x="1888589" y="1041176"/>
                  <a:pt x="1803605" y="956192"/>
                  <a:pt x="1803605" y="851360"/>
                </a:cubicBezTo>
                <a:cubicBezTo>
                  <a:pt x="1803605" y="746528"/>
                  <a:pt x="1888589" y="661544"/>
                  <a:pt x="1993421" y="661544"/>
                </a:cubicBezTo>
                <a:close/>
                <a:moveTo>
                  <a:pt x="2602591" y="661544"/>
                </a:moveTo>
                <a:cubicBezTo>
                  <a:pt x="2707423" y="661544"/>
                  <a:pt x="2792407" y="746528"/>
                  <a:pt x="2792407" y="851360"/>
                </a:cubicBezTo>
                <a:cubicBezTo>
                  <a:pt x="2792407" y="956192"/>
                  <a:pt x="2707423" y="1041176"/>
                  <a:pt x="2602591" y="1041176"/>
                </a:cubicBezTo>
                <a:cubicBezTo>
                  <a:pt x="2497759" y="1041176"/>
                  <a:pt x="2412775" y="956192"/>
                  <a:pt x="2412775" y="851360"/>
                </a:cubicBezTo>
                <a:cubicBezTo>
                  <a:pt x="2412775" y="746528"/>
                  <a:pt x="2497759" y="661544"/>
                  <a:pt x="2602591" y="661544"/>
                </a:cubicBezTo>
                <a:close/>
                <a:moveTo>
                  <a:pt x="677114" y="569491"/>
                </a:moveTo>
                <a:lnTo>
                  <a:pt x="330916" y="569491"/>
                </a:lnTo>
                <a:cubicBezTo>
                  <a:pt x="148156" y="569491"/>
                  <a:pt x="0" y="717647"/>
                  <a:pt x="0" y="900407"/>
                </a:cubicBezTo>
                <a:lnTo>
                  <a:pt x="0" y="1952009"/>
                </a:lnTo>
                <a:cubicBezTo>
                  <a:pt x="0" y="2134769"/>
                  <a:pt x="148156" y="2282925"/>
                  <a:pt x="330916" y="2282925"/>
                </a:cubicBezTo>
                <a:lnTo>
                  <a:pt x="711670" y="2282925"/>
                </a:lnTo>
                <a:cubicBezTo>
                  <a:pt x="639726" y="2394386"/>
                  <a:pt x="647101" y="2475544"/>
                  <a:pt x="275077" y="2654282"/>
                </a:cubicBezTo>
                <a:cubicBezTo>
                  <a:pt x="900998" y="2583693"/>
                  <a:pt x="998412" y="2552618"/>
                  <a:pt x="1294529" y="2282925"/>
                </a:cubicBezTo>
                <a:lnTo>
                  <a:pt x="2117356" y="2282925"/>
                </a:lnTo>
                <a:cubicBezTo>
                  <a:pt x="2251554" y="2282925"/>
                  <a:pt x="2367095" y="2203043"/>
                  <a:pt x="2418395" y="2087951"/>
                </a:cubicBezTo>
                <a:cubicBezTo>
                  <a:pt x="2205538" y="2022975"/>
                  <a:pt x="2032941" y="1932583"/>
                  <a:pt x="1830857" y="1799347"/>
                </a:cubicBezTo>
                <a:lnTo>
                  <a:pt x="1008030" y="1799347"/>
                </a:lnTo>
                <a:cubicBezTo>
                  <a:pt x="825270" y="1799347"/>
                  <a:pt x="677114" y="1651191"/>
                  <a:pt x="677114" y="1468431"/>
                </a:cubicBezTo>
                <a:lnTo>
                  <a:pt x="677114" y="569491"/>
                </a:lnTo>
                <a:close/>
                <a:moveTo>
                  <a:pt x="2886641" y="0"/>
                </a:moveTo>
                <a:lnTo>
                  <a:pt x="1100201" y="0"/>
                </a:lnTo>
                <a:cubicBezTo>
                  <a:pt x="917441" y="0"/>
                  <a:pt x="769285" y="148156"/>
                  <a:pt x="769285" y="330916"/>
                </a:cubicBezTo>
                <a:lnTo>
                  <a:pt x="769285" y="1382518"/>
                </a:lnTo>
                <a:cubicBezTo>
                  <a:pt x="769285" y="1565278"/>
                  <a:pt x="917441" y="1713434"/>
                  <a:pt x="1100201" y="1713434"/>
                </a:cubicBezTo>
                <a:lnTo>
                  <a:pt x="1923028" y="1713434"/>
                </a:lnTo>
                <a:cubicBezTo>
                  <a:pt x="2301032" y="1962656"/>
                  <a:pt x="2453037" y="2007378"/>
                  <a:pt x="3078958" y="2077967"/>
                </a:cubicBezTo>
                <a:cubicBezTo>
                  <a:pt x="2713759" y="1878758"/>
                  <a:pt x="2673367" y="1899957"/>
                  <a:pt x="2505887" y="1713434"/>
                </a:cubicBezTo>
                <a:lnTo>
                  <a:pt x="2886641" y="1713434"/>
                </a:lnTo>
                <a:cubicBezTo>
                  <a:pt x="3069401" y="1713434"/>
                  <a:pt x="3217557" y="1565278"/>
                  <a:pt x="3217557" y="1382518"/>
                </a:cubicBezTo>
                <a:lnTo>
                  <a:pt x="3217557" y="330916"/>
                </a:lnTo>
                <a:cubicBezTo>
                  <a:pt x="3217557" y="148156"/>
                  <a:pt x="3069401" y="0"/>
                  <a:pt x="288664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8" name="Teardrop 1">
            <a:extLst>
              <a:ext uri="{FF2B5EF4-FFF2-40B4-BE49-F238E27FC236}">
                <a16:creationId xmlns:a16="http://schemas.microsoft.com/office/drawing/2014/main" id="{82BF17C9-4BE3-4A66-B3B0-6BD009636B80}"/>
              </a:ext>
            </a:extLst>
          </p:cNvPr>
          <p:cNvSpPr/>
          <p:nvPr userDrawn="1"/>
        </p:nvSpPr>
        <p:spPr>
          <a:xfrm rot="18805991">
            <a:off x="10126692" y="1539348"/>
            <a:ext cx="551843" cy="546086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9" name="Rectangle 130">
            <a:extLst>
              <a:ext uri="{FF2B5EF4-FFF2-40B4-BE49-F238E27FC236}">
                <a16:creationId xmlns:a16="http://schemas.microsoft.com/office/drawing/2014/main" id="{D62F2688-C7D6-42A5-AB04-5CFAD4DB9C7D}"/>
              </a:ext>
            </a:extLst>
          </p:cNvPr>
          <p:cNvSpPr/>
          <p:nvPr userDrawn="1"/>
        </p:nvSpPr>
        <p:spPr>
          <a:xfrm>
            <a:off x="10932820" y="1539414"/>
            <a:ext cx="544577" cy="547049"/>
          </a:xfrm>
          <a:custGeom>
            <a:avLst/>
            <a:gdLst/>
            <a:ahLst/>
            <a:cxnLst/>
            <a:rect l="l" t="t" r="r" b="b"/>
            <a:pathLst>
              <a:path w="371900" h="373588">
                <a:moveTo>
                  <a:pt x="297080" y="129105"/>
                </a:moveTo>
                <a:lnTo>
                  <a:pt x="284273" y="219737"/>
                </a:lnTo>
                <a:lnTo>
                  <a:pt x="305496" y="219737"/>
                </a:lnTo>
                <a:lnTo>
                  <a:pt x="333001" y="129105"/>
                </a:lnTo>
                <a:close/>
                <a:moveTo>
                  <a:pt x="228265" y="129105"/>
                </a:moveTo>
                <a:lnTo>
                  <a:pt x="228265" y="219737"/>
                </a:lnTo>
                <a:lnTo>
                  <a:pt x="250807" y="219737"/>
                </a:lnTo>
                <a:lnTo>
                  <a:pt x="263614" y="129105"/>
                </a:lnTo>
                <a:close/>
                <a:moveTo>
                  <a:pt x="157021" y="129105"/>
                </a:moveTo>
                <a:lnTo>
                  <a:pt x="175826" y="219737"/>
                </a:lnTo>
                <a:lnTo>
                  <a:pt x="195129" y="219737"/>
                </a:lnTo>
                <a:lnTo>
                  <a:pt x="195129" y="129105"/>
                </a:lnTo>
                <a:close/>
                <a:moveTo>
                  <a:pt x="93087" y="129105"/>
                </a:moveTo>
                <a:lnTo>
                  <a:pt x="117372" y="219737"/>
                </a:lnTo>
                <a:lnTo>
                  <a:pt x="141984" y="219737"/>
                </a:lnTo>
                <a:lnTo>
                  <a:pt x="123179" y="129105"/>
                </a:lnTo>
                <a:close/>
                <a:moveTo>
                  <a:pt x="58494" y="0"/>
                </a:moveTo>
                <a:lnTo>
                  <a:pt x="84208" y="95969"/>
                </a:lnTo>
                <a:lnTo>
                  <a:pt x="354346" y="95969"/>
                </a:lnTo>
                <a:lnTo>
                  <a:pt x="354346" y="97437"/>
                </a:lnTo>
                <a:cubicBezTo>
                  <a:pt x="356087" y="96136"/>
                  <a:pt x="357928" y="96353"/>
                  <a:pt x="359747" y="96905"/>
                </a:cubicBezTo>
                <a:lnTo>
                  <a:pt x="360371" y="97095"/>
                </a:lnTo>
                <a:cubicBezTo>
                  <a:pt x="368954" y="99700"/>
                  <a:pt x="373801" y="108770"/>
                  <a:pt x="371196" y="117354"/>
                </a:cubicBezTo>
                <a:lnTo>
                  <a:pt x="333339" y="242097"/>
                </a:lnTo>
                <a:cubicBezTo>
                  <a:pt x="331591" y="247858"/>
                  <a:pt x="326929" y="251935"/>
                  <a:pt x="321206" y="252122"/>
                </a:cubicBezTo>
                <a:lnTo>
                  <a:pt x="321206" y="252873"/>
                </a:lnTo>
                <a:lnTo>
                  <a:pt x="313576" y="252873"/>
                </a:lnTo>
                <a:cubicBezTo>
                  <a:pt x="313378" y="253010"/>
                  <a:pt x="313229" y="252967"/>
                  <a:pt x="313080" y="252922"/>
                </a:cubicBezTo>
                <a:lnTo>
                  <a:pt x="312919" y="252873"/>
                </a:lnTo>
                <a:lnTo>
                  <a:pt x="126251" y="252873"/>
                </a:lnTo>
                <a:lnTo>
                  <a:pt x="133971" y="281687"/>
                </a:lnTo>
                <a:lnTo>
                  <a:pt x="321075" y="281687"/>
                </a:lnTo>
                <a:lnTo>
                  <a:pt x="321075" y="314823"/>
                </a:lnTo>
                <a:lnTo>
                  <a:pt x="318480" y="314823"/>
                </a:lnTo>
                <a:cubicBezTo>
                  <a:pt x="329614" y="318311"/>
                  <a:pt x="336414" y="328969"/>
                  <a:pt x="336414" y="341215"/>
                </a:cubicBezTo>
                <a:cubicBezTo>
                  <a:pt x="336414" y="359094"/>
                  <a:pt x="321920" y="373588"/>
                  <a:pt x="304041" y="373588"/>
                </a:cubicBezTo>
                <a:cubicBezTo>
                  <a:pt x="286162" y="373588"/>
                  <a:pt x="271668" y="359094"/>
                  <a:pt x="271668" y="341215"/>
                </a:cubicBezTo>
                <a:cubicBezTo>
                  <a:pt x="271668" y="328969"/>
                  <a:pt x="278468" y="318311"/>
                  <a:pt x="289602" y="314823"/>
                </a:cubicBezTo>
                <a:lnTo>
                  <a:pt x="142850" y="314823"/>
                </a:lnTo>
                <a:lnTo>
                  <a:pt x="143397" y="316865"/>
                </a:lnTo>
                <a:cubicBezTo>
                  <a:pt x="151629" y="321811"/>
                  <a:pt x="156401" y="330956"/>
                  <a:pt x="156401" y="341215"/>
                </a:cubicBezTo>
                <a:cubicBezTo>
                  <a:pt x="156401" y="359094"/>
                  <a:pt x="141907" y="373588"/>
                  <a:pt x="124028" y="373588"/>
                </a:cubicBezTo>
                <a:cubicBezTo>
                  <a:pt x="106149" y="373588"/>
                  <a:pt x="91655" y="359094"/>
                  <a:pt x="91655" y="341215"/>
                </a:cubicBezTo>
                <a:cubicBezTo>
                  <a:pt x="91655" y="329356"/>
                  <a:pt x="98032" y="318986"/>
                  <a:pt x="108649" y="315212"/>
                </a:cubicBezTo>
                <a:lnTo>
                  <a:pt x="33542" y="34909"/>
                </a:lnTo>
                <a:lnTo>
                  <a:pt x="0" y="34909"/>
                </a:lnTo>
                <a:lnTo>
                  <a:pt x="0" y="1773"/>
                </a:lnTo>
                <a:lnTo>
                  <a:pt x="51879" y="177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0" name="Right Triangle 17">
            <a:extLst>
              <a:ext uri="{FF2B5EF4-FFF2-40B4-BE49-F238E27FC236}">
                <a16:creationId xmlns:a16="http://schemas.microsoft.com/office/drawing/2014/main" id="{EEF6EF87-20D9-4B93-818C-0FA8D36537A0}"/>
              </a:ext>
            </a:extLst>
          </p:cNvPr>
          <p:cNvSpPr>
            <a:spLocks noChangeAspect="1"/>
          </p:cNvSpPr>
          <p:nvPr userDrawn="1"/>
        </p:nvSpPr>
        <p:spPr>
          <a:xfrm>
            <a:off x="9363473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1999321" y="2603448"/>
                </a:moveTo>
                <a:lnTo>
                  <a:pt x="1999321" y="2772810"/>
                </a:lnTo>
                <a:lnTo>
                  <a:pt x="2528507" y="2772810"/>
                </a:lnTo>
                <a:lnTo>
                  <a:pt x="2528507" y="2603448"/>
                </a:lnTo>
                <a:close/>
                <a:moveTo>
                  <a:pt x="2263914" y="2230929"/>
                </a:moveTo>
                <a:cubicBezTo>
                  <a:pt x="2516419" y="2230929"/>
                  <a:pt x="2721114" y="2435624"/>
                  <a:pt x="2721114" y="2688129"/>
                </a:cubicBezTo>
                <a:cubicBezTo>
                  <a:pt x="2721114" y="2940634"/>
                  <a:pt x="2516419" y="3145329"/>
                  <a:pt x="2263914" y="3145329"/>
                </a:cubicBezTo>
                <a:cubicBezTo>
                  <a:pt x="2011409" y="3145329"/>
                  <a:pt x="1806714" y="2940634"/>
                  <a:pt x="1806714" y="2688129"/>
                </a:cubicBezTo>
                <a:cubicBezTo>
                  <a:pt x="1806714" y="2435624"/>
                  <a:pt x="2011409" y="2230929"/>
                  <a:pt x="2263914" y="2230929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11" name="Right Triangle 17">
            <a:extLst>
              <a:ext uri="{FF2B5EF4-FFF2-40B4-BE49-F238E27FC236}">
                <a16:creationId xmlns:a16="http://schemas.microsoft.com/office/drawing/2014/main" id="{D43A026B-54B2-4974-9AAE-BF039966D325}"/>
              </a:ext>
            </a:extLst>
          </p:cNvPr>
          <p:cNvSpPr>
            <a:spLocks noChangeAspect="1"/>
          </p:cNvSpPr>
          <p:nvPr userDrawn="1"/>
        </p:nvSpPr>
        <p:spPr>
          <a:xfrm>
            <a:off x="8488431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79233" y="2431577"/>
                </a:moveTo>
                <a:lnTo>
                  <a:pt x="2179233" y="2611489"/>
                </a:lnTo>
                <a:lnTo>
                  <a:pt x="1999321" y="2611489"/>
                </a:lnTo>
                <a:lnTo>
                  <a:pt x="1999321" y="2780851"/>
                </a:lnTo>
                <a:lnTo>
                  <a:pt x="2179233" y="2780851"/>
                </a:lnTo>
                <a:lnTo>
                  <a:pt x="2179233" y="2960763"/>
                </a:lnTo>
                <a:lnTo>
                  <a:pt x="2348595" y="2960763"/>
                </a:lnTo>
                <a:lnTo>
                  <a:pt x="2348595" y="2780851"/>
                </a:lnTo>
                <a:lnTo>
                  <a:pt x="2528507" y="2780851"/>
                </a:lnTo>
                <a:lnTo>
                  <a:pt x="2528507" y="2611489"/>
                </a:lnTo>
                <a:lnTo>
                  <a:pt x="2348595" y="2611489"/>
                </a:lnTo>
                <a:lnTo>
                  <a:pt x="2348595" y="24315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12" name="Right Triangle 17">
            <a:extLst>
              <a:ext uri="{FF2B5EF4-FFF2-40B4-BE49-F238E27FC236}">
                <a16:creationId xmlns:a16="http://schemas.microsoft.com/office/drawing/2014/main" id="{4FD9494A-1472-4193-9695-7C9990E99421}"/>
              </a:ext>
            </a:extLst>
          </p:cNvPr>
          <p:cNvSpPr>
            <a:spLocks noChangeAspect="1"/>
          </p:cNvSpPr>
          <p:nvPr userDrawn="1"/>
        </p:nvSpPr>
        <p:spPr>
          <a:xfrm>
            <a:off x="10238515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136698" y="2449196"/>
                </a:moveTo>
                <a:lnTo>
                  <a:pt x="2016940" y="2568954"/>
                </a:lnTo>
                <a:lnTo>
                  <a:pt x="2144156" y="2696170"/>
                </a:lnTo>
                <a:lnTo>
                  <a:pt x="2016940" y="2823386"/>
                </a:lnTo>
                <a:lnTo>
                  <a:pt x="2136698" y="2943144"/>
                </a:lnTo>
                <a:lnTo>
                  <a:pt x="2263914" y="2815928"/>
                </a:lnTo>
                <a:lnTo>
                  <a:pt x="2391130" y="2943144"/>
                </a:lnTo>
                <a:lnTo>
                  <a:pt x="2510888" y="2823386"/>
                </a:lnTo>
                <a:lnTo>
                  <a:pt x="2383672" y="2696170"/>
                </a:lnTo>
                <a:lnTo>
                  <a:pt x="2510888" y="2568954"/>
                </a:lnTo>
                <a:lnTo>
                  <a:pt x="2391130" y="2449196"/>
                </a:lnTo>
                <a:lnTo>
                  <a:pt x="2263914" y="2576412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13" name="Oval 44">
            <a:extLst>
              <a:ext uri="{FF2B5EF4-FFF2-40B4-BE49-F238E27FC236}">
                <a16:creationId xmlns:a16="http://schemas.microsoft.com/office/drawing/2014/main" id="{38C0F446-538E-43FE-A757-D49DA92C8D53}"/>
              </a:ext>
            </a:extLst>
          </p:cNvPr>
          <p:cNvSpPr>
            <a:spLocks noChangeAspect="1"/>
          </p:cNvSpPr>
          <p:nvPr userDrawn="1"/>
        </p:nvSpPr>
        <p:spPr>
          <a:xfrm>
            <a:off x="11113556" y="4578026"/>
            <a:ext cx="478148" cy="569324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1867776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Icone [c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ICONE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998CB39-A1E1-4246-B376-F2BC09B6BA33}"/>
              </a:ext>
            </a:extLst>
          </p:cNvPr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>
              <a:latin typeface="+mn-lt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F44CFB1-2D9D-4268-BE43-6A3C91929E53}"/>
              </a:ext>
            </a:extLst>
          </p:cNvPr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Half Frame 4">
            <a:extLst>
              <a:ext uri="{FF2B5EF4-FFF2-40B4-BE49-F238E27FC236}">
                <a16:creationId xmlns:a16="http://schemas.microsoft.com/office/drawing/2014/main" id="{944D1DC8-7EDA-403E-8502-7A62BF57EE8D}"/>
              </a:ext>
            </a:extLst>
          </p:cNvPr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E1810A91-F017-43C6-A5B7-8A351B85265A}"/>
              </a:ext>
            </a:extLst>
          </p:cNvPr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dirty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 dirty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DD2C1A10-F16B-4A9C-9349-FF5375832921}"/>
              </a:ext>
            </a:extLst>
          </p:cNvPr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dirty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 dirty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TextBox 60">
            <a:extLst>
              <a:ext uri="{FF2B5EF4-FFF2-40B4-BE49-F238E27FC236}">
                <a16:creationId xmlns:a16="http://schemas.microsoft.com/office/drawing/2014/main" id="{7F711571-11FF-4E23-B989-8643724C25C1}"/>
              </a:ext>
            </a:extLst>
          </p:cNvPr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SET DI ICONE COMPLETAMENTE MODIFICABILI</a:t>
            </a:r>
            <a:endParaRPr lang="en-US" altLang="ko-KR" sz="2800" b="1" dirty="0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C06E7C-3FF5-4AB5-95D0-B865241EB956}"/>
              </a:ext>
            </a:extLst>
          </p:cNvPr>
          <p:cNvSpPr txBox="1"/>
          <p:nvPr/>
        </p:nvSpPr>
        <p:spPr>
          <a:xfrm>
            <a:off x="3355356" y="5413740"/>
            <a:ext cx="492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 dirty="0">
                <a:solidFill>
                  <a:schemeClr val="bg1"/>
                </a:solidFill>
                <a:latin typeface="+mj-lt"/>
              </a:rPr>
              <a:t>c</a:t>
            </a:r>
          </a:p>
        </p:txBody>
      </p:sp>
      <p:sp>
        <p:nvSpPr>
          <p:cNvPr id="62" name="Isosceles Triangle 68">
            <a:extLst>
              <a:ext uri="{FF2B5EF4-FFF2-40B4-BE49-F238E27FC236}">
                <a16:creationId xmlns:a16="http://schemas.microsoft.com/office/drawing/2014/main" id="{D99096BC-329A-4AE6-A6BF-AA90B57FE3E9}"/>
              </a:ext>
            </a:extLst>
          </p:cNvPr>
          <p:cNvSpPr/>
          <p:nvPr userDrawn="1"/>
        </p:nvSpPr>
        <p:spPr>
          <a:xfrm rot="10800000">
            <a:off x="7871934" y="4610240"/>
            <a:ext cx="220703" cy="687310"/>
          </a:xfrm>
          <a:custGeom>
            <a:avLst/>
            <a:gdLst/>
            <a:ahLst/>
            <a:cxnLst/>
            <a:rect l="l" t="t" r="r" b="b"/>
            <a:pathLst>
              <a:path w="1040400" h="3240000">
                <a:moveTo>
                  <a:pt x="41345" y="940666"/>
                </a:moveTo>
                <a:lnTo>
                  <a:pt x="1242" y="653403"/>
                </a:lnTo>
                <a:lnTo>
                  <a:pt x="0" y="653403"/>
                </a:lnTo>
                <a:lnTo>
                  <a:pt x="1057" y="652077"/>
                </a:lnTo>
                <a:lnTo>
                  <a:pt x="447" y="647712"/>
                </a:lnTo>
                <a:lnTo>
                  <a:pt x="4531" y="647712"/>
                </a:lnTo>
                <a:lnTo>
                  <a:pt x="520200" y="0"/>
                </a:lnTo>
                <a:lnTo>
                  <a:pt x="659109" y="174478"/>
                </a:lnTo>
                <a:close/>
                <a:moveTo>
                  <a:pt x="101622" y="1372451"/>
                </a:moveTo>
                <a:lnTo>
                  <a:pt x="61820" y="1087335"/>
                </a:lnTo>
                <a:lnTo>
                  <a:pt x="728036" y="261055"/>
                </a:lnTo>
                <a:lnTo>
                  <a:pt x="870500" y="439998"/>
                </a:lnTo>
                <a:lnTo>
                  <a:pt x="860164" y="431664"/>
                </a:lnTo>
                <a:close/>
                <a:moveTo>
                  <a:pt x="161365" y="1800403"/>
                </a:moveTo>
                <a:lnTo>
                  <a:pt x="122098" y="1519120"/>
                </a:lnTo>
                <a:lnTo>
                  <a:pt x="930953" y="515931"/>
                </a:lnTo>
                <a:lnTo>
                  <a:pt x="1035869" y="647712"/>
                </a:lnTo>
                <a:lnTo>
                  <a:pt x="1039954" y="647712"/>
                </a:lnTo>
                <a:lnTo>
                  <a:pt x="1039345" y="652078"/>
                </a:lnTo>
                <a:lnTo>
                  <a:pt x="1040400" y="653403"/>
                </a:lnTo>
                <a:lnTo>
                  <a:pt x="1039160" y="653403"/>
                </a:lnTo>
                <a:lnTo>
                  <a:pt x="1029316" y="723920"/>
                </a:lnTo>
                <a:close/>
                <a:moveTo>
                  <a:pt x="217894" y="2205330"/>
                </a:moveTo>
                <a:lnTo>
                  <a:pt x="181840" y="1947070"/>
                </a:lnTo>
                <a:lnTo>
                  <a:pt x="1000266" y="932012"/>
                </a:lnTo>
                <a:lnTo>
                  <a:pt x="949113" y="1298429"/>
                </a:lnTo>
                <a:close/>
                <a:moveTo>
                  <a:pt x="330192" y="2564220"/>
                </a:moveTo>
                <a:lnTo>
                  <a:pt x="267995" y="2564220"/>
                </a:lnTo>
                <a:lnTo>
                  <a:pt x="237100" y="2342912"/>
                </a:lnTo>
                <a:lnTo>
                  <a:pt x="242309" y="2347112"/>
                </a:lnTo>
                <a:lnTo>
                  <a:pt x="920063" y="1506522"/>
                </a:lnTo>
                <a:lnTo>
                  <a:pt x="865005" y="1900914"/>
                </a:lnTo>
                <a:close/>
                <a:moveTo>
                  <a:pt x="772406" y="2564220"/>
                </a:moveTo>
                <a:lnTo>
                  <a:pt x="468924" y="2564220"/>
                </a:lnTo>
                <a:lnTo>
                  <a:pt x="835955" y="2109008"/>
                </a:lnTo>
                <a:close/>
                <a:moveTo>
                  <a:pt x="892044" y="3240000"/>
                </a:moveTo>
                <a:lnTo>
                  <a:pt x="148356" y="3240000"/>
                </a:lnTo>
                <a:lnTo>
                  <a:pt x="276144" y="2663936"/>
                </a:lnTo>
                <a:lnTo>
                  <a:pt x="764256" y="266393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3" name="Rectangle 9">
            <a:extLst>
              <a:ext uri="{FF2B5EF4-FFF2-40B4-BE49-F238E27FC236}">
                <a16:creationId xmlns:a16="http://schemas.microsoft.com/office/drawing/2014/main" id="{652BFBCC-A154-456D-B88A-D590B46C8DF6}"/>
              </a:ext>
            </a:extLst>
          </p:cNvPr>
          <p:cNvSpPr/>
          <p:nvPr userDrawn="1"/>
        </p:nvSpPr>
        <p:spPr>
          <a:xfrm>
            <a:off x="8435540" y="4689594"/>
            <a:ext cx="529466" cy="528605"/>
          </a:xfrm>
          <a:custGeom>
            <a:avLst/>
            <a:gdLst/>
            <a:ahLst/>
            <a:cxnLst/>
            <a:rect l="l" t="t" r="r" b="b"/>
            <a:pathLst>
              <a:path w="3228210" h="3222968">
                <a:moveTo>
                  <a:pt x="1619999" y="642446"/>
                </a:moveTo>
                <a:lnTo>
                  <a:pt x="2664115" y="1686562"/>
                </a:lnTo>
                <a:lnTo>
                  <a:pt x="2664116" y="1686562"/>
                </a:lnTo>
                <a:lnTo>
                  <a:pt x="2664116" y="3222968"/>
                </a:lnTo>
                <a:lnTo>
                  <a:pt x="2015013" y="3222968"/>
                </a:lnTo>
                <a:lnTo>
                  <a:pt x="2015013" y="2511495"/>
                </a:lnTo>
                <a:cubicBezTo>
                  <a:pt x="2015013" y="2399422"/>
                  <a:pt x="1924159" y="2308568"/>
                  <a:pt x="1812086" y="2308568"/>
                </a:cubicBezTo>
                <a:lnTo>
                  <a:pt x="1427912" y="2308568"/>
                </a:lnTo>
                <a:cubicBezTo>
                  <a:pt x="1315839" y="2308568"/>
                  <a:pt x="1224985" y="2399422"/>
                  <a:pt x="1224985" y="2511495"/>
                </a:cubicBezTo>
                <a:lnTo>
                  <a:pt x="1224985" y="3222968"/>
                </a:lnTo>
                <a:lnTo>
                  <a:pt x="575882" y="3222968"/>
                </a:lnTo>
                <a:lnTo>
                  <a:pt x="575882" y="1686562"/>
                </a:lnTo>
                <a:lnTo>
                  <a:pt x="575884" y="1686562"/>
                </a:lnTo>
                <a:close/>
                <a:moveTo>
                  <a:pt x="509997" y="122689"/>
                </a:moveTo>
                <a:lnTo>
                  <a:pt x="942045" y="122689"/>
                </a:lnTo>
                <a:lnTo>
                  <a:pt x="942045" y="542556"/>
                </a:lnTo>
                <a:lnTo>
                  <a:pt x="509997" y="974604"/>
                </a:lnTo>
                <a:close/>
                <a:moveTo>
                  <a:pt x="1620001" y="7099"/>
                </a:moveTo>
                <a:lnTo>
                  <a:pt x="3228210" y="1686560"/>
                </a:lnTo>
                <a:lnTo>
                  <a:pt x="2900441" y="1686560"/>
                </a:lnTo>
                <a:lnTo>
                  <a:pt x="1620001" y="349390"/>
                </a:lnTo>
                <a:close/>
                <a:moveTo>
                  <a:pt x="1619999" y="0"/>
                </a:moveTo>
                <a:lnTo>
                  <a:pt x="1619999" y="342291"/>
                </a:lnTo>
                <a:lnTo>
                  <a:pt x="330172" y="1679462"/>
                </a:lnTo>
                <a:lnTo>
                  <a:pt x="0" y="1679462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4" name="Isosceles Triangle 8">
            <a:extLst>
              <a:ext uri="{FF2B5EF4-FFF2-40B4-BE49-F238E27FC236}">
                <a16:creationId xmlns:a16="http://schemas.microsoft.com/office/drawing/2014/main" id="{F5EE1CA0-A254-4EA1-8623-DDDFBDAA4966}"/>
              </a:ext>
            </a:extLst>
          </p:cNvPr>
          <p:cNvSpPr/>
          <p:nvPr userDrawn="1"/>
        </p:nvSpPr>
        <p:spPr>
          <a:xfrm rot="16200000">
            <a:off x="4359308" y="3634371"/>
            <a:ext cx="444149" cy="529543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5" name="Donut 8">
            <a:extLst>
              <a:ext uri="{FF2B5EF4-FFF2-40B4-BE49-F238E27FC236}">
                <a16:creationId xmlns:a16="http://schemas.microsoft.com/office/drawing/2014/main" id="{C9DA9C81-5E8F-4752-B784-9157BEAFFDC2}"/>
              </a:ext>
            </a:extLst>
          </p:cNvPr>
          <p:cNvSpPr/>
          <p:nvPr userDrawn="1"/>
        </p:nvSpPr>
        <p:spPr>
          <a:xfrm>
            <a:off x="9475134" y="3608548"/>
            <a:ext cx="486216" cy="581184"/>
          </a:xfrm>
          <a:custGeom>
            <a:avLst/>
            <a:gdLst/>
            <a:ahLst/>
            <a:cxnLst/>
            <a:rect l="l" t="t" r="r" b="b"/>
            <a:pathLst>
              <a:path w="2688046" h="3213079">
                <a:moveTo>
                  <a:pt x="1056023" y="556744"/>
                </a:moveTo>
                <a:lnTo>
                  <a:pt x="1056023" y="906412"/>
                </a:lnTo>
                <a:cubicBezTo>
                  <a:pt x="641240" y="1029807"/>
                  <a:pt x="338989" y="1414134"/>
                  <a:pt x="338989" y="1869056"/>
                </a:cubicBezTo>
                <a:cubicBezTo>
                  <a:pt x="338989" y="2424121"/>
                  <a:pt x="788958" y="2874090"/>
                  <a:pt x="1344023" y="2874090"/>
                </a:cubicBezTo>
                <a:cubicBezTo>
                  <a:pt x="1899088" y="2874090"/>
                  <a:pt x="2349057" y="2424121"/>
                  <a:pt x="2349057" y="1869056"/>
                </a:cubicBezTo>
                <a:cubicBezTo>
                  <a:pt x="2349057" y="1414134"/>
                  <a:pt x="2046806" y="1029807"/>
                  <a:pt x="1632023" y="906412"/>
                </a:cubicBezTo>
                <a:lnTo>
                  <a:pt x="1632023" y="556744"/>
                </a:lnTo>
                <a:cubicBezTo>
                  <a:pt x="2235992" y="687900"/>
                  <a:pt x="2688046" y="1225687"/>
                  <a:pt x="2688046" y="1869056"/>
                </a:cubicBezTo>
                <a:cubicBezTo>
                  <a:pt x="2688046" y="2611339"/>
                  <a:pt x="2086306" y="3213079"/>
                  <a:pt x="1344023" y="3213079"/>
                </a:cubicBezTo>
                <a:cubicBezTo>
                  <a:pt x="601740" y="3213079"/>
                  <a:pt x="0" y="2611339"/>
                  <a:pt x="0" y="1869056"/>
                </a:cubicBezTo>
                <a:cubicBezTo>
                  <a:pt x="0" y="1225687"/>
                  <a:pt x="452054" y="687900"/>
                  <a:pt x="1056023" y="556744"/>
                </a:cubicBezTo>
                <a:close/>
                <a:moveTo>
                  <a:pt x="1344023" y="0"/>
                </a:moveTo>
                <a:cubicBezTo>
                  <a:pt x="1443445" y="0"/>
                  <a:pt x="1524043" y="80598"/>
                  <a:pt x="1524043" y="180020"/>
                </a:cubicBezTo>
                <a:lnTo>
                  <a:pt x="1524043" y="1413058"/>
                </a:lnTo>
                <a:cubicBezTo>
                  <a:pt x="1524043" y="1512480"/>
                  <a:pt x="1443445" y="1593078"/>
                  <a:pt x="1344023" y="1593078"/>
                </a:cubicBezTo>
                <a:cubicBezTo>
                  <a:pt x="1244601" y="1593078"/>
                  <a:pt x="1164003" y="1512480"/>
                  <a:pt x="1164003" y="1413058"/>
                </a:cubicBezTo>
                <a:lnTo>
                  <a:pt x="1164003" y="180020"/>
                </a:lnTo>
                <a:cubicBezTo>
                  <a:pt x="1164003" y="80598"/>
                  <a:pt x="1244601" y="0"/>
                  <a:pt x="134402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66" name="Freeform 18">
            <a:extLst>
              <a:ext uri="{FF2B5EF4-FFF2-40B4-BE49-F238E27FC236}">
                <a16:creationId xmlns:a16="http://schemas.microsoft.com/office/drawing/2014/main" id="{A7A0247A-5EC4-491E-8B0F-CCDDFBBCFB3D}"/>
              </a:ext>
            </a:extLst>
          </p:cNvPr>
          <p:cNvSpPr/>
          <p:nvPr userDrawn="1"/>
        </p:nvSpPr>
        <p:spPr>
          <a:xfrm>
            <a:off x="10104940" y="4747559"/>
            <a:ext cx="511325" cy="412677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7" name="Oval 7">
            <a:extLst>
              <a:ext uri="{FF2B5EF4-FFF2-40B4-BE49-F238E27FC236}">
                <a16:creationId xmlns:a16="http://schemas.microsoft.com/office/drawing/2014/main" id="{F720C20D-8E94-469D-90EE-E9E148C452DA}"/>
              </a:ext>
            </a:extLst>
          </p:cNvPr>
          <p:cNvSpPr/>
          <p:nvPr userDrawn="1"/>
        </p:nvSpPr>
        <p:spPr>
          <a:xfrm>
            <a:off x="10252271" y="3641889"/>
            <a:ext cx="514505" cy="51450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8" name="Freeform 20">
            <a:extLst>
              <a:ext uri="{FF2B5EF4-FFF2-40B4-BE49-F238E27FC236}">
                <a16:creationId xmlns:a16="http://schemas.microsoft.com/office/drawing/2014/main" id="{F92214EF-EFBD-438D-A361-BB227931B087}"/>
              </a:ext>
            </a:extLst>
          </p:cNvPr>
          <p:cNvSpPr/>
          <p:nvPr userDrawn="1"/>
        </p:nvSpPr>
        <p:spPr>
          <a:xfrm>
            <a:off x="10998217" y="5652772"/>
            <a:ext cx="536427" cy="573297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69" name="Rounded Rectangle 25">
            <a:extLst>
              <a:ext uri="{FF2B5EF4-FFF2-40B4-BE49-F238E27FC236}">
                <a16:creationId xmlns:a16="http://schemas.microsoft.com/office/drawing/2014/main" id="{3BEF3877-94E0-49C1-83D7-0FA8DD85D799}"/>
              </a:ext>
            </a:extLst>
          </p:cNvPr>
          <p:cNvSpPr/>
          <p:nvPr userDrawn="1"/>
        </p:nvSpPr>
        <p:spPr>
          <a:xfrm>
            <a:off x="10972939" y="2640819"/>
            <a:ext cx="586980" cy="430164"/>
          </a:xfrm>
          <a:custGeom>
            <a:avLst/>
            <a:gdLst/>
            <a:ahLst/>
            <a:cxnLst/>
            <a:rect l="l" t="t" r="r" b="b"/>
            <a:pathLst>
              <a:path w="3248842" h="2380886">
                <a:moveTo>
                  <a:pt x="1194785" y="1472263"/>
                </a:moveTo>
                <a:cubicBezTo>
                  <a:pt x="1150014" y="1472263"/>
                  <a:pt x="1113720" y="1508557"/>
                  <a:pt x="1113720" y="1553328"/>
                </a:cubicBezTo>
                <a:lnTo>
                  <a:pt x="1113720" y="1600880"/>
                </a:lnTo>
                <a:cubicBezTo>
                  <a:pt x="1113720" y="1645651"/>
                  <a:pt x="1150014" y="1681945"/>
                  <a:pt x="1194785" y="1681945"/>
                </a:cubicBezTo>
                <a:lnTo>
                  <a:pt x="2067186" y="1681945"/>
                </a:lnTo>
                <a:cubicBezTo>
                  <a:pt x="2111957" y="1681945"/>
                  <a:pt x="2148251" y="1645651"/>
                  <a:pt x="2148251" y="1600880"/>
                </a:cubicBezTo>
                <a:lnTo>
                  <a:pt x="2148251" y="1553328"/>
                </a:lnTo>
                <a:cubicBezTo>
                  <a:pt x="2148251" y="1508557"/>
                  <a:pt x="2111957" y="1472263"/>
                  <a:pt x="2067186" y="1472263"/>
                </a:cubicBezTo>
                <a:close/>
                <a:moveTo>
                  <a:pt x="2582402" y="986449"/>
                </a:moveTo>
                <a:cubicBezTo>
                  <a:pt x="2477247" y="986449"/>
                  <a:pt x="2392002" y="1071694"/>
                  <a:pt x="2392002" y="1176848"/>
                </a:cubicBezTo>
                <a:cubicBezTo>
                  <a:pt x="2392002" y="1282003"/>
                  <a:pt x="2477247" y="1367248"/>
                  <a:pt x="2582402" y="1367248"/>
                </a:cubicBezTo>
                <a:cubicBezTo>
                  <a:pt x="2687557" y="1367248"/>
                  <a:pt x="2772801" y="1282003"/>
                  <a:pt x="2772801" y="1176848"/>
                </a:cubicBezTo>
                <a:cubicBezTo>
                  <a:pt x="2772801" y="1071694"/>
                  <a:pt x="2687557" y="986449"/>
                  <a:pt x="2582402" y="986449"/>
                </a:cubicBezTo>
                <a:close/>
                <a:moveTo>
                  <a:pt x="679570" y="986449"/>
                </a:moveTo>
                <a:cubicBezTo>
                  <a:pt x="574415" y="986449"/>
                  <a:pt x="489171" y="1071694"/>
                  <a:pt x="489171" y="1176848"/>
                </a:cubicBezTo>
                <a:cubicBezTo>
                  <a:pt x="489171" y="1282003"/>
                  <a:pt x="574415" y="1367248"/>
                  <a:pt x="679570" y="1367248"/>
                </a:cubicBezTo>
                <a:cubicBezTo>
                  <a:pt x="784725" y="1367248"/>
                  <a:pt x="869970" y="1282003"/>
                  <a:pt x="869970" y="1176848"/>
                </a:cubicBezTo>
                <a:cubicBezTo>
                  <a:pt x="869970" y="1071694"/>
                  <a:pt x="784725" y="986449"/>
                  <a:pt x="679570" y="986449"/>
                </a:cubicBezTo>
                <a:close/>
                <a:moveTo>
                  <a:pt x="867954" y="155801"/>
                </a:moveTo>
                <a:lnTo>
                  <a:pt x="726849" y="858549"/>
                </a:lnTo>
                <a:lnTo>
                  <a:pt x="2535122" y="858549"/>
                </a:lnTo>
                <a:lnTo>
                  <a:pt x="2394017" y="155801"/>
                </a:lnTo>
                <a:close/>
                <a:moveTo>
                  <a:pt x="677268" y="0"/>
                </a:moveTo>
                <a:lnTo>
                  <a:pt x="2584703" y="0"/>
                </a:lnTo>
                <a:lnTo>
                  <a:pt x="2736658" y="607820"/>
                </a:lnTo>
                <a:cubicBezTo>
                  <a:pt x="2766265" y="579906"/>
                  <a:pt x="2806392" y="564164"/>
                  <a:pt x="2850195" y="564164"/>
                </a:cubicBezTo>
                <a:lnTo>
                  <a:pt x="3069929" y="564164"/>
                </a:lnTo>
                <a:cubicBezTo>
                  <a:pt x="3168740" y="564164"/>
                  <a:pt x="3248842" y="644266"/>
                  <a:pt x="3248842" y="743077"/>
                </a:cubicBezTo>
                <a:lnTo>
                  <a:pt x="3248842" y="792706"/>
                </a:lnTo>
                <a:cubicBezTo>
                  <a:pt x="3248842" y="891517"/>
                  <a:pt x="3168740" y="971619"/>
                  <a:pt x="3069929" y="971619"/>
                </a:cubicBezTo>
                <a:lnTo>
                  <a:pt x="3054536" y="971619"/>
                </a:lnTo>
                <a:cubicBezTo>
                  <a:pt x="3060628" y="989042"/>
                  <a:pt x="3063411" y="1007758"/>
                  <a:pt x="3063411" y="1027125"/>
                </a:cubicBezTo>
                <a:lnTo>
                  <a:pt x="3063411" y="2015961"/>
                </a:lnTo>
                <a:lnTo>
                  <a:pt x="2889080" y="2015961"/>
                </a:lnTo>
                <a:lnTo>
                  <a:pt x="2889080" y="2260325"/>
                </a:lnTo>
                <a:cubicBezTo>
                  <a:pt x="2889080" y="2326909"/>
                  <a:pt x="2835102" y="2380886"/>
                  <a:pt x="2768518" y="2380886"/>
                </a:cubicBezTo>
                <a:lnTo>
                  <a:pt x="2286284" y="2380886"/>
                </a:lnTo>
                <a:cubicBezTo>
                  <a:pt x="2219700" y="2380886"/>
                  <a:pt x="2165723" y="2326909"/>
                  <a:pt x="2165723" y="2260325"/>
                </a:cubicBezTo>
                <a:lnTo>
                  <a:pt x="2165723" y="2015961"/>
                </a:lnTo>
                <a:lnTo>
                  <a:pt x="1096248" y="2015961"/>
                </a:lnTo>
                <a:lnTo>
                  <a:pt x="1096248" y="2260325"/>
                </a:lnTo>
                <a:cubicBezTo>
                  <a:pt x="1096248" y="2326909"/>
                  <a:pt x="1042270" y="2380886"/>
                  <a:pt x="975686" y="2380886"/>
                </a:cubicBezTo>
                <a:lnTo>
                  <a:pt x="493453" y="2380886"/>
                </a:lnTo>
                <a:cubicBezTo>
                  <a:pt x="426869" y="2380886"/>
                  <a:pt x="372891" y="2326909"/>
                  <a:pt x="372891" y="2260325"/>
                </a:cubicBezTo>
                <a:lnTo>
                  <a:pt x="372891" y="2015961"/>
                </a:lnTo>
                <a:lnTo>
                  <a:pt x="198560" y="2015961"/>
                </a:lnTo>
                <a:lnTo>
                  <a:pt x="198560" y="1027125"/>
                </a:lnTo>
                <a:cubicBezTo>
                  <a:pt x="198560" y="1007758"/>
                  <a:pt x="201343" y="989042"/>
                  <a:pt x="207435" y="971619"/>
                </a:cubicBezTo>
                <a:lnTo>
                  <a:pt x="178913" y="971619"/>
                </a:lnTo>
                <a:cubicBezTo>
                  <a:pt x="80102" y="971619"/>
                  <a:pt x="0" y="891517"/>
                  <a:pt x="0" y="792706"/>
                </a:cubicBezTo>
                <a:lnTo>
                  <a:pt x="0" y="743077"/>
                </a:lnTo>
                <a:cubicBezTo>
                  <a:pt x="0" y="644266"/>
                  <a:pt x="80102" y="564164"/>
                  <a:pt x="178913" y="564164"/>
                </a:cubicBezTo>
                <a:lnTo>
                  <a:pt x="398647" y="564164"/>
                </a:lnTo>
                <a:cubicBezTo>
                  <a:pt x="447310" y="564164"/>
                  <a:pt x="491436" y="583593"/>
                  <a:pt x="523419" y="61539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0" name="Block Arc 41">
            <a:extLst>
              <a:ext uri="{FF2B5EF4-FFF2-40B4-BE49-F238E27FC236}">
                <a16:creationId xmlns:a16="http://schemas.microsoft.com/office/drawing/2014/main" id="{2EEFE92B-00F7-48C8-B1C0-2A0A30FCFA85}"/>
              </a:ext>
            </a:extLst>
          </p:cNvPr>
          <p:cNvSpPr/>
          <p:nvPr userDrawn="1"/>
        </p:nvSpPr>
        <p:spPr>
          <a:xfrm>
            <a:off x="9454085" y="5654191"/>
            <a:ext cx="563324" cy="570461"/>
          </a:xfrm>
          <a:custGeom>
            <a:avLst/>
            <a:gdLst/>
            <a:ahLst/>
            <a:cxnLst/>
            <a:rect l="l" t="t" r="r" b="b"/>
            <a:pathLst>
              <a:path w="2844151" h="2880180">
                <a:moveTo>
                  <a:pt x="2390187" y="1502145"/>
                </a:moveTo>
                <a:lnTo>
                  <a:pt x="2844151" y="1530794"/>
                </a:lnTo>
                <a:cubicBezTo>
                  <a:pt x="2804784" y="2154619"/>
                  <a:pt x="2367464" y="2681809"/>
                  <a:pt x="1761650" y="2835749"/>
                </a:cubicBezTo>
                <a:cubicBezTo>
                  <a:pt x="1191486" y="2980631"/>
                  <a:pt x="594633" y="2763755"/>
                  <a:pt x="252983" y="2293680"/>
                </a:cubicBezTo>
                <a:lnTo>
                  <a:pt x="102982" y="2380283"/>
                </a:lnTo>
                <a:lnTo>
                  <a:pt x="104524" y="1603708"/>
                </a:lnTo>
                <a:lnTo>
                  <a:pt x="777828" y="1990661"/>
                </a:lnTo>
                <a:lnTo>
                  <a:pt x="648358" y="2065410"/>
                </a:lnTo>
                <a:cubicBezTo>
                  <a:pt x="886760" y="2358087"/>
                  <a:pt x="1276546" y="2489694"/>
                  <a:pt x="1649627" y="2394891"/>
                </a:cubicBezTo>
                <a:cubicBezTo>
                  <a:pt x="2064076" y="2289577"/>
                  <a:pt x="2363256" y="1928916"/>
                  <a:pt x="2390187" y="1502145"/>
                </a:cubicBezTo>
                <a:close/>
                <a:moveTo>
                  <a:pt x="1424249" y="58"/>
                </a:moveTo>
                <a:cubicBezTo>
                  <a:pt x="1880498" y="-4073"/>
                  <a:pt x="2318325" y="209551"/>
                  <a:pt x="2591169" y="586524"/>
                </a:cubicBezTo>
                <a:lnTo>
                  <a:pt x="2741170" y="499921"/>
                </a:lnTo>
                <a:lnTo>
                  <a:pt x="2739628" y="1276497"/>
                </a:lnTo>
                <a:lnTo>
                  <a:pt x="2066324" y="889544"/>
                </a:lnTo>
                <a:lnTo>
                  <a:pt x="2195793" y="814795"/>
                </a:lnTo>
                <a:cubicBezTo>
                  <a:pt x="1957391" y="522118"/>
                  <a:pt x="1567606" y="390511"/>
                  <a:pt x="1194524" y="485313"/>
                </a:cubicBezTo>
                <a:cubicBezTo>
                  <a:pt x="780075" y="590627"/>
                  <a:pt x="480895" y="951288"/>
                  <a:pt x="453964" y="1378059"/>
                </a:cubicBezTo>
                <a:lnTo>
                  <a:pt x="0" y="1349410"/>
                </a:lnTo>
                <a:cubicBezTo>
                  <a:pt x="39367" y="725585"/>
                  <a:pt x="476687" y="198395"/>
                  <a:pt x="1082501" y="44455"/>
                </a:cubicBezTo>
                <a:cubicBezTo>
                  <a:pt x="1196091" y="15591"/>
                  <a:pt x="1310740" y="1086"/>
                  <a:pt x="1424249" y="5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1" name="Round Same Side Corner Rectangle 11">
            <a:extLst>
              <a:ext uri="{FF2B5EF4-FFF2-40B4-BE49-F238E27FC236}">
                <a16:creationId xmlns:a16="http://schemas.microsoft.com/office/drawing/2014/main" id="{6A0A557C-20A2-4492-B8CC-638631CBCF02}"/>
              </a:ext>
            </a:extLst>
          </p:cNvPr>
          <p:cNvSpPr/>
          <p:nvPr userDrawn="1"/>
        </p:nvSpPr>
        <p:spPr>
          <a:xfrm rot="9900000">
            <a:off x="10208910" y="1534987"/>
            <a:ext cx="579867" cy="492485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2" name="Donut 39">
            <a:extLst>
              <a:ext uri="{FF2B5EF4-FFF2-40B4-BE49-F238E27FC236}">
                <a16:creationId xmlns:a16="http://schemas.microsoft.com/office/drawing/2014/main" id="{633E4859-8300-4518-80F6-EC54F4F95AAF}"/>
              </a:ext>
            </a:extLst>
          </p:cNvPr>
          <p:cNvSpPr/>
          <p:nvPr userDrawn="1"/>
        </p:nvSpPr>
        <p:spPr>
          <a:xfrm>
            <a:off x="4246301" y="4666128"/>
            <a:ext cx="575536" cy="575536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3" name="Freeform 25">
            <a:extLst>
              <a:ext uri="{FF2B5EF4-FFF2-40B4-BE49-F238E27FC236}">
                <a16:creationId xmlns:a16="http://schemas.microsoft.com/office/drawing/2014/main" id="{D8AE07F3-9AEB-4154-84E2-CE4C868199E9}"/>
              </a:ext>
            </a:extLst>
          </p:cNvPr>
          <p:cNvSpPr/>
          <p:nvPr userDrawn="1"/>
        </p:nvSpPr>
        <p:spPr>
          <a:xfrm>
            <a:off x="8766358" y="3640606"/>
            <a:ext cx="417857" cy="517071"/>
          </a:xfrm>
          <a:custGeom>
            <a:avLst/>
            <a:gdLst>
              <a:gd name="connsiteX0" fmla="*/ 371475 w 1600200"/>
              <a:gd name="connsiteY0" fmla="*/ 0 h 1857375"/>
              <a:gd name="connsiteX1" fmla="*/ 628650 w 1600200"/>
              <a:gd name="connsiteY1" fmla="*/ 523875 h 1857375"/>
              <a:gd name="connsiteX2" fmla="*/ 400050 w 1600200"/>
              <a:gd name="connsiteY2" fmla="*/ 561975 h 1857375"/>
              <a:gd name="connsiteX3" fmla="*/ 1019175 w 1600200"/>
              <a:gd name="connsiteY3" fmla="*/ 1438275 h 1857375"/>
              <a:gd name="connsiteX4" fmla="*/ 1219200 w 1600200"/>
              <a:gd name="connsiteY4" fmla="*/ 1238250 h 1857375"/>
              <a:gd name="connsiteX5" fmla="*/ 1600200 w 1600200"/>
              <a:gd name="connsiteY5" fmla="*/ 1666875 h 1857375"/>
              <a:gd name="connsiteX6" fmla="*/ 1038225 w 1600200"/>
              <a:gd name="connsiteY6" fmla="*/ 1857375 h 1857375"/>
              <a:gd name="connsiteX7" fmla="*/ 0 w 1600200"/>
              <a:gd name="connsiteY7" fmla="*/ 314325 h 1857375"/>
              <a:gd name="connsiteX8" fmla="*/ 371475 w 1600200"/>
              <a:gd name="connsiteY8" fmla="*/ 0 h 1857375"/>
              <a:gd name="connsiteX0" fmla="*/ 371475 w 1600200"/>
              <a:gd name="connsiteY0" fmla="*/ 0 h 1917951"/>
              <a:gd name="connsiteX1" fmla="*/ 628650 w 1600200"/>
              <a:gd name="connsiteY1" fmla="*/ 584451 h 1917951"/>
              <a:gd name="connsiteX2" fmla="*/ 400050 w 1600200"/>
              <a:gd name="connsiteY2" fmla="*/ 622551 h 1917951"/>
              <a:gd name="connsiteX3" fmla="*/ 1019175 w 1600200"/>
              <a:gd name="connsiteY3" fmla="*/ 1498851 h 1917951"/>
              <a:gd name="connsiteX4" fmla="*/ 1219200 w 1600200"/>
              <a:gd name="connsiteY4" fmla="*/ 1298826 h 1917951"/>
              <a:gd name="connsiteX5" fmla="*/ 1600200 w 1600200"/>
              <a:gd name="connsiteY5" fmla="*/ 1727451 h 1917951"/>
              <a:gd name="connsiteX6" fmla="*/ 1038225 w 1600200"/>
              <a:gd name="connsiteY6" fmla="*/ 1917951 h 1917951"/>
              <a:gd name="connsiteX7" fmla="*/ 0 w 1600200"/>
              <a:gd name="connsiteY7" fmla="*/ 374901 h 1917951"/>
              <a:gd name="connsiteX8" fmla="*/ 371475 w 1600200"/>
              <a:gd name="connsiteY8" fmla="*/ 0 h 1917951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277 h 1919228"/>
              <a:gd name="connsiteX1" fmla="*/ 628650 w 1600200"/>
              <a:gd name="connsiteY1" fmla="*/ 585728 h 1919228"/>
              <a:gd name="connsiteX2" fmla="*/ 400050 w 1600200"/>
              <a:gd name="connsiteY2" fmla="*/ 623828 h 1919228"/>
              <a:gd name="connsiteX3" fmla="*/ 1019175 w 1600200"/>
              <a:gd name="connsiteY3" fmla="*/ 1500128 h 1919228"/>
              <a:gd name="connsiteX4" fmla="*/ 1219200 w 1600200"/>
              <a:gd name="connsiteY4" fmla="*/ 1300103 h 1919228"/>
              <a:gd name="connsiteX5" fmla="*/ 1600200 w 1600200"/>
              <a:gd name="connsiteY5" fmla="*/ 1728728 h 1919228"/>
              <a:gd name="connsiteX6" fmla="*/ 1038225 w 1600200"/>
              <a:gd name="connsiteY6" fmla="*/ 1919228 h 1919228"/>
              <a:gd name="connsiteX7" fmla="*/ 0 w 1600200"/>
              <a:gd name="connsiteY7" fmla="*/ 376178 h 1919228"/>
              <a:gd name="connsiteX8" fmla="*/ 371475 w 1600200"/>
              <a:gd name="connsiteY8" fmla="*/ 1277 h 1919228"/>
              <a:gd name="connsiteX0" fmla="*/ 371475 w 1600200"/>
              <a:gd name="connsiteY0" fmla="*/ 1544 h 1919495"/>
              <a:gd name="connsiteX1" fmla="*/ 628650 w 1600200"/>
              <a:gd name="connsiteY1" fmla="*/ 585995 h 1919495"/>
              <a:gd name="connsiteX2" fmla="*/ 400050 w 1600200"/>
              <a:gd name="connsiteY2" fmla="*/ 624095 h 1919495"/>
              <a:gd name="connsiteX3" fmla="*/ 1019175 w 1600200"/>
              <a:gd name="connsiteY3" fmla="*/ 1500395 h 1919495"/>
              <a:gd name="connsiteX4" fmla="*/ 1219200 w 1600200"/>
              <a:gd name="connsiteY4" fmla="*/ 1300370 h 1919495"/>
              <a:gd name="connsiteX5" fmla="*/ 1600200 w 1600200"/>
              <a:gd name="connsiteY5" fmla="*/ 1728995 h 1919495"/>
              <a:gd name="connsiteX6" fmla="*/ 1038225 w 1600200"/>
              <a:gd name="connsiteY6" fmla="*/ 1919495 h 1919495"/>
              <a:gd name="connsiteX7" fmla="*/ 0 w 1600200"/>
              <a:gd name="connsiteY7" fmla="*/ 376445 h 1919495"/>
              <a:gd name="connsiteX8" fmla="*/ 371475 w 1600200"/>
              <a:gd name="connsiteY8" fmla="*/ 1544 h 1919495"/>
              <a:gd name="connsiteX0" fmla="*/ 371475 w 1600200"/>
              <a:gd name="connsiteY0" fmla="*/ 1487 h 1919438"/>
              <a:gd name="connsiteX1" fmla="*/ 568075 w 1600200"/>
              <a:gd name="connsiteY1" fmla="*/ 603245 h 1919438"/>
              <a:gd name="connsiteX2" fmla="*/ 400050 w 1600200"/>
              <a:gd name="connsiteY2" fmla="*/ 624038 h 1919438"/>
              <a:gd name="connsiteX3" fmla="*/ 1019175 w 1600200"/>
              <a:gd name="connsiteY3" fmla="*/ 1500338 h 1919438"/>
              <a:gd name="connsiteX4" fmla="*/ 1219200 w 1600200"/>
              <a:gd name="connsiteY4" fmla="*/ 1300313 h 1919438"/>
              <a:gd name="connsiteX5" fmla="*/ 1600200 w 1600200"/>
              <a:gd name="connsiteY5" fmla="*/ 1728938 h 1919438"/>
              <a:gd name="connsiteX6" fmla="*/ 1038225 w 1600200"/>
              <a:gd name="connsiteY6" fmla="*/ 1919438 h 1919438"/>
              <a:gd name="connsiteX7" fmla="*/ 0 w 1600200"/>
              <a:gd name="connsiteY7" fmla="*/ 376388 h 1919438"/>
              <a:gd name="connsiteX8" fmla="*/ 371475 w 1600200"/>
              <a:gd name="connsiteY8" fmla="*/ 1487 h 1919438"/>
              <a:gd name="connsiteX0" fmla="*/ 371475 w 1600200"/>
              <a:gd name="connsiteY0" fmla="*/ 1032 h 1918983"/>
              <a:gd name="connsiteX1" fmla="*/ 568075 w 1600200"/>
              <a:gd name="connsiteY1" fmla="*/ 602790 h 1918983"/>
              <a:gd name="connsiteX2" fmla="*/ 400050 w 1600200"/>
              <a:gd name="connsiteY2" fmla="*/ 623583 h 1918983"/>
              <a:gd name="connsiteX3" fmla="*/ 1019175 w 1600200"/>
              <a:gd name="connsiteY3" fmla="*/ 1499883 h 1918983"/>
              <a:gd name="connsiteX4" fmla="*/ 1219200 w 1600200"/>
              <a:gd name="connsiteY4" fmla="*/ 1299858 h 1918983"/>
              <a:gd name="connsiteX5" fmla="*/ 1600200 w 1600200"/>
              <a:gd name="connsiteY5" fmla="*/ 1728483 h 1918983"/>
              <a:gd name="connsiteX6" fmla="*/ 1038225 w 1600200"/>
              <a:gd name="connsiteY6" fmla="*/ 1918983 h 1918983"/>
              <a:gd name="connsiteX7" fmla="*/ 0 w 1600200"/>
              <a:gd name="connsiteY7" fmla="*/ 375933 h 1918983"/>
              <a:gd name="connsiteX8" fmla="*/ 371475 w 1600200"/>
              <a:gd name="connsiteY8" fmla="*/ 1032 h 1918983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088 h 1919039"/>
              <a:gd name="connsiteX1" fmla="*/ 568075 w 1600200"/>
              <a:gd name="connsiteY1" fmla="*/ 602846 h 1919039"/>
              <a:gd name="connsiteX2" fmla="*/ 400050 w 1600200"/>
              <a:gd name="connsiteY2" fmla="*/ 623639 h 1919039"/>
              <a:gd name="connsiteX3" fmla="*/ 1019175 w 1600200"/>
              <a:gd name="connsiteY3" fmla="*/ 1499939 h 1919039"/>
              <a:gd name="connsiteX4" fmla="*/ 1219200 w 1600200"/>
              <a:gd name="connsiteY4" fmla="*/ 1299914 h 1919039"/>
              <a:gd name="connsiteX5" fmla="*/ 1600200 w 1600200"/>
              <a:gd name="connsiteY5" fmla="*/ 1728539 h 1919039"/>
              <a:gd name="connsiteX6" fmla="*/ 1038225 w 1600200"/>
              <a:gd name="connsiteY6" fmla="*/ 1919039 h 1919039"/>
              <a:gd name="connsiteX7" fmla="*/ 0 w 1600200"/>
              <a:gd name="connsiteY7" fmla="*/ 375989 h 1919039"/>
              <a:gd name="connsiteX8" fmla="*/ 371475 w 1600200"/>
              <a:gd name="connsiteY8" fmla="*/ 1088 h 191903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0050 w 1600200"/>
              <a:gd name="connsiteY2" fmla="*/ 623669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408703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59666 w 1600200"/>
              <a:gd name="connsiteY2" fmla="*/ 643860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9175 w 1600200"/>
              <a:gd name="connsiteY3" fmla="*/ 1499969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70138 w 1600200"/>
              <a:gd name="connsiteY3" fmla="*/ 1517276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1010522 w 1600200"/>
              <a:gd name="connsiteY3" fmla="*/ 1534584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96099 w 1600200"/>
              <a:gd name="connsiteY3" fmla="*/ 1546122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219200 w 1600200"/>
              <a:gd name="connsiteY4" fmla="*/ 1299944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600200"/>
              <a:gd name="connsiteY0" fmla="*/ 1118 h 1919069"/>
              <a:gd name="connsiteX1" fmla="*/ 568075 w 1600200"/>
              <a:gd name="connsiteY1" fmla="*/ 602876 h 1919069"/>
              <a:gd name="connsiteX2" fmla="*/ 374089 w 1600200"/>
              <a:gd name="connsiteY2" fmla="*/ 646744 h 1919069"/>
              <a:gd name="connsiteX3" fmla="*/ 987445 w 1600200"/>
              <a:gd name="connsiteY3" fmla="*/ 1528815 h 1919069"/>
              <a:gd name="connsiteX4" fmla="*/ 1173048 w 1600200"/>
              <a:gd name="connsiteY4" fmla="*/ 1311482 h 1919069"/>
              <a:gd name="connsiteX5" fmla="*/ 1600200 w 1600200"/>
              <a:gd name="connsiteY5" fmla="*/ 1728569 h 1919069"/>
              <a:gd name="connsiteX6" fmla="*/ 1038225 w 1600200"/>
              <a:gd name="connsiteY6" fmla="*/ 1919069 h 1919069"/>
              <a:gd name="connsiteX7" fmla="*/ 0 w 1600200"/>
              <a:gd name="connsiteY7" fmla="*/ 376019 h 1919069"/>
              <a:gd name="connsiteX8" fmla="*/ 371475 w 1600200"/>
              <a:gd name="connsiteY8" fmla="*/ 1118 h 1919069"/>
              <a:gd name="connsiteX0" fmla="*/ 371475 w 1588662"/>
              <a:gd name="connsiteY0" fmla="*/ 1118 h 1919069"/>
              <a:gd name="connsiteX1" fmla="*/ 568075 w 1588662"/>
              <a:gd name="connsiteY1" fmla="*/ 602876 h 1919069"/>
              <a:gd name="connsiteX2" fmla="*/ 374089 w 1588662"/>
              <a:gd name="connsiteY2" fmla="*/ 646744 h 1919069"/>
              <a:gd name="connsiteX3" fmla="*/ 987445 w 1588662"/>
              <a:gd name="connsiteY3" fmla="*/ 1528815 h 1919069"/>
              <a:gd name="connsiteX4" fmla="*/ 1173048 w 1588662"/>
              <a:gd name="connsiteY4" fmla="*/ 1311482 h 1919069"/>
              <a:gd name="connsiteX5" fmla="*/ 1588662 w 1588662"/>
              <a:gd name="connsiteY5" fmla="*/ 1699723 h 1919069"/>
              <a:gd name="connsiteX6" fmla="*/ 1038225 w 1588662"/>
              <a:gd name="connsiteY6" fmla="*/ 1919069 h 1919069"/>
              <a:gd name="connsiteX7" fmla="*/ 0 w 1588662"/>
              <a:gd name="connsiteY7" fmla="*/ 376019 h 1919069"/>
              <a:gd name="connsiteX8" fmla="*/ 371475 w 1588662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600166"/>
              <a:gd name="connsiteY0" fmla="*/ 1118 h 1919069"/>
              <a:gd name="connsiteX1" fmla="*/ 568075 w 1600166"/>
              <a:gd name="connsiteY1" fmla="*/ 602876 h 1919069"/>
              <a:gd name="connsiteX2" fmla="*/ 374089 w 1600166"/>
              <a:gd name="connsiteY2" fmla="*/ 646744 h 1919069"/>
              <a:gd name="connsiteX3" fmla="*/ 987445 w 1600166"/>
              <a:gd name="connsiteY3" fmla="*/ 1528815 h 1919069"/>
              <a:gd name="connsiteX4" fmla="*/ 1173048 w 1600166"/>
              <a:gd name="connsiteY4" fmla="*/ 1311482 h 1919069"/>
              <a:gd name="connsiteX5" fmla="*/ 1588662 w 1600166"/>
              <a:gd name="connsiteY5" fmla="*/ 1699723 h 1919069"/>
              <a:gd name="connsiteX6" fmla="*/ 1038225 w 1600166"/>
              <a:gd name="connsiteY6" fmla="*/ 1919069 h 1919069"/>
              <a:gd name="connsiteX7" fmla="*/ 0 w 1600166"/>
              <a:gd name="connsiteY7" fmla="*/ 376019 h 1919069"/>
              <a:gd name="connsiteX8" fmla="*/ 371475 w 1600166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19069"/>
              <a:gd name="connsiteX1" fmla="*/ 568075 w 1596260"/>
              <a:gd name="connsiteY1" fmla="*/ 602876 h 1919069"/>
              <a:gd name="connsiteX2" fmla="*/ 374089 w 1596260"/>
              <a:gd name="connsiteY2" fmla="*/ 646744 h 1919069"/>
              <a:gd name="connsiteX3" fmla="*/ 987445 w 1596260"/>
              <a:gd name="connsiteY3" fmla="*/ 1528815 h 1919069"/>
              <a:gd name="connsiteX4" fmla="*/ 1173048 w 1596260"/>
              <a:gd name="connsiteY4" fmla="*/ 1311482 h 1919069"/>
              <a:gd name="connsiteX5" fmla="*/ 1588662 w 1596260"/>
              <a:gd name="connsiteY5" fmla="*/ 1699723 h 1919069"/>
              <a:gd name="connsiteX6" fmla="*/ 1038225 w 1596260"/>
              <a:gd name="connsiteY6" fmla="*/ 1919069 h 1919069"/>
              <a:gd name="connsiteX7" fmla="*/ 0 w 1596260"/>
              <a:gd name="connsiteY7" fmla="*/ 376019 h 1919069"/>
              <a:gd name="connsiteX8" fmla="*/ 371475 w 1596260"/>
              <a:gd name="connsiteY8" fmla="*/ 1118 h 1919069"/>
              <a:gd name="connsiteX0" fmla="*/ 371475 w 1596260"/>
              <a:gd name="connsiteY0" fmla="*/ 1118 h 1946976"/>
              <a:gd name="connsiteX1" fmla="*/ 568075 w 1596260"/>
              <a:gd name="connsiteY1" fmla="*/ 602876 h 1946976"/>
              <a:gd name="connsiteX2" fmla="*/ 374089 w 1596260"/>
              <a:gd name="connsiteY2" fmla="*/ 646744 h 1946976"/>
              <a:gd name="connsiteX3" fmla="*/ 987445 w 1596260"/>
              <a:gd name="connsiteY3" fmla="*/ 1528815 h 1946976"/>
              <a:gd name="connsiteX4" fmla="*/ 1173048 w 1596260"/>
              <a:gd name="connsiteY4" fmla="*/ 1311482 h 1946976"/>
              <a:gd name="connsiteX5" fmla="*/ 1588662 w 1596260"/>
              <a:gd name="connsiteY5" fmla="*/ 1699723 h 1946976"/>
              <a:gd name="connsiteX6" fmla="*/ 1038225 w 1596260"/>
              <a:gd name="connsiteY6" fmla="*/ 1919069 h 1946976"/>
              <a:gd name="connsiteX7" fmla="*/ 0 w 1596260"/>
              <a:gd name="connsiteY7" fmla="*/ 376019 h 1946976"/>
              <a:gd name="connsiteX8" fmla="*/ 371475 w 1596260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57053 w 1581838"/>
              <a:gd name="connsiteY0" fmla="*/ 1118 h 1946976"/>
              <a:gd name="connsiteX1" fmla="*/ 553653 w 1581838"/>
              <a:gd name="connsiteY1" fmla="*/ 602876 h 1946976"/>
              <a:gd name="connsiteX2" fmla="*/ 359667 w 1581838"/>
              <a:gd name="connsiteY2" fmla="*/ 646744 h 1946976"/>
              <a:gd name="connsiteX3" fmla="*/ 973023 w 1581838"/>
              <a:gd name="connsiteY3" fmla="*/ 1528815 h 1946976"/>
              <a:gd name="connsiteX4" fmla="*/ 1158626 w 1581838"/>
              <a:gd name="connsiteY4" fmla="*/ 1311482 h 1946976"/>
              <a:gd name="connsiteX5" fmla="*/ 1574240 w 1581838"/>
              <a:gd name="connsiteY5" fmla="*/ 1699723 h 1946976"/>
              <a:gd name="connsiteX6" fmla="*/ 1023803 w 1581838"/>
              <a:gd name="connsiteY6" fmla="*/ 1919069 h 1946976"/>
              <a:gd name="connsiteX7" fmla="*/ 0 w 1581838"/>
              <a:gd name="connsiteY7" fmla="*/ 378903 h 1946976"/>
              <a:gd name="connsiteX8" fmla="*/ 357053 w 1581838"/>
              <a:gd name="connsiteY8" fmla="*/ 1118 h 1946976"/>
              <a:gd name="connsiteX0" fmla="*/ 333976 w 1558761"/>
              <a:gd name="connsiteY0" fmla="*/ 1118 h 1946976"/>
              <a:gd name="connsiteX1" fmla="*/ 530576 w 1558761"/>
              <a:gd name="connsiteY1" fmla="*/ 602876 h 1946976"/>
              <a:gd name="connsiteX2" fmla="*/ 336590 w 1558761"/>
              <a:gd name="connsiteY2" fmla="*/ 646744 h 1946976"/>
              <a:gd name="connsiteX3" fmla="*/ 949946 w 1558761"/>
              <a:gd name="connsiteY3" fmla="*/ 1528815 h 1946976"/>
              <a:gd name="connsiteX4" fmla="*/ 1135549 w 1558761"/>
              <a:gd name="connsiteY4" fmla="*/ 1311482 h 1946976"/>
              <a:gd name="connsiteX5" fmla="*/ 1551163 w 1558761"/>
              <a:gd name="connsiteY5" fmla="*/ 1699723 h 1946976"/>
              <a:gd name="connsiteX6" fmla="*/ 1000726 w 1558761"/>
              <a:gd name="connsiteY6" fmla="*/ 1919069 h 1946976"/>
              <a:gd name="connsiteX7" fmla="*/ 0 w 1558761"/>
              <a:gd name="connsiteY7" fmla="*/ 390441 h 1946976"/>
              <a:gd name="connsiteX8" fmla="*/ 333976 w 1558761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38491 w 1560662"/>
              <a:gd name="connsiteY2" fmla="*/ 646744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118 h 1946976"/>
              <a:gd name="connsiteX1" fmla="*/ 532477 w 1560662"/>
              <a:gd name="connsiteY1" fmla="*/ 602876 h 1946976"/>
              <a:gd name="connsiteX2" fmla="*/ 344260 w 1560662"/>
              <a:gd name="connsiteY2" fmla="*/ 655398 h 1946976"/>
              <a:gd name="connsiteX3" fmla="*/ 951847 w 1560662"/>
              <a:gd name="connsiteY3" fmla="*/ 1528815 h 1946976"/>
              <a:gd name="connsiteX4" fmla="*/ 1137450 w 1560662"/>
              <a:gd name="connsiteY4" fmla="*/ 1311482 h 1946976"/>
              <a:gd name="connsiteX5" fmla="*/ 1553064 w 1560662"/>
              <a:gd name="connsiteY5" fmla="*/ 1699723 h 1946976"/>
              <a:gd name="connsiteX6" fmla="*/ 1002627 w 1560662"/>
              <a:gd name="connsiteY6" fmla="*/ 1919069 h 1946976"/>
              <a:gd name="connsiteX7" fmla="*/ 1901 w 1560662"/>
              <a:gd name="connsiteY7" fmla="*/ 390441 h 1946976"/>
              <a:gd name="connsiteX8" fmla="*/ 335877 w 1560662"/>
              <a:gd name="connsiteY8" fmla="*/ 1118 h 1946976"/>
              <a:gd name="connsiteX0" fmla="*/ 335877 w 1560662"/>
              <a:gd name="connsiteY0" fmla="*/ 196 h 1946054"/>
              <a:gd name="connsiteX1" fmla="*/ 532477 w 1560662"/>
              <a:gd name="connsiteY1" fmla="*/ 601954 h 1946054"/>
              <a:gd name="connsiteX2" fmla="*/ 344260 w 1560662"/>
              <a:gd name="connsiteY2" fmla="*/ 654476 h 1946054"/>
              <a:gd name="connsiteX3" fmla="*/ 951847 w 1560662"/>
              <a:gd name="connsiteY3" fmla="*/ 1527893 h 1946054"/>
              <a:gd name="connsiteX4" fmla="*/ 1137450 w 1560662"/>
              <a:gd name="connsiteY4" fmla="*/ 1310560 h 1946054"/>
              <a:gd name="connsiteX5" fmla="*/ 1553064 w 1560662"/>
              <a:gd name="connsiteY5" fmla="*/ 1698801 h 1946054"/>
              <a:gd name="connsiteX6" fmla="*/ 1002627 w 1560662"/>
              <a:gd name="connsiteY6" fmla="*/ 1918147 h 1946054"/>
              <a:gd name="connsiteX7" fmla="*/ 1901 w 1560662"/>
              <a:gd name="connsiteY7" fmla="*/ 389519 h 1946054"/>
              <a:gd name="connsiteX8" fmla="*/ 335877 w 1560662"/>
              <a:gd name="connsiteY8" fmla="*/ 196 h 1946054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0662"/>
              <a:gd name="connsiteY0" fmla="*/ 199 h 1937121"/>
              <a:gd name="connsiteX1" fmla="*/ 532477 w 1560662"/>
              <a:gd name="connsiteY1" fmla="*/ 593021 h 1937121"/>
              <a:gd name="connsiteX2" fmla="*/ 344260 w 1560662"/>
              <a:gd name="connsiteY2" fmla="*/ 645543 h 1937121"/>
              <a:gd name="connsiteX3" fmla="*/ 951847 w 1560662"/>
              <a:gd name="connsiteY3" fmla="*/ 1518960 h 1937121"/>
              <a:gd name="connsiteX4" fmla="*/ 1137450 w 1560662"/>
              <a:gd name="connsiteY4" fmla="*/ 1301627 h 1937121"/>
              <a:gd name="connsiteX5" fmla="*/ 1553064 w 1560662"/>
              <a:gd name="connsiteY5" fmla="*/ 1689868 h 1937121"/>
              <a:gd name="connsiteX6" fmla="*/ 1002627 w 1560662"/>
              <a:gd name="connsiteY6" fmla="*/ 1909214 h 1937121"/>
              <a:gd name="connsiteX7" fmla="*/ 1901 w 1560662"/>
              <a:gd name="connsiteY7" fmla="*/ 380586 h 1937121"/>
              <a:gd name="connsiteX8" fmla="*/ 332898 w 1560662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  <a:gd name="connsiteX0" fmla="*/ 332898 w 1565431"/>
              <a:gd name="connsiteY0" fmla="*/ 199 h 1937121"/>
              <a:gd name="connsiteX1" fmla="*/ 532477 w 1565431"/>
              <a:gd name="connsiteY1" fmla="*/ 593021 h 1937121"/>
              <a:gd name="connsiteX2" fmla="*/ 344260 w 1565431"/>
              <a:gd name="connsiteY2" fmla="*/ 645543 h 1937121"/>
              <a:gd name="connsiteX3" fmla="*/ 951847 w 1565431"/>
              <a:gd name="connsiteY3" fmla="*/ 1518960 h 1937121"/>
              <a:gd name="connsiteX4" fmla="*/ 1137450 w 1565431"/>
              <a:gd name="connsiteY4" fmla="*/ 1301627 h 1937121"/>
              <a:gd name="connsiteX5" fmla="*/ 1553064 w 1565431"/>
              <a:gd name="connsiteY5" fmla="*/ 1689868 h 1937121"/>
              <a:gd name="connsiteX6" fmla="*/ 1002627 w 1565431"/>
              <a:gd name="connsiteY6" fmla="*/ 1909214 h 1937121"/>
              <a:gd name="connsiteX7" fmla="*/ 1901 w 1565431"/>
              <a:gd name="connsiteY7" fmla="*/ 380586 h 1937121"/>
              <a:gd name="connsiteX8" fmla="*/ 332898 w 1565431"/>
              <a:gd name="connsiteY8" fmla="*/ 199 h 19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5431" h="1937121">
                <a:moveTo>
                  <a:pt x="332898" y="199"/>
                </a:moveTo>
                <a:cubicBezTo>
                  <a:pt x="480797" y="-12106"/>
                  <a:pt x="712130" y="551085"/>
                  <a:pt x="532477" y="593021"/>
                </a:cubicBezTo>
                <a:lnTo>
                  <a:pt x="344260" y="645543"/>
                </a:lnTo>
                <a:cubicBezTo>
                  <a:pt x="475639" y="1163599"/>
                  <a:pt x="690666" y="1300897"/>
                  <a:pt x="951847" y="1518960"/>
                </a:cubicBezTo>
                <a:cubicBezTo>
                  <a:pt x="1003138" y="1396518"/>
                  <a:pt x="1042046" y="1291100"/>
                  <a:pt x="1137450" y="1301627"/>
                </a:cubicBezTo>
                <a:cubicBezTo>
                  <a:pt x="1276950" y="1299313"/>
                  <a:pt x="1636332" y="1564228"/>
                  <a:pt x="1553064" y="1689868"/>
                </a:cubicBezTo>
                <a:cubicBezTo>
                  <a:pt x="1389777" y="1941825"/>
                  <a:pt x="1145722" y="1971673"/>
                  <a:pt x="1002627" y="1909214"/>
                </a:cubicBezTo>
                <a:cubicBezTo>
                  <a:pt x="545977" y="1690048"/>
                  <a:pt x="-37590" y="1110316"/>
                  <a:pt x="1901" y="380586"/>
                </a:cubicBezTo>
                <a:cubicBezTo>
                  <a:pt x="36305" y="148891"/>
                  <a:pt x="133416" y="23363"/>
                  <a:pt x="332898" y="199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4" name="Rectangle 36">
            <a:extLst>
              <a:ext uri="{FF2B5EF4-FFF2-40B4-BE49-F238E27FC236}">
                <a16:creationId xmlns:a16="http://schemas.microsoft.com/office/drawing/2014/main" id="{85DC4D1F-47F3-4C47-BB83-574DB1C8E46C}"/>
              </a:ext>
            </a:extLst>
          </p:cNvPr>
          <p:cNvSpPr/>
          <p:nvPr userDrawn="1"/>
        </p:nvSpPr>
        <p:spPr>
          <a:xfrm>
            <a:off x="5164740" y="4708915"/>
            <a:ext cx="586136" cy="489963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5" name="Rounded Rectangle 27">
            <a:extLst>
              <a:ext uri="{FF2B5EF4-FFF2-40B4-BE49-F238E27FC236}">
                <a16:creationId xmlns:a16="http://schemas.microsoft.com/office/drawing/2014/main" id="{B6C044CE-B8CC-438A-9723-8B3C74F983A9}"/>
              </a:ext>
            </a:extLst>
          </p:cNvPr>
          <p:cNvSpPr/>
          <p:nvPr userDrawn="1"/>
        </p:nvSpPr>
        <p:spPr>
          <a:xfrm>
            <a:off x="8316455" y="1548746"/>
            <a:ext cx="605315" cy="464964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6" name="Rounded Rectangle 7">
            <a:extLst>
              <a:ext uri="{FF2B5EF4-FFF2-40B4-BE49-F238E27FC236}">
                <a16:creationId xmlns:a16="http://schemas.microsoft.com/office/drawing/2014/main" id="{3417A874-37C0-4736-BBC8-830C8000474C}"/>
              </a:ext>
            </a:extLst>
          </p:cNvPr>
          <p:cNvSpPr/>
          <p:nvPr userDrawn="1"/>
        </p:nvSpPr>
        <p:spPr>
          <a:xfrm>
            <a:off x="9257631" y="1515680"/>
            <a:ext cx="615416" cy="53109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7" name="Chord 15">
            <a:extLst>
              <a:ext uri="{FF2B5EF4-FFF2-40B4-BE49-F238E27FC236}">
                <a16:creationId xmlns:a16="http://schemas.microsoft.com/office/drawing/2014/main" id="{EEA51D8A-5563-40BD-B745-F24F62B044C1}"/>
              </a:ext>
            </a:extLst>
          </p:cNvPr>
          <p:cNvSpPr/>
          <p:nvPr userDrawn="1"/>
        </p:nvSpPr>
        <p:spPr>
          <a:xfrm>
            <a:off x="11124640" y="1472088"/>
            <a:ext cx="283580" cy="618280"/>
          </a:xfrm>
          <a:custGeom>
            <a:avLst/>
            <a:gdLst/>
            <a:ahLst/>
            <a:cxnLst/>
            <a:rect l="l" t="t" r="r" b="b"/>
            <a:pathLst>
              <a:path w="1492970" h="3255081">
                <a:moveTo>
                  <a:pt x="1492970" y="1569688"/>
                </a:moveTo>
                <a:cubicBezTo>
                  <a:pt x="1492970" y="1957118"/>
                  <a:pt x="1197680" y="2277765"/>
                  <a:pt x="816277" y="2310957"/>
                </a:cubicBezTo>
                <a:lnTo>
                  <a:pt x="816277" y="2787043"/>
                </a:lnTo>
                <a:cubicBezTo>
                  <a:pt x="873982" y="2789209"/>
                  <a:pt x="931009" y="2798017"/>
                  <a:pt x="986081" y="2811674"/>
                </a:cubicBezTo>
                <a:cubicBezTo>
                  <a:pt x="1252919" y="2877847"/>
                  <a:pt x="1430830" y="3046369"/>
                  <a:pt x="1433593" y="3235566"/>
                </a:cubicBezTo>
                <a:lnTo>
                  <a:pt x="57488" y="3255081"/>
                </a:lnTo>
                <a:cubicBezTo>
                  <a:pt x="47920" y="3062506"/>
                  <a:pt x="221127" y="2886615"/>
                  <a:pt x="490574" y="2815284"/>
                </a:cubicBezTo>
                <a:cubicBezTo>
                  <a:pt x="549928" y="2799571"/>
                  <a:pt x="611777" y="2789553"/>
                  <a:pt x="674460" y="2787163"/>
                </a:cubicBezTo>
                <a:lnTo>
                  <a:pt x="674460" y="2310809"/>
                </a:lnTo>
                <a:cubicBezTo>
                  <a:pt x="317470" y="2280245"/>
                  <a:pt x="28405" y="1994114"/>
                  <a:pt x="0" y="1627428"/>
                </a:cubicBezTo>
                <a:lnTo>
                  <a:pt x="142201" y="1616413"/>
                </a:lnTo>
                <a:cubicBezTo>
                  <a:pt x="167304" y="1940464"/>
                  <a:pt x="443969" y="2186771"/>
                  <a:pt x="768748" y="2174211"/>
                </a:cubicBezTo>
                <a:cubicBezTo>
                  <a:pt x="1093527" y="2161650"/>
                  <a:pt x="1350342" y="1894710"/>
                  <a:pt x="1350342" y="1569689"/>
                </a:cubicBezTo>
                <a:close/>
                <a:moveTo>
                  <a:pt x="745368" y="0"/>
                </a:moveTo>
                <a:cubicBezTo>
                  <a:pt x="989132" y="0"/>
                  <a:pt x="1186742" y="197610"/>
                  <a:pt x="1186742" y="441374"/>
                </a:cubicBezTo>
                <a:lnTo>
                  <a:pt x="1186742" y="1575353"/>
                </a:lnTo>
                <a:cubicBezTo>
                  <a:pt x="1186742" y="1819117"/>
                  <a:pt x="989132" y="2016727"/>
                  <a:pt x="745368" y="2016727"/>
                </a:cubicBezTo>
                <a:cubicBezTo>
                  <a:pt x="501604" y="2016727"/>
                  <a:pt x="303994" y="1819117"/>
                  <a:pt x="303994" y="1575353"/>
                </a:cubicBezTo>
                <a:lnTo>
                  <a:pt x="303994" y="441374"/>
                </a:lnTo>
                <a:cubicBezTo>
                  <a:pt x="303994" y="197610"/>
                  <a:pt x="501604" y="0"/>
                  <a:pt x="74536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8" name="Rectangle 16">
            <a:extLst>
              <a:ext uri="{FF2B5EF4-FFF2-40B4-BE49-F238E27FC236}">
                <a16:creationId xmlns:a16="http://schemas.microsoft.com/office/drawing/2014/main" id="{D1676F50-C267-4C38-AD20-49A9AC270444}"/>
              </a:ext>
            </a:extLst>
          </p:cNvPr>
          <p:cNvSpPr/>
          <p:nvPr userDrawn="1"/>
        </p:nvSpPr>
        <p:spPr>
          <a:xfrm>
            <a:off x="6093780" y="4751666"/>
            <a:ext cx="615416" cy="4044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79" name="Rounded Rectangle 6">
            <a:extLst>
              <a:ext uri="{FF2B5EF4-FFF2-40B4-BE49-F238E27FC236}">
                <a16:creationId xmlns:a16="http://schemas.microsoft.com/office/drawing/2014/main" id="{82B7A2F5-C0B1-41B5-8A18-5FFEABF255F0}"/>
              </a:ext>
            </a:extLst>
          </p:cNvPr>
          <p:cNvSpPr/>
          <p:nvPr userDrawn="1"/>
        </p:nvSpPr>
        <p:spPr>
          <a:xfrm>
            <a:off x="5137072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0" name="Rounded Rectangle 6">
            <a:extLst>
              <a:ext uri="{FF2B5EF4-FFF2-40B4-BE49-F238E27FC236}">
                <a16:creationId xmlns:a16="http://schemas.microsoft.com/office/drawing/2014/main" id="{B112BFD8-59FC-4E81-88B7-90EBC01F4EA0}"/>
              </a:ext>
            </a:extLst>
          </p:cNvPr>
          <p:cNvSpPr/>
          <p:nvPr userDrawn="1"/>
        </p:nvSpPr>
        <p:spPr>
          <a:xfrm>
            <a:off x="6044394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1" name="Rounded Rectangle 6">
            <a:extLst>
              <a:ext uri="{FF2B5EF4-FFF2-40B4-BE49-F238E27FC236}">
                <a16:creationId xmlns:a16="http://schemas.microsoft.com/office/drawing/2014/main" id="{3386A823-EAD8-49E5-ABE0-2E9DC291FF25}"/>
              </a:ext>
            </a:extLst>
          </p:cNvPr>
          <p:cNvSpPr/>
          <p:nvPr userDrawn="1"/>
        </p:nvSpPr>
        <p:spPr>
          <a:xfrm>
            <a:off x="695171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2" name="Rounded Rectangle 6">
            <a:extLst>
              <a:ext uri="{FF2B5EF4-FFF2-40B4-BE49-F238E27FC236}">
                <a16:creationId xmlns:a16="http://schemas.microsoft.com/office/drawing/2014/main" id="{7949C1B1-2E6E-4A91-9531-48AC4289F9BC}"/>
              </a:ext>
            </a:extLst>
          </p:cNvPr>
          <p:cNvSpPr/>
          <p:nvPr userDrawn="1"/>
        </p:nvSpPr>
        <p:spPr>
          <a:xfrm>
            <a:off x="7859036" y="3750690"/>
            <a:ext cx="616402" cy="296900"/>
          </a:xfrm>
          <a:custGeom>
            <a:avLst/>
            <a:gdLst/>
            <a:ahLst/>
            <a:cxnLst/>
            <a:rect l="l" t="t" r="r" b="b"/>
            <a:pathLst>
              <a:path w="3215400" h="1548752">
                <a:moveTo>
                  <a:pt x="3026619" y="414336"/>
                </a:moveTo>
                <a:lnTo>
                  <a:pt x="3121009" y="414336"/>
                </a:lnTo>
                <a:cubicBezTo>
                  <a:pt x="3173140" y="414336"/>
                  <a:pt x="3215400" y="456596"/>
                  <a:pt x="3215400" y="508727"/>
                </a:cubicBezTo>
                <a:lnTo>
                  <a:pt x="3215400" y="1040026"/>
                </a:lnTo>
                <a:cubicBezTo>
                  <a:pt x="3215400" y="1092157"/>
                  <a:pt x="3173140" y="1134417"/>
                  <a:pt x="3121009" y="1134417"/>
                </a:cubicBezTo>
                <a:cubicBezTo>
                  <a:pt x="3089546" y="1134417"/>
                  <a:pt x="3058082" y="1134416"/>
                  <a:pt x="3026619" y="1134416"/>
                </a:cubicBezTo>
                <a:close/>
                <a:moveTo>
                  <a:pt x="2240385" y="234376"/>
                </a:moveTo>
                <a:lnTo>
                  <a:pt x="2744441" y="234376"/>
                </a:lnTo>
                <a:lnTo>
                  <a:pt x="2744441" y="1314376"/>
                </a:lnTo>
                <a:lnTo>
                  <a:pt x="2240385" y="1314376"/>
                </a:lnTo>
                <a:close/>
                <a:moveTo>
                  <a:pt x="1584648" y="234376"/>
                </a:moveTo>
                <a:lnTo>
                  <a:pt x="2088704" y="234376"/>
                </a:lnTo>
                <a:lnTo>
                  <a:pt x="2088704" y="1314376"/>
                </a:lnTo>
                <a:lnTo>
                  <a:pt x="1584648" y="1314376"/>
                </a:lnTo>
                <a:close/>
                <a:moveTo>
                  <a:pt x="928911" y="234376"/>
                </a:moveTo>
                <a:lnTo>
                  <a:pt x="1432967" y="234376"/>
                </a:lnTo>
                <a:lnTo>
                  <a:pt x="1432967" y="1314376"/>
                </a:lnTo>
                <a:lnTo>
                  <a:pt x="928911" y="1314376"/>
                </a:lnTo>
                <a:close/>
                <a:moveTo>
                  <a:pt x="273174" y="234376"/>
                </a:moveTo>
                <a:lnTo>
                  <a:pt x="777230" y="234376"/>
                </a:lnTo>
                <a:lnTo>
                  <a:pt x="777230" y="1314376"/>
                </a:lnTo>
                <a:lnTo>
                  <a:pt x="273174" y="1314376"/>
                </a:lnTo>
                <a:close/>
                <a:moveTo>
                  <a:pt x="258244" y="126376"/>
                </a:moveTo>
                <a:cubicBezTo>
                  <a:pt x="182968" y="126376"/>
                  <a:pt x="121944" y="187400"/>
                  <a:pt x="121944" y="262676"/>
                </a:cubicBezTo>
                <a:lnTo>
                  <a:pt x="121944" y="1286076"/>
                </a:lnTo>
                <a:cubicBezTo>
                  <a:pt x="121944" y="1361352"/>
                  <a:pt x="182968" y="1422376"/>
                  <a:pt x="258244" y="1422376"/>
                </a:cubicBezTo>
                <a:lnTo>
                  <a:pt x="2768375" y="1422376"/>
                </a:lnTo>
                <a:cubicBezTo>
                  <a:pt x="2843651" y="1422376"/>
                  <a:pt x="2904675" y="1361352"/>
                  <a:pt x="2904675" y="1286076"/>
                </a:cubicBezTo>
                <a:lnTo>
                  <a:pt x="2904675" y="262676"/>
                </a:lnTo>
                <a:cubicBezTo>
                  <a:pt x="2904675" y="187400"/>
                  <a:pt x="2843651" y="126376"/>
                  <a:pt x="2768375" y="126376"/>
                </a:cubicBezTo>
                <a:close/>
                <a:moveTo>
                  <a:pt x="162882" y="0"/>
                </a:moveTo>
                <a:lnTo>
                  <a:pt x="2863736" y="0"/>
                </a:lnTo>
                <a:cubicBezTo>
                  <a:pt x="2953693" y="0"/>
                  <a:pt x="3026618" y="72925"/>
                  <a:pt x="3026618" y="162882"/>
                </a:cubicBezTo>
                <a:lnTo>
                  <a:pt x="3026618" y="1385870"/>
                </a:lnTo>
                <a:cubicBezTo>
                  <a:pt x="3026618" y="1475827"/>
                  <a:pt x="2953693" y="1548752"/>
                  <a:pt x="2863736" y="1548752"/>
                </a:cubicBezTo>
                <a:lnTo>
                  <a:pt x="162882" y="1548752"/>
                </a:lnTo>
                <a:cubicBezTo>
                  <a:pt x="72925" y="1548752"/>
                  <a:pt x="0" y="1475827"/>
                  <a:pt x="0" y="1385870"/>
                </a:cubicBezTo>
                <a:lnTo>
                  <a:pt x="0" y="162882"/>
                </a:lnTo>
                <a:cubicBezTo>
                  <a:pt x="0" y="72925"/>
                  <a:pt x="72925" y="0"/>
                  <a:pt x="16288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3" name="Teardrop 6">
            <a:extLst>
              <a:ext uri="{FF2B5EF4-FFF2-40B4-BE49-F238E27FC236}">
                <a16:creationId xmlns:a16="http://schemas.microsoft.com/office/drawing/2014/main" id="{2B487B58-0B30-4EF3-AFFC-79F3A72C7454}"/>
              </a:ext>
            </a:extLst>
          </p:cNvPr>
          <p:cNvSpPr/>
          <p:nvPr userDrawn="1"/>
        </p:nvSpPr>
        <p:spPr>
          <a:xfrm rot="8100000">
            <a:off x="11057693" y="3690402"/>
            <a:ext cx="417475" cy="417476"/>
          </a:xfrm>
          <a:custGeom>
            <a:avLst/>
            <a:gdLst/>
            <a:ahLst/>
            <a:cxnLst/>
            <a:rect l="l" t="t" r="r" b="b"/>
            <a:pathLst>
              <a:path w="2483832" h="2483835">
                <a:moveTo>
                  <a:pt x="657616" y="1826218"/>
                </a:moveTo>
                <a:cubicBezTo>
                  <a:pt x="806520" y="1975122"/>
                  <a:pt x="1047940" y="1975122"/>
                  <a:pt x="1196844" y="1826218"/>
                </a:cubicBezTo>
                <a:cubicBezTo>
                  <a:pt x="1345748" y="1677314"/>
                  <a:pt x="1345748" y="1435894"/>
                  <a:pt x="1196844" y="1286990"/>
                </a:cubicBezTo>
                <a:cubicBezTo>
                  <a:pt x="1047940" y="1138086"/>
                  <a:pt x="806520" y="1138086"/>
                  <a:pt x="657616" y="1286990"/>
                </a:cubicBezTo>
                <a:cubicBezTo>
                  <a:pt x="508712" y="1435894"/>
                  <a:pt x="508712" y="1677314"/>
                  <a:pt x="657616" y="1826218"/>
                </a:cubicBezTo>
                <a:close/>
                <a:moveTo>
                  <a:pt x="293335" y="2190500"/>
                </a:moveTo>
                <a:cubicBezTo>
                  <a:pt x="112098" y="2009262"/>
                  <a:pt x="0" y="1758885"/>
                  <a:pt x="0" y="1482325"/>
                </a:cubicBezTo>
                <a:cubicBezTo>
                  <a:pt x="0" y="929206"/>
                  <a:pt x="459290" y="590078"/>
                  <a:pt x="1001509" y="480815"/>
                </a:cubicBezTo>
                <a:cubicBezTo>
                  <a:pt x="1569704" y="366317"/>
                  <a:pt x="1861757" y="259925"/>
                  <a:pt x="2483832" y="0"/>
                </a:cubicBezTo>
                <a:cubicBezTo>
                  <a:pt x="2230640" y="682694"/>
                  <a:pt x="2130986" y="873716"/>
                  <a:pt x="2003018" y="1482325"/>
                </a:cubicBezTo>
                <a:cubicBezTo>
                  <a:pt x="1901990" y="2042180"/>
                  <a:pt x="1554627" y="2483835"/>
                  <a:pt x="1001509" y="2483835"/>
                </a:cubicBezTo>
                <a:cubicBezTo>
                  <a:pt x="724950" y="2483835"/>
                  <a:pt x="474573" y="2371737"/>
                  <a:pt x="293335" y="219050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84" name="Donut 24">
            <a:extLst>
              <a:ext uri="{FF2B5EF4-FFF2-40B4-BE49-F238E27FC236}">
                <a16:creationId xmlns:a16="http://schemas.microsoft.com/office/drawing/2014/main" id="{DA65A867-32D5-42FE-9CA6-78352D170AD5}"/>
              </a:ext>
            </a:extLst>
          </p:cNvPr>
          <p:cNvSpPr/>
          <p:nvPr userDrawn="1"/>
        </p:nvSpPr>
        <p:spPr>
          <a:xfrm>
            <a:off x="5773604" y="2544635"/>
            <a:ext cx="617508" cy="622535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85" name="Chord 38">
            <a:extLst>
              <a:ext uri="{FF2B5EF4-FFF2-40B4-BE49-F238E27FC236}">
                <a16:creationId xmlns:a16="http://schemas.microsoft.com/office/drawing/2014/main" id="{71FECBDE-204F-44E3-B909-54AC009E317E}"/>
              </a:ext>
            </a:extLst>
          </p:cNvPr>
          <p:cNvSpPr/>
          <p:nvPr userDrawn="1"/>
        </p:nvSpPr>
        <p:spPr>
          <a:xfrm>
            <a:off x="6733448" y="2544108"/>
            <a:ext cx="484927" cy="623588"/>
          </a:xfrm>
          <a:custGeom>
            <a:avLst/>
            <a:gdLst/>
            <a:ahLst/>
            <a:cxnLst/>
            <a:rect l="l" t="t" r="r" b="b"/>
            <a:pathLst>
              <a:path w="2519554" h="3240000">
                <a:moveTo>
                  <a:pt x="1259778" y="0"/>
                </a:moveTo>
                <a:cubicBezTo>
                  <a:pt x="1299543" y="0"/>
                  <a:pt x="1331778" y="32235"/>
                  <a:pt x="1331778" y="72000"/>
                </a:cubicBezTo>
                <a:lnTo>
                  <a:pt x="1331778" y="292696"/>
                </a:lnTo>
                <a:cubicBezTo>
                  <a:pt x="1526887" y="301316"/>
                  <a:pt x="1719796" y="357828"/>
                  <a:pt x="1894309" y="459601"/>
                </a:cubicBezTo>
                <a:cubicBezTo>
                  <a:pt x="2284331" y="687055"/>
                  <a:pt x="2522839" y="1105809"/>
                  <a:pt x="2519520" y="1557297"/>
                </a:cubicBezTo>
                <a:lnTo>
                  <a:pt x="2509882" y="1557270"/>
                </a:lnTo>
                <a:cubicBezTo>
                  <a:pt x="2413806" y="1435449"/>
                  <a:pt x="2264527" y="1358626"/>
                  <a:pt x="2097304" y="1358626"/>
                </a:cubicBezTo>
                <a:cubicBezTo>
                  <a:pt x="1931567" y="1358626"/>
                  <a:pt x="1783455" y="1434091"/>
                  <a:pt x="1688484" y="1554913"/>
                </a:cubicBezTo>
                <a:lnTo>
                  <a:pt x="1657888" y="1554825"/>
                </a:lnTo>
                <a:cubicBezTo>
                  <a:pt x="1579123" y="1454657"/>
                  <a:pt x="1463823" y="1385682"/>
                  <a:pt x="1331778" y="1368008"/>
                </a:cubicBezTo>
                <a:lnTo>
                  <a:pt x="1331778" y="2507895"/>
                </a:lnTo>
                <a:lnTo>
                  <a:pt x="1356113" y="2507895"/>
                </a:lnTo>
                <a:lnTo>
                  <a:pt x="1356113" y="2868215"/>
                </a:lnTo>
                <a:lnTo>
                  <a:pt x="1353558" y="2868215"/>
                </a:lnTo>
                <a:cubicBezTo>
                  <a:pt x="1347515" y="3074779"/>
                  <a:pt x="1177830" y="3240000"/>
                  <a:pt x="969556" y="3240000"/>
                </a:cubicBezTo>
                <a:cubicBezTo>
                  <a:pt x="759529" y="3240000"/>
                  <a:pt x="588743" y="3071985"/>
                  <a:pt x="585029" y="2863014"/>
                </a:cubicBezTo>
                <a:cubicBezTo>
                  <a:pt x="584214" y="2861474"/>
                  <a:pt x="584183" y="2859896"/>
                  <a:pt x="584183" y="2858310"/>
                </a:cubicBezTo>
                <a:lnTo>
                  <a:pt x="584422" y="2856985"/>
                </a:lnTo>
                <a:cubicBezTo>
                  <a:pt x="584186" y="2856201"/>
                  <a:pt x="584184" y="2855415"/>
                  <a:pt x="584184" y="2854628"/>
                </a:cubicBezTo>
                <a:lnTo>
                  <a:pt x="584846" y="2854628"/>
                </a:lnTo>
                <a:cubicBezTo>
                  <a:pt x="585977" y="2797047"/>
                  <a:pt x="628115" y="2750982"/>
                  <a:pt x="679843" y="2750982"/>
                </a:cubicBezTo>
                <a:cubicBezTo>
                  <a:pt x="731571" y="2750982"/>
                  <a:pt x="773709" y="2797047"/>
                  <a:pt x="774841" y="2854628"/>
                </a:cubicBezTo>
                <a:lnTo>
                  <a:pt x="776870" y="2854628"/>
                </a:lnTo>
                <a:cubicBezTo>
                  <a:pt x="776870" y="2961046"/>
                  <a:pt x="863138" y="3047314"/>
                  <a:pt x="969556" y="3047314"/>
                </a:cubicBezTo>
                <a:cubicBezTo>
                  <a:pt x="1075974" y="3047314"/>
                  <a:pt x="1162242" y="2961046"/>
                  <a:pt x="1162242" y="2854628"/>
                </a:cubicBezTo>
                <a:lnTo>
                  <a:pt x="1163439" y="2854628"/>
                </a:lnTo>
                <a:lnTo>
                  <a:pt x="1163439" y="2507895"/>
                </a:lnTo>
                <a:lnTo>
                  <a:pt x="1187778" y="2507895"/>
                </a:lnTo>
                <a:lnTo>
                  <a:pt x="1187778" y="1365548"/>
                </a:lnTo>
                <a:cubicBezTo>
                  <a:pt x="1048083" y="1378241"/>
                  <a:pt x="925400" y="1448176"/>
                  <a:pt x="842602" y="1552487"/>
                </a:cubicBezTo>
                <a:lnTo>
                  <a:pt x="807450" y="1552386"/>
                </a:lnTo>
                <a:cubicBezTo>
                  <a:pt x="712615" y="1432960"/>
                  <a:pt x="565486" y="1358626"/>
                  <a:pt x="400996" y="1358626"/>
                </a:cubicBezTo>
                <a:cubicBezTo>
                  <a:pt x="240343" y="1358626"/>
                  <a:pt x="96251" y="1429532"/>
                  <a:pt x="0" y="1543232"/>
                </a:cubicBezTo>
                <a:cubicBezTo>
                  <a:pt x="1264" y="1094357"/>
                  <a:pt x="241710" y="680052"/>
                  <a:pt x="631054" y="455977"/>
                </a:cubicBezTo>
                <a:cubicBezTo>
                  <a:pt x="804121" y="356374"/>
                  <a:pt x="994908" y="301092"/>
                  <a:pt x="1187778" y="292721"/>
                </a:cubicBezTo>
                <a:lnTo>
                  <a:pt x="1187778" y="72000"/>
                </a:lnTo>
                <a:cubicBezTo>
                  <a:pt x="1187778" y="32235"/>
                  <a:pt x="1220013" y="0"/>
                  <a:pt x="125977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Heart 38">
            <a:extLst>
              <a:ext uri="{FF2B5EF4-FFF2-40B4-BE49-F238E27FC236}">
                <a16:creationId xmlns:a16="http://schemas.microsoft.com/office/drawing/2014/main" id="{999F14DA-65E6-4207-85B2-E2C3ABC93A9F}"/>
              </a:ext>
            </a:extLst>
          </p:cNvPr>
          <p:cNvSpPr/>
          <p:nvPr userDrawn="1"/>
        </p:nvSpPr>
        <p:spPr>
          <a:xfrm>
            <a:off x="7436317" y="1509092"/>
            <a:ext cx="544275" cy="544275"/>
          </a:xfrm>
          <a:prstGeom prst="hear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Round Same Side Corner Rectangle 19">
            <a:extLst>
              <a:ext uri="{FF2B5EF4-FFF2-40B4-BE49-F238E27FC236}">
                <a16:creationId xmlns:a16="http://schemas.microsoft.com/office/drawing/2014/main" id="{FAC90013-AC2E-4966-B540-9E816AE7D607}"/>
              </a:ext>
            </a:extLst>
          </p:cNvPr>
          <p:cNvSpPr/>
          <p:nvPr userDrawn="1"/>
        </p:nvSpPr>
        <p:spPr>
          <a:xfrm>
            <a:off x="10301960" y="5685084"/>
            <a:ext cx="411706" cy="508675"/>
          </a:xfrm>
          <a:custGeom>
            <a:avLst/>
            <a:gdLst/>
            <a:ahLst/>
            <a:cxnLst/>
            <a:rect l="l" t="t" r="r" b="b"/>
            <a:pathLst>
              <a:path w="2600931" h="3213524">
                <a:moveTo>
                  <a:pt x="1304260" y="0"/>
                </a:moveTo>
                <a:cubicBezTo>
                  <a:pt x="1403671" y="0"/>
                  <a:pt x="1484260" y="80589"/>
                  <a:pt x="1484260" y="180000"/>
                </a:cubicBezTo>
                <a:lnTo>
                  <a:pt x="1484260" y="412061"/>
                </a:lnTo>
                <a:lnTo>
                  <a:pt x="2330931" y="412061"/>
                </a:lnTo>
                <a:lnTo>
                  <a:pt x="2600931" y="682061"/>
                </a:lnTo>
                <a:lnTo>
                  <a:pt x="2330931" y="952061"/>
                </a:lnTo>
                <a:lnTo>
                  <a:pt x="1484260" y="952061"/>
                </a:lnTo>
                <a:lnTo>
                  <a:pt x="1484260" y="1110244"/>
                </a:lnTo>
                <a:lnTo>
                  <a:pt x="2375646" y="1110244"/>
                </a:lnTo>
                <a:lnTo>
                  <a:pt x="2375646" y="1650244"/>
                </a:lnTo>
                <a:lnTo>
                  <a:pt x="1484260" y="1650244"/>
                </a:lnTo>
                <a:lnTo>
                  <a:pt x="1484260" y="3213524"/>
                </a:lnTo>
                <a:lnTo>
                  <a:pt x="1124260" y="3213524"/>
                </a:lnTo>
                <a:lnTo>
                  <a:pt x="1124260" y="1650244"/>
                </a:lnTo>
                <a:lnTo>
                  <a:pt x="270000" y="1650244"/>
                </a:lnTo>
                <a:lnTo>
                  <a:pt x="0" y="1380244"/>
                </a:lnTo>
                <a:lnTo>
                  <a:pt x="270000" y="1110244"/>
                </a:lnTo>
                <a:lnTo>
                  <a:pt x="1124260" y="1110244"/>
                </a:lnTo>
                <a:lnTo>
                  <a:pt x="1124260" y="952061"/>
                </a:lnTo>
                <a:lnTo>
                  <a:pt x="224931" y="952061"/>
                </a:lnTo>
                <a:lnTo>
                  <a:pt x="224931" y="412061"/>
                </a:lnTo>
                <a:lnTo>
                  <a:pt x="1124260" y="412061"/>
                </a:lnTo>
                <a:lnTo>
                  <a:pt x="1124260" y="180000"/>
                </a:lnTo>
                <a:cubicBezTo>
                  <a:pt x="1124260" y="80589"/>
                  <a:pt x="1204849" y="0"/>
                  <a:pt x="130426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Rectangle 23">
            <a:extLst>
              <a:ext uri="{FF2B5EF4-FFF2-40B4-BE49-F238E27FC236}">
                <a16:creationId xmlns:a16="http://schemas.microsoft.com/office/drawing/2014/main" id="{01207D31-CCAB-4727-ACDE-8F94B9BA02F8}"/>
              </a:ext>
            </a:extLst>
          </p:cNvPr>
          <p:cNvSpPr/>
          <p:nvPr userDrawn="1"/>
        </p:nvSpPr>
        <p:spPr>
          <a:xfrm>
            <a:off x="4242330" y="5739982"/>
            <a:ext cx="678102" cy="398876"/>
          </a:xfrm>
          <a:custGeom>
            <a:avLst/>
            <a:gdLst/>
            <a:ahLst/>
            <a:cxnLst/>
            <a:rect l="l" t="t" r="r" b="b"/>
            <a:pathLst>
              <a:path w="4529836" h="2664566">
                <a:moveTo>
                  <a:pt x="1861969" y="0"/>
                </a:moveTo>
                <a:cubicBezTo>
                  <a:pt x="2177122" y="0"/>
                  <a:pt x="2455874" y="155855"/>
                  <a:pt x="2611443" y="404565"/>
                </a:cubicBezTo>
                <a:cubicBezTo>
                  <a:pt x="2709453" y="315054"/>
                  <a:pt x="2840684" y="266178"/>
                  <a:pt x="2983336" y="266178"/>
                </a:cubicBezTo>
                <a:cubicBezTo>
                  <a:pt x="3293144" y="266178"/>
                  <a:pt x="3549108" y="496718"/>
                  <a:pt x="3578241" y="797044"/>
                </a:cubicBezTo>
                <a:cubicBezTo>
                  <a:pt x="3583592" y="793823"/>
                  <a:pt x="3589010" y="793774"/>
                  <a:pt x="3594440" y="793774"/>
                </a:cubicBezTo>
                <a:cubicBezTo>
                  <a:pt x="4111042" y="793774"/>
                  <a:pt x="4529836" y="1212568"/>
                  <a:pt x="4529836" y="1729170"/>
                </a:cubicBezTo>
                <a:cubicBezTo>
                  <a:pt x="4529836" y="2216938"/>
                  <a:pt x="4156487" y="2617512"/>
                  <a:pt x="3679930" y="2660249"/>
                </a:cubicBezTo>
                <a:lnTo>
                  <a:pt x="3679930" y="2664566"/>
                </a:lnTo>
                <a:lnTo>
                  <a:pt x="3594440" y="2664566"/>
                </a:lnTo>
                <a:lnTo>
                  <a:pt x="1043912" y="2664566"/>
                </a:lnTo>
                <a:lnTo>
                  <a:pt x="1043912" y="2657589"/>
                </a:lnTo>
                <a:cubicBezTo>
                  <a:pt x="1008374" y="2662448"/>
                  <a:pt x="972132" y="2664566"/>
                  <a:pt x="935396" y="2664566"/>
                </a:cubicBezTo>
                <a:cubicBezTo>
                  <a:pt x="418794" y="2664566"/>
                  <a:pt x="0" y="2245772"/>
                  <a:pt x="0" y="1729170"/>
                </a:cubicBezTo>
                <a:cubicBezTo>
                  <a:pt x="0" y="1212568"/>
                  <a:pt x="418794" y="793774"/>
                  <a:pt x="935396" y="793774"/>
                </a:cubicBezTo>
                <a:lnTo>
                  <a:pt x="954395" y="797612"/>
                </a:lnTo>
                <a:cubicBezTo>
                  <a:pt x="1004779" y="344999"/>
                  <a:pt x="1393085" y="0"/>
                  <a:pt x="186196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Oval 31">
            <a:extLst>
              <a:ext uri="{FF2B5EF4-FFF2-40B4-BE49-F238E27FC236}">
                <a16:creationId xmlns:a16="http://schemas.microsoft.com/office/drawing/2014/main" id="{6B56B6DB-D98D-4ECB-81A8-175A2C46A8BF}"/>
              </a:ext>
            </a:extLst>
          </p:cNvPr>
          <p:cNvSpPr/>
          <p:nvPr userDrawn="1"/>
        </p:nvSpPr>
        <p:spPr>
          <a:xfrm>
            <a:off x="8665030" y="5684794"/>
            <a:ext cx="504505" cy="509254"/>
          </a:xfrm>
          <a:custGeom>
            <a:avLst/>
            <a:gdLst/>
            <a:ahLst/>
            <a:cxnLst/>
            <a:rect l="l" t="t" r="r" b="b"/>
            <a:pathLst>
              <a:path w="3187187" h="3217189">
                <a:moveTo>
                  <a:pt x="2136560" y="2669280"/>
                </a:moveTo>
                <a:cubicBezTo>
                  <a:pt x="2154235" y="2662847"/>
                  <a:pt x="2173778" y="2671961"/>
                  <a:pt x="2180211" y="2689635"/>
                </a:cubicBezTo>
                <a:lnTo>
                  <a:pt x="2338628" y="3124881"/>
                </a:lnTo>
                <a:cubicBezTo>
                  <a:pt x="2345061" y="3142556"/>
                  <a:pt x="2335948" y="3162099"/>
                  <a:pt x="2318273" y="3168533"/>
                </a:cubicBezTo>
                <a:lnTo>
                  <a:pt x="2190259" y="3215126"/>
                </a:lnTo>
                <a:cubicBezTo>
                  <a:pt x="2172585" y="3221559"/>
                  <a:pt x="2153041" y="3212445"/>
                  <a:pt x="2146608" y="3194771"/>
                </a:cubicBezTo>
                <a:lnTo>
                  <a:pt x="1988192" y="2759525"/>
                </a:lnTo>
                <a:cubicBezTo>
                  <a:pt x="1981759" y="2741850"/>
                  <a:pt x="1990872" y="2722307"/>
                  <a:pt x="2008547" y="2715873"/>
                </a:cubicBezTo>
                <a:close/>
                <a:moveTo>
                  <a:pt x="1050626" y="2669280"/>
                </a:moveTo>
                <a:lnTo>
                  <a:pt x="1178640" y="2715873"/>
                </a:lnTo>
                <a:cubicBezTo>
                  <a:pt x="1196314" y="2722307"/>
                  <a:pt x="1205428" y="2741850"/>
                  <a:pt x="1198995" y="2759525"/>
                </a:cubicBezTo>
                <a:lnTo>
                  <a:pt x="1040578" y="3194771"/>
                </a:lnTo>
                <a:cubicBezTo>
                  <a:pt x="1034145" y="3212445"/>
                  <a:pt x="1014601" y="3221559"/>
                  <a:pt x="996927" y="3215126"/>
                </a:cubicBezTo>
                <a:lnTo>
                  <a:pt x="868913" y="3168533"/>
                </a:lnTo>
                <a:cubicBezTo>
                  <a:pt x="851239" y="3162099"/>
                  <a:pt x="842125" y="3142556"/>
                  <a:pt x="848558" y="3124881"/>
                </a:cubicBezTo>
                <a:lnTo>
                  <a:pt x="1006975" y="2689635"/>
                </a:lnTo>
                <a:cubicBezTo>
                  <a:pt x="1013408" y="2671961"/>
                  <a:pt x="1032952" y="2662847"/>
                  <a:pt x="1050626" y="2669280"/>
                </a:cubicBezTo>
                <a:close/>
                <a:moveTo>
                  <a:pt x="2647909" y="2029882"/>
                </a:moveTo>
                <a:cubicBezTo>
                  <a:pt x="2656328" y="2027626"/>
                  <a:pt x="2665608" y="2028582"/>
                  <a:pt x="2673752" y="2033284"/>
                </a:cubicBezTo>
                <a:lnTo>
                  <a:pt x="3074877" y="2264874"/>
                </a:lnTo>
                <a:cubicBezTo>
                  <a:pt x="3091166" y="2274278"/>
                  <a:pt x="3096747" y="2295107"/>
                  <a:pt x="3087343" y="2311396"/>
                </a:cubicBezTo>
                <a:lnTo>
                  <a:pt x="3019228" y="2429374"/>
                </a:lnTo>
                <a:cubicBezTo>
                  <a:pt x="3009824" y="2445663"/>
                  <a:pt x="2988995" y="2451244"/>
                  <a:pt x="2972706" y="2441840"/>
                </a:cubicBezTo>
                <a:lnTo>
                  <a:pt x="2571581" y="2210250"/>
                </a:lnTo>
                <a:cubicBezTo>
                  <a:pt x="2555292" y="2200846"/>
                  <a:pt x="2549710" y="2180017"/>
                  <a:pt x="2559115" y="2163728"/>
                </a:cubicBezTo>
                <a:lnTo>
                  <a:pt x="2627229" y="2045750"/>
                </a:lnTo>
                <a:cubicBezTo>
                  <a:pt x="2631932" y="2037605"/>
                  <a:pt x="2639490" y="2032138"/>
                  <a:pt x="2647909" y="2029882"/>
                </a:cubicBezTo>
                <a:close/>
                <a:moveTo>
                  <a:pt x="539277" y="2029882"/>
                </a:moveTo>
                <a:cubicBezTo>
                  <a:pt x="547696" y="2032138"/>
                  <a:pt x="555255" y="2037605"/>
                  <a:pt x="559957" y="2045750"/>
                </a:cubicBezTo>
                <a:lnTo>
                  <a:pt x="628071" y="2163728"/>
                </a:lnTo>
                <a:cubicBezTo>
                  <a:pt x="637476" y="2180017"/>
                  <a:pt x="631895" y="2200846"/>
                  <a:pt x="615606" y="2210250"/>
                </a:cubicBezTo>
                <a:lnTo>
                  <a:pt x="214481" y="2441840"/>
                </a:lnTo>
                <a:cubicBezTo>
                  <a:pt x="198192" y="2451244"/>
                  <a:pt x="177363" y="2445663"/>
                  <a:pt x="167958" y="2429374"/>
                </a:cubicBezTo>
                <a:lnTo>
                  <a:pt x="99844" y="2311396"/>
                </a:lnTo>
                <a:cubicBezTo>
                  <a:pt x="90439" y="2295107"/>
                  <a:pt x="96020" y="2274278"/>
                  <a:pt x="112309" y="2264874"/>
                </a:cubicBezTo>
                <a:lnTo>
                  <a:pt x="513434" y="2033284"/>
                </a:lnTo>
                <a:cubicBezTo>
                  <a:pt x="521579" y="2028582"/>
                  <a:pt x="530858" y="2027626"/>
                  <a:pt x="539277" y="2029882"/>
                </a:cubicBezTo>
                <a:close/>
                <a:moveTo>
                  <a:pt x="3094879" y="918289"/>
                </a:moveTo>
                <a:cubicBezTo>
                  <a:pt x="3112554" y="911856"/>
                  <a:pt x="3132097" y="920969"/>
                  <a:pt x="3138531" y="938644"/>
                </a:cubicBezTo>
                <a:lnTo>
                  <a:pt x="3185124" y="1066657"/>
                </a:lnTo>
                <a:cubicBezTo>
                  <a:pt x="3191557" y="1084332"/>
                  <a:pt x="3182443" y="1103875"/>
                  <a:pt x="3164769" y="1110308"/>
                </a:cubicBezTo>
                <a:lnTo>
                  <a:pt x="2729523" y="1268725"/>
                </a:lnTo>
                <a:cubicBezTo>
                  <a:pt x="2711848" y="1275158"/>
                  <a:pt x="2692304" y="1266045"/>
                  <a:pt x="2685871" y="1248370"/>
                </a:cubicBezTo>
                <a:lnTo>
                  <a:pt x="2639278" y="1120357"/>
                </a:lnTo>
                <a:cubicBezTo>
                  <a:pt x="2632845" y="1102682"/>
                  <a:pt x="2641959" y="1083138"/>
                  <a:pt x="2659633" y="1076705"/>
                </a:cubicBezTo>
                <a:close/>
                <a:moveTo>
                  <a:pt x="92307" y="918289"/>
                </a:moveTo>
                <a:lnTo>
                  <a:pt x="527553" y="1076705"/>
                </a:lnTo>
                <a:cubicBezTo>
                  <a:pt x="545228" y="1083138"/>
                  <a:pt x="554341" y="1102682"/>
                  <a:pt x="547908" y="1120357"/>
                </a:cubicBezTo>
                <a:lnTo>
                  <a:pt x="501315" y="1248370"/>
                </a:lnTo>
                <a:cubicBezTo>
                  <a:pt x="494882" y="1266045"/>
                  <a:pt x="475338" y="1275158"/>
                  <a:pt x="457664" y="1268725"/>
                </a:cubicBezTo>
                <a:lnTo>
                  <a:pt x="22418" y="1110308"/>
                </a:lnTo>
                <a:cubicBezTo>
                  <a:pt x="4743" y="1103875"/>
                  <a:pt x="-4370" y="1084332"/>
                  <a:pt x="2063" y="1066657"/>
                </a:cubicBezTo>
                <a:lnTo>
                  <a:pt x="48656" y="938644"/>
                </a:lnTo>
                <a:cubicBezTo>
                  <a:pt x="55089" y="920969"/>
                  <a:pt x="74633" y="911856"/>
                  <a:pt x="92307" y="918289"/>
                </a:cubicBezTo>
                <a:close/>
                <a:moveTo>
                  <a:pt x="1593593" y="658644"/>
                </a:moveTo>
                <a:cubicBezTo>
                  <a:pt x="2116495" y="658644"/>
                  <a:pt x="2540391" y="1082540"/>
                  <a:pt x="2540391" y="1605442"/>
                </a:cubicBezTo>
                <a:cubicBezTo>
                  <a:pt x="2540391" y="2128344"/>
                  <a:pt x="2116495" y="2552240"/>
                  <a:pt x="1593593" y="2552240"/>
                </a:cubicBezTo>
                <a:cubicBezTo>
                  <a:pt x="1070691" y="2552240"/>
                  <a:pt x="646795" y="2128344"/>
                  <a:pt x="646795" y="1605442"/>
                </a:cubicBezTo>
                <a:cubicBezTo>
                  <a:pt x="646795" y="1082540"/>
                  <a:pt x="1070691" y="658644"/>
                  <a:pt x="1593593" y="658644"/>
                </a:cubicBezTo>
                <a:close/>
                <a:moveTo>
                  <a:pt x="2246117" y="1165"/>
                </a:moveTo>
                <a:cubicBezTo>
                  <a:pt x="2254536" y="-1090"/>
                  <a:pt x="2263815" y="-135"/>
                  <a:pt x="2271960" y="4568"/>
                </a:cubicBezTo>
                <a:lnTo>
                  <a:pt x="2389938" y="72682"/>
                </a:lnTo>
                <a:cubicBezTo>
                  <a:pt x="2406227" y="82087"/>
                  <a:pt x="2411808" y="102916"/>
                  <a:pt x="2402403" y="119205"/>
                </a:cubicBezTo>
                <a:lnTo>
                  <a:pt x="2170814" y="520330"/>
                </a:lnTo>
                <a:cubicBezTo>
                  <a:pt x="2161409" y="536619"/>
                  <a:pt x="2140580" y="542200"/>
                  <a:pt x="2124291" y="532795"/>
                </a:cubicBezTo>
                <a:lnTo>
                  <a:pt x="2006313" y="464681"/>
                </a:lnTo>
                <a:cubicBezTo>
                  <a:pt x="1990024" y="455276"/>
                  <a:pt x="1984443" y="434447"/>
                  <a:pt x="1993848" y="418158"/>
                </a:cubicBezTo>
                <a:lnTo>
                  <a:pt x="2225437" y="17033"/>
                </a:lnTo>
                <a:cubicBezTo>
                  <a:pt x="2230139" y="8889"/>
                  <a:pt x="2237698" y="3421"/>
                  <a:pt x="2246117" y="1165"/>
                </a:cubicBezTo>
                <a:close/>
                <a:moveTo>
                  <a:pt x="941069" y="1165"/>
                </a:moveTo>
                <a:cubicBezTo>
                  <a:pt x="949488" y="3421"/>
                  <a:pt x="957047" y="8889"/>
                  <a:pt x="961749" y="17033"/>
                </a:cubicBezTo>
                <a:lnTo>
                  <a:pt x="1193338" y="418158"/>
                </a:lnTo>
                <a:cubicBezTo>
                  <a:pt x="1202743" y="434447"/>
                  <a:pt x="1197162" y="455276"/>
                  <a:pt x="1180873" y="464681"/>
                </a:cubicBezTo>
                <a:lnTo>
                  <a:pt x="1062895" y="532795"/>
                </a:lnTo>
                <a:cubicBezTo>
                  <a:pt x="1046606" y="542200"/>
                  <a:pt x="1025777" y="536619"/>
                  <a:pt x="1016372" y="520330"/>
                </a:cubicBezTo>
                <a:lnTo>
                  <a:pt x="784783" y="119205"/>
                </a:lnTo>
                <a:cubicBezTo>
                  <a:pt x="775378" y="102916"/>
                  <a:pt x="780959" y="82087"/>
                  <a:pt x="797248" y="72682"/>
                </a:cubicBezTo>
                <a:lnTo>
                  <a:pt x="915226" y="4568"/>
                </a:lnTo>
                <a:cubicBezTo>
                  <a:pt x="923371" y="-135"/>
                  <a:pt x="932650" y="-1090"/>
                  <a:pt x="941069" y="116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0" name="Rectangle 23">
            <a:extLst>
              <a:ext uri="{FF2B5EF4-FFF2-40B4-BE49-F238E27FC236}">
                <a16:creationId xmlns:a16="http://schemas.microsoft.com/office/drawing/2014/main" id="{9E52E1C7-883C-47E0-9579-47ECD7DFF2D9}"/>
              </a:ext>
            </a:extLst>
          </p:cNvPr>
          <p:cNvSpPr/>
          <p:nvPr userDrawn="1"/>
        </p:nvSpPr>
        <p:spPr>
          <a:xfrm>
            <a:off x="5963174" y="5716474"/>
            <a:ext cx="691882" cy="445892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1" name="Oval 31">
            <a:extLst>
              <a:ext uri="{FF2B5EF4-FFF2-40B4-BE49-F238E27FC236}">
                <a16:creationId xmlns:a16="http://schemas.microsoft.com/office/drawing/2014/main" id="{12713F61-1505-444E-A0F4-8998359F049F}"/>
              </a:ext>
            </a:extLst>
          </p:cNvPr>
          <p:cNvSpPr/>
          <p:nvPr userDrawn="1"/>
        </p:nvSpPr>
        <p:spPr>
          <a:xfrm>
            <a:off x="6939606" y="5653380"/>
            <a:ext cx="579873" cy="572083"/>
          </a:xfrm>
          <a:custGeom>
            <a:avLst/>
            <a:gdLst/>
            <a:ahLst/>
            <a:cxnLst/>
            <a:rect l="l" t="t" r="r" b="b"/>
            <a:pathLst>
              <a:path w="3240076" h="3196551">
                <a:moveTo>
                  <a:pt x="2810300" y="1617710"/>
                </a:moveTo>
                <a:cubicBezTo>
                  <a:pt x="2817009" y="1615912"/>
                  <a:pt x="2824405" y="1616674"/>
                  <a:pt x="2830895" y="1620421"/>
                </a:cubicBezTo>
                <a:lnTo>
                  <a:pt x="3150571" y="1804986"/>
                </a:lnTo>
                <a:cubicBezTo>
                  <a:pt x="3163552" y="1812480"/>
                  <a:pt x="3168000" y="1829080"/>
                  <a:pt x="3160506" y="1842062"/>
                </a:cubicBezTo>
                <a:lnTo>
                  <a:pt x="3106222" y="1936084"/>
                </a:lnTo>
                <a:cubicBezTo>
                  <a:pt x="3098727" y="1949065"/>
                  <a:pt x="3082128" y="1953513"/>
                  <a:pt x="3069146" y="1946019"/>
                </a:cubicBezTo>
                <a:lnTo>
                  <a:pt x="2749470" y="1761453"/>
                </a:lnTo>
                <a:cubicBezTo>
                  <a:pt x="2736489" y="1753959"/>
                  <a:pt x="2732040" y="1737359"/>
                  <a:pt x="2739536" y="1724378"/>
                </a:cubicBezTo>
                <a:lnTo>
                  <a:pt x="2793819" y="1630356"/>
                </a:lnTo>
                <a:cubicBezTo>
                  <a:pt x="2797567" y="1623864"/>
                  <a:pt x="2803590" y="1619508"/>
                  <a:pt x="2810300" y="1617710"/>
                </a:cubicBezTo>
                <a:close/>
                <a:moveTo>
                  <a:pt x="1308278" y="1324343"/>
                </a:moveTo>
                <a:cubicBezTo>
                  <a:pt x="1529714" y="1324343"/>
                  <a:pt x="1725574" y="1433852"/>
                  <a:pt x="1834882" y="1608603"/>
                </a:cubicBezTo>
                <a:cubicBezTo>
                  <a:pt x="1903747" y="1545710"/>
                  <a:pt x="1995954" y="1511368"/>
                  <a:pt x="2096186" y="1511368"/>
                </a:cubicBezTo>
                <a:cubicBezTo>
                  <a:pt x="2313867" y="1511368"/>
                  <a:pt x="2493715" y="1673353"/>
                  <a:pt x="2514185" y="1884371"/>
                </a:cubicBezTo>
                <a:cubicBezTo>
                  <a:pt x="2517944" y="1882108"/>
                  <a:pt x="2521751" y="1882074"/>
                  <a:pt x="2525567" y="1882074"/>
                </a:cubicBezTo>
                <a:cubicBezTo>
                  <a:pt x="2888547" y="1882074"/>
                  <a:pt x="3182805" y="2176332"/>
                  <a:pt x="3182805" y="2539312"/>
                </a:cubicBezTo>
                <a:cubicBezTo>
                  <a:pt x="3182805" y="2882034"/>
                  <a:pt x="2920478" y="3163490"/>
                  <a:pt x="2585635" y="3193518"/>
                </a:cubicBezTo>
                <a:lnTo>
                  <a:pt x="2585635" y="3196551"/>
                </a:lnTo>
                <a:lnTo>
                  <a:pt x="2525567" y="3196551"/>
                </a:lnTo>
                <a:lnTo>
                  <a:pt x="733485" y="3196551"/>
                </a:lnTo>
                <a:lnTo>
                  <a:pt x="733485" y="3191649"/>
                </a:lnTo>
                <a:cubicBezTo>
                  <a:pt x="708515" y="3195063"/>
                  <a:pt x="683050" y="3196551"/>
                  <a:pt x="657239" y="3196551"/>
                </a:cubicBezTo>
                <a:cubicBezTo>
                  <a:pt x="294258" y="3196551"/>
                  <a:pt x="0" y="2902293"/>
                  <a:pt x="0" y="2539312"/>
                </a:cubicBezTo>
                <a:cubicBezTo>
                  <a:pt x="0" y="2176332"/>
                  <a:pt x="294258" y="1882074"/>
                  <a:pt x="657239" y="1882074"/>
                </a:cubicBezTo>
                <a:lnTo>
                  <a:pt x="670588" y="1884770"/>
                </a:lnTo>
                <a:cubicBezTo>
                  <a:pt x="705989" y="1566750"/>
                  <a:pt x="978825" y="1324343"/>
                  <a:pt x="1308278" y="1324343"/>
                </a:cubicBezTo>
                <a:close/>
                <a:moveTo>
                  <a:pt x="3166512" y="731828"/>
                </a:moveTo>
                <a:cubicBezTo>
                  <a:pt x="3180598" y="726701"/>
                  <a:pt x="3196172" y="733964"/>
                  <a:pt x="3201300" y="748050"/>
                </a:cubicBezTo>
                <a:lnTo>
                  <a:pt x="3238432" y="850070"/>
                </a:lnTo>
                <a:cubicBezTo>
                  <a:pt x="3243559" y="864156"/>
                  <a:pt x="3236295" y="879731"/>
                  <a:pt x="3222210" y="884857"/>
                </a:cubicBezTo>
                <a:lnTo>
                  <a:pt x="2875342" y="1011107"/>
                </a:lnTo>
                <a:cubicBezTo>
                  <a:pt x="2861256" y="1016234"/>
                  <a:pt x="2845680" y="1008972"/>
                  <a:pt x="2840554" y="994886"/>
                </a:cubicBezTo>
                <a:lnTo>
                  <a:pt x="2803421" y="892866"/>
                </a:lnTo>
                <a:cubicBezTo>
                  <a:pt x="2798295" y="878780"/>
                  <a:pt x="2805558" y="863204"/>
                  <a:pt x="2819643" y="858077"/>
                </a:cubicBezTo>
                <a:close/>
                <a:moveTo>
                  <a:pt x="773619" y="731828"/>
                </a:moveTo>
                <a:lnTo>
                  <a:pt x="1120487" y="858077"/>
                </a:lnTo>
                <a:cubicBezTo>
                  <a:pt x="1134573" y="863204"/>
                  <a:pt x="1141836" y="878780"/>
                  <a:pt x="1136709" y="892866"/>
                </a:cubicBezTo>
                <a:lnTo>
                  <a:pt x="1099577" y="994886"/>
                </a:lnTo>
                <a:cubicBezTo>
                  <a:pt x="1094450" y="1008972"/>
                  <a:pt x="1078875" y="1016234"/>
                  <a:pt x="1064789" y="1011107"/>
                </a:cubicBezTo>
                <a:lnTo>
                  <a:pt x="717921" y="884857"/>
                </a:lnTo>
                <a:cubicBezTo>
                  <a:pt x="703835" y="879731"/>
                  <a:pt x="696572" y="864156"/>
                  <a:pt x="701699" y="850070"/>
                </a:cubicBezTo>
                <a:lnTo>
                  <a:pt x="738831" y="748050"/>
                </a:lnTo>
                <a:cubicBezTo>
                  <a:pt x="743958" y="733964"/>
                  <a:pt x="759534" y="726701"/>
                  <a:pt x="773619" y="731828"/>
                </a:cubicBezTo>
                <a:close/>
                <a:moveTo>
                  <a:pt x="1970065" y="524905"/>
                </a:moveTo>
                <a:cubicBezTo>
                  <a:pt x="2386791" y="524905"/>
                  <a:pt x="2724614" y="862728"/>
                  <a:pt x="2724614" y="1279453"/>
                </a:cubicBezTo>
                <a:cubicBezTo>
                  <a:pt x="2724614" y="1453368"/>
                  <a:pt x="2665775" y="1613540"/>
                  <a:pt x="2564463" y="1739247"/>
                </a:cubicBezTo>
                <a:cubicBezTo>
                  <a:pt x="2529951" y="1545877"/>
                  <a:pt x="2358485" y="1402176"/>
                  <a:pt x="2153457" y="1402176"/>
                </a:cubicBezTo>
                <a:cubicBezTo>
                  <a:pt x="2053225" y="1402176"/>
                  <a:pt x="1961018" y="1436518"/>
                  <a:pt x="1892153" y="1499411"/>
                </a:cubicBezTo>
                <a:cubicBezTo>
                  <a:pt x="1782845" y="1324660"/>
                  <a:pt x="1586985" y="1215151"/>
                  <a:pt x="1365549" y="1215151"/>
                </a:cubicBezTo>
                <a:cubicBezTo>
                  <a:pt x="1314582" y="1215151"/>
                  <a:pt x="1264970" y="1220953"/>
                  <a:pt x="1217820" y="1233835"/>
                </a:cubicBezTo>
                <a:cubicBezTo>
                  <a:pt x="1240489" y="838320"/>
                  <a:pt x="1568676" y="524905"/>
                  <a:pt x="1970065" y="524905"/>
                </a:cubicBezTo>
                <a:close/>
                <a:moveTo>
                  <a:pt x="2490093" y="928"/>
                </a:moveTo>
                <a:cubicBezTo>
                  <a:pt x="2496802" y="-869"/>
                  <a:pt x="2504197" y="-108"/>
                  <a:pt x="2510688" y="3640"/>
                </a:cubicBezTo>
                <a:lnTo>
                  <a:pt x="2604711" y="57924"/>
                </a:lnTo>
                <a:cubicBezTo>
                  <a:pt x="2617692" y="65419"/>
                  <a:pt x="2622140" y="82019"/>
                  <a:pt x="2614644" y="95000"/>
                </a:cubicBezTo>
                <a:lnTo>
                  <a:pt x="2430080" y="414676"/>
                </a:lnTo>
                <a:cubicBezTo>
                  <a:pt x="2422585" y="427657"/>
                  <a:pt x="2405985" y="432105"/>
                  <a:pt x="2393004" y="424610"/>
                </a:cubicBezTo>
                <a:lnTo>
                  <a:pt x="2298982" y="370326"/>
                </a:lnTo>
                <a:cubicBezTo>
                  <a:pt x="2286000" y="362831"/>
                  <a:pt x="2281552" y="346232"/>
                  <a:pt x="2289048" y="333250"/>
                </a:cubicBezTo>
                <a:lnTo>
                  <a:pt x="2473612" y="13574"/>
                </a:lnTo>
                <a:cubicBezTo>
                  <a:pt x="2477359" y="7084"/>
                  <a:pt x="2483383" y="2726"/>
                  <a:pt x="2490093" y="928"/>
                </a:cubicBezTo>
                <a:close/>
                <a:moveTo>
                  <a:pt x="1450038" y="928"/>
                </a:moveTo>
                <a:cubicBezTo>
                  <a:pt x="1456747" y="2726"/>
                  <a:pt x="1462771" y="7084"/>
                  <a:pt x="1466519" y="13574"/>
                </a:cubicBezTo>
                <a:lnTo>
                  <a:pt x="1651083" y="333250"/>
                </a:lnTo>
                <a:cubicBezTo>
                  <a:pt x="1658578" y="346232"/>
                  <a:pt x="1654131" y="362831"/>
                  <a:pt x="1641149" y="370326"/>
                </a:cubicBezTo>
                <a:lnTo>
                  <a:pt x="1547127" y="424610"/>
                </a:lnTo>
                <a:cubicBezTo>
                  <a:pt x="1534145" y="432105"/>
                  <a:pt x="1517546" y="427657"/>
                  <a:pt x="1510050" y="414676"/>
                </a:cubicBezTo>
                <a:lnTo>
                  <a:pt x="1325486" y="95000"/>
                </a:lnTo>
                <a:cubicBezTo>
                  <a:pt x="1317991" y="82019"/>
                  <a:pt x="1322439" y="65419"/>
                  <a:pt x="1335420" y="57924"/>
                </a:cubicBezTo>
                <a:lnTo>
                  <a:pt x="1429442" y="3640"/>
                </a:lnTo>
                <a:cubicBezTo>
                  <a:pt x="1435933" y="-108"/>
                  <a:pt x="1443328" y="-869"/>
                  <a:pt x="1450038" y="928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2" name="Teardrop 17">
            <a:extLst>
              <a:ext uri="{FF2B5EF4-FFF2-40B4-BE49-F238E27FC236}">
                <a16:creationId xmlns:a16="http://schemas.microsoft.com/office/drawing/2014/main" id="{836EA788-3C4A-4D25-91B3-B5DAA7810744}"/>
              </a:ext>
            </a:extLst>
          </p:cNvPr>
          <p:cNvSpPr/>
          <p:nvPr userDrawn="1"/>
        </p:nvSpPr>
        <p:spPr>
          <a:xfrm rot="18900000">
            <a:off x="5204982" y="5698880"/>
            <a:ext cx="473640" cy="481082"/>
          </a:xfrm>
          <a:custGeom>
            <a:avLst/>
            <a:gdLst/>
            <a:ahLst/>
            <a:cxnLst/>
            <a:rect l="l" t="t" r="r" b="b"/>
            <a:pathLst>
              <a:path w="2646489" h="2688071">
                <a:moveTo>
                  <a:pt x="306023" y="2382048"/>
                </a:moveTo>
                <a:cubicBezTo>
                  <a:pt x="271732" y="2441625"/>
                  <a:pt x="254586" y="2501201"/>
                  <a:pt x="254586" y="2560778"/>
                </a:cubicBezTo>
                <a:cubicBezTo>
                  <a:pt x="254586" y="2631080"/>
                  <a:pt x="197595" y="2688071"/>
                  <a:pt x="127293" y="2688071"/>
                </a:cubicBezTo>
                <a:cubicBezTo>
                  <a:pt x="56991" y="2688071"/>
                  <a:pt x="0" y="2631081"/>
                  <a:pt x="0" y="2560778"/>
                </a:cubicBezTo>
                <a:cubicBezTo>
                  <a:pt x="0" y="2490477"/>
                  <a:pt x="56991" y="2433485"/>
                  <a:pt x="127293" y="2433485"/>
                </a:cubicBezTo>
                <a:cubicBezTo>
                  <a:pt x="186870" y="2433486"/>
                  <a:pt x="246446" y="2416340"/>
                  <a:pt x="306023" y="2382048"/>
                </a:cubicBezTo>
                <a:close/>
                <a:moveTo>
                  <a:pt x="812224" y="2334103"/>
                </a:moveTo>
                <a:cubicBezTo>
                  <a:pt x="777933" y="2393681"/>
                  <a:pt x="760787" y="2453256"/>
                  <a:pt x="760787" y="2512834"/>
                </a:cubicBezTo>
                <a:cubicBezTo>
                  <a:pt x="760787" y="2583136"/>
                  <a:pt x="703796" y="2640127"/>
                  <a:pt x="633494" y="2640127"/>
                </a:cubicBezTo>
                <a:cubicBezTo>
                  <a:pt x="563192" y="2640127"/>
                  <a:pt x="506201" y="2583136"/>
                  <a:pt x="506201" y="2512834"/>
                </a:cubicBezTo>
                <a:cubicBezTo>
                  <a:pt x="506201" y="2442532"/>
                  <a:pt x="563192" y="2385541"/>
                  <a:pt x="633494" y="2385541"/>
                </a:cubicBezTo>
                <a:cubicBezTo>
                  <a:pt x="693071" y="2385540"/>
                  <a:pt x="752647" y="2368395"/>
                  <a:pt x="812224" y="2334103"/>
                </a:cubicBezTo>
                <a:close/>
                <a:moveTo>
                  <a:pt x="353968" y="1875848"/>
                </a:moveTo>
                <a:cubicBezTo>
                  <a:pt x="319677" y="1935424"/>
                  <a:pt x="302531" y="1995001"/>
                  <a:pt x="302530" y="2054578"/>
                </a:cubicBezTo>
                <a:cubicBezTo>
                  <a:pt x="302530" y="2124880"/>
                  <a:pt x="245539" y="2181871"/>
                  <a:pt x="175237" y="2181871"/>
                </a:cubicBezTo>
                <a:cubicBezTo>
                  <a:pt x="104935" y="2181871"/>
                  <a:pt x="47945" y="2124880"/>
                  <a:pt x="47944" y="2054578"/>
                </a:cubicBezTo>
                <a:cubicBezTo>
                  <a:pt x="47944" y="1984276"/>
                  <a:pt x="104935" y="1927285"/>
                  <a:pt x="175237" y="1927285"/>
                </a:cubicBezTo>
                <a:cubicBezTo>
                  <a:pt x="234815" y="1927285"/>
                  <a:pt x="294391" y="1910139"/>
                  <a:pt x="353968" y="1875848"/>
                </a:cubicBezTo>
                <a:close/>
                <a:moveTo>
                  <a:pt x="401912" y="1369646"/>
                </a:moveTo>
                <a:cubicBezTo>
                  <a:pt x="367621" y="1429223"/>
                  <a:pt x="350475" y="1488799"/>
                  <a:pt x="350475" y="1548377"/>
                </a:cubicBezTo>
                <a:cubicBezTo>
                  <a:pt x="350475" y="1618679"/>
                  <a:pt x="293484" y="1675670"/>
                  <a:pt x="223182" y="1675670"/>
                </a:cubicBezTo>
                <a:cubicBezTo>
                  <a:pt x="152880" y="1675670"/>
                  <a:pt x="95889" y="1618679"/>
                  <a:pt x="95889" y="1548377"/>
                </a:cubicBezTo>
                <a:cubicBezTo>
                  <a:pt x="95889" y="1478075"/>
                  <a:pt x="152880" y="1421084"/>
                  <a:pt x="223182" y="1421084"/>
                </a:cubicBezTo>
                <a:cubicBezTo>
                  <a:pt x="282759" y="1421084"/>
                  <a:pt x="342335" y="1403938"/>
                  <a:pt x="401912" y="1369646"/>
                </a:cubicBezTo>
                <a:close/>
                <a:moveTo>
                  <a:pt x="1318425" y="2286158"/>
                </a:moveTo>
                <a:cubicBezTo>
                  <a:pt x="1284134" y="2345735"/>
                  <a:pt x="1266988" y="2405312"/>
                  <a:pt x="1266987" y="2464888"/>
                </a:cubicBezTo>
                <a:cubicBezTo>
                  <a:pt x="1266987" y="2535190"/>
                  <a:pt x="1209996" y="2592182"/>
                  <a:pt x="1139694" y="2592182"/>
                </a:cubicBezTo>
                <a:cubicBezTo>
                  <a:pt x="1069392" y="2592182"/>
                  <a:pt x="1012402" y="2535191"/>
                  <a:pt x="1012401" y="2464888"/>
                </a:cubicBezTo>
                <a:cubicBezTo>
                  <a:pt x="1012401" y="2394586"/>
                  <a:pt x="1069392" y="2337595"/>
                  <a:pt x="1139694" y="2337595"/>
                </a:cubicBezTo>
                <a:cubicBezTo>
                  <a:pt x="1199271" y="2337596"/>
                  <a:pt x="1258848" y="2320449"/>
                  <a:pt x="1318425" y="2286158"/>
                </a:cubicBezTo>
                <a:close/>
                <a:moveTo>
                  <a:pt x="860169" y="1827902"/>
                </a:moveTo>
                <a:cubicBezTo>
                  <a:pt x="825878" y="1887479"/>
                  <a:pt x="808731" y="1947056"/>
                  <a:pt x="808731" y="2006633"/>
                </a:cubicBezTo>
                <a:cubicBezTo>
                  <a:pt x="808731" y="2076935"/>
                  <a:pt x="751740" y="2133926"/>
                  <a:pt x="681438" y="2133926"/>
                </a:cubicBezTo>
                <a:cubicBezTo>
                  <a:pt x="611136" y="2133926"/>
                  <a:pt x="554146" y="2076935"/>
                  <a:pt x="554145" y="2006633"/>
                </a:cubicBezTo>
                <a:cubicBezTo>
                  <a:pt x="554145" y="1936331"/>
                  <a:pt x="611136" y="1879340"/>
                  <a:pt x="681438" y="1879340"/>
                </a:cubicBezTo>
                <a:cubicBezTo>
                  <a:pt x="741015" y="1879340"/>
                  <a:pt x="800591" y="1862193"/>
                  <a:pt x="860169" y="1827902"/>
                </a:cubicBezTo>
                <a:close/>
                <a:moveTo>
                  <a:pt x="2096803" y="190871"/>
                </a:moveTo>
                <a:cubicBezTo>
                  <a:pt x="2253382" y="347450"/>
                  <a:pt x="2314442" y="563378"/>
                  <a:pt x="2268166" y="764238"/>
                </a:cubicBezTo>
                <a:cubicBezTo>
                  <a:pt x="2361334" y="768461"/>
                  <a:pt x="2450817" y="809378"/>
                  <a:pt x="2521691" y="880252"/>
                </a:cubicBezTo>
                <a:cubicBezTo>
                  <a:pt x="2675615" y="1034176"/>
                  <a:pt x="2688247" y="1275888"/>
                  <a:pt x="2553508" y="1439575"/>
                </a:cubicBezTo>
                <a:cubicBezTo>
                  <a:pt x="2557767" y="1440633"/>
                  <a:pt x="2560483" y="1443301"/>
                  <a:pt x="2563181" y="1445999"/>
                </a:cubicBezTo>
                <a:cubicBezTo>
                  <a:pt x="2819847" y="1702665"/>
                  <a:pt x="2819847" y="2118808"/>
                  <a:pt x="2563181" y="2375474"/>
                </a:cubicBezTo>
                <a:cubicBezTo>
                  <a:pt x="2320841" y="2617815"/>
                  <a:pt x="1936328" y="2631341"/>
                  <a:pt x="1678325" y="2415804"/>
                </a:cubicBezTo>
                <a:lnTo>
                  <a:pt x="1676180" y="2417949"/>
                </a:lnTo>
                <a:lnTo>
                  <a:pt x="1633705" y="2375475"/>
                </a:lnTo>
                <a:lnTo>
                  <a:pt x="366513" y="1108282"/>
                </a:lnTo>
                <a:lnTo>
                  <a:pt x="369979" y="1104815"/>
                </a:lnTo>
                <a:cubicBezTo>
                  <a:pt x="349908" y="1089573"/>
                  <a:pt x="330850" y="1072619"/>
                  <a:pt x="312598" y="1054367"/>
                </a:cubicBezTo>
                <a:cubicBezTo>
                  <a:pt x="55932" y="797701"/>
                  <a:pt x="55932" y="381558"/>
                  <a:pt x="312598" y="124891"/>
                </a:cubicBezTo>
                <a:cubicBezTo>
                  <a:pt x="569264" y="-131775"/>
                  <a:pt x="985408" y="-131775"/>
                  <a:pt x="1242074" y="124891"/>
                </a:cubicBezTo>
                <a:lnTo>
                  <a:pt x="1249606" y="136238"/>
                </a:lnTo>
                <a:cubicBezTo>
                  <a:pt x="1499513" y="-63604"/>
                  <a:pt x="1863845" y="-42087"/>
                  <a:pt x="2096803" y="19087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3" name="Rectangle 23">
            <a:extLst>
              <a:ext uri="{FF2B5EF4-FFF2-40B4-BE49-F238E27FC236}">
                <a16:creationId xmlns:a16="http://schemas.microsoft.com/office/drawing/2014/main" id="{091CABD7-0394-4D40-A3C6-AB96417218D4}"/>
              </a:ext>
            </a:extLst>
          </p:cNvPr>
          <p:cNvSpPr/>
          <p:nvPr userDrawn="1"/>
        </p:nvSpPr>
        <p:spPr>
          <a:xfrm>
            <a:off x="7804030" y="5649492"/>
            <a:ext cx="576449" cy="579858"/>
          </a:xfrm>
          <a:custGeom>
            <a:avLst/>
            <a:gdLst/>
            <a:ahLst/>
            <a:cxnLst/>
            <a:rect l="l" t="t" r="r" b="b"/>
            <a:pathLst>
              <a:path w="3220951" h="3240001">
                <a:moveTo>
                  <a:pt x="1308278" y="1367793"/>
                </a:moveTo>
                <a:cubicBezTo>
                  <a:pt x="1529714" y="1367793"/>
                  <a:pt x="1725574" y="1477302"/>
                  <a:pt x="1834882" y="1652053"/>
                </a:cubicBezTo>
                <a:cubicBezTo>
                  <a:pt x="1903747" y="1589160"/>
                  <a:pt x="1995954" y="1554818"/>
                  <a:pt x="2096186" y="1554818"/>
                </a:cubicBezTo>
                <a:cubicBezTo>
                  <a:pt x="2313867" y="1554818"/>
                  <a:pt x="2493715" y="1716803"/>
                  <a:pt x="2514185" y="1927821"/>
                </a:cubicBezTo>
                <a:cubicBezTo>
                  <a:pt x="2517944" y="1925558"/>
                  <a:pt x="2521751" y="1925524"/>
                  <a:pt x="2525567" y="1925524"/>
                </a:cubicBezTo>
                <a:cubicBezTo>
                  <a:pt x="2888547" y="1925524"/>
                  <a:pt x="3182805" y="2219782"/>
                  <a:pt x="3182805" y="2582762"/>
                </a:cubicBezTo>
                <a:cubicBezTo>
                  <a:pt x="3182805" y="2925484"/>
                  <a:pt x="2920478" y="3206940"/>
                  <a:pt x="2585635" y="3236968"/>
                </a:cubicBezTo>
                <a:lnTo>
                  <a:pt x="2585635" y="3240001"/>
                </a:lnTo>
                <a:lnTo>
                  <a:pt x="2525567" y="3240001"/>
                </a:lnTo>
                <a:lnTo>
                  <a:pt x="733485" y="3240001"/>
                </a:lnTo>
                <a:lnTo>
                  <a:pt x="733485" y="3235099"/>
                </a:lnTo>
                <a:cubicBezTo>
                  <a:pt x="708515" y="3238513"/>
                  <a:pt x="683051" y="3240001"/>
                  <a:pt x="657239" y="3240001"/>
                </a:cubicBezTo>
                <a:cubicBezTo>
                  <a:pt x="294258" y="3240001"/>
                  <a:pt x="0" y="2945743"/>
                  <a:pt x="0" y="2582762"/>
                </a:cubicBezTo>
                <a:cubicBezTo>
                  <a:pt x="0" y="2219782"/>
                  <a:pt x="294258" y="1925524"/>
                  <a:pt x="657239" y="1925524"/>
                </a:cubicBezTo>
                <a:lnTo>
                  <a:pt x="670588" y="1928221"/>
                </a:lnTo>
                <a:cubicBezTo>
                  <a:pt x="705989" y="1610200"/>
                  <a:pt x="978825" y="1367793"/>
                  <a:pt x="1308278" y="1367793"/>
                </a:cubicBezTo>
                <a:close/>
                <a:moveTo>
                  <a:pt x="1589786" y="0"/>
                </a:moveTo>
                <a:cubicBezTo>
                  <a:pt x="1520182" y="453314"/>
                  <a:pt x="1668069" y="912942"/>
                  <a:pt x="1988957" y="1240613"/>
                </a:cubicBezTo>
                <a:cubicBezTo>
                  <a:pt x="2309845" y="1568285"/>
                  <a:pt x="2766281" y="1725754"/>
                  <a:pt x="3220951" y="1665645"/>
                </a:cubicBezTo>
                <a:cubicBezTo>
                  <a:pt x="3108976" y="1775302"/>
                  <a:pt x="2980523" y="1857805"/>
                  <a:pt x="2843553" y="1912752"/>
                </a:cubicBezTo>
                <a:cubicBezTo>
                  <a:pt x="2756367" y="1866073"/>
                  <a:pt x="2656598" y="1841175"/>
                  <a:pt x="2551012" y="1841175"/>
                </a:cubicBezTo>
                <a:cubicBezTo>
                  <a:pt x="2547197" y="1841176"/>
                  <a:pt x="2543390" y="1841210"/>
                  <a:pt x="2539631" y="1843473"/>
                </a:cubicBezTo>
                <a:cubicBezTo>
                  <a:pt x="2519161" y="1632454"/>
                  <a:pt x="2339312" y="1470470"/>
                  <a:pt x="2121631" y="1470470"/>
                </a:cubicBezTo>
                <a:cubicBezTo>
                  <a:pt x="2021400" y="1470470"/>
                  <a:pt x="1929192" y="1504812"/>
                  <a:pt x="1860327" y="1567705"/>
                </a:cubicBezTo>
                <a:cubicBezTo>
                  <a:pt x="1751020" y="1392954"/>
                  <a:pt x="1555160" y="1283445"/>
                  <a:pt x="1333723" y="1283445"/>
                </a:cubicBezTo>
                <a:lnTo>
                  <a:pt x="1331160" y="1283679"/>
                </a:lnTo>
                <a:cubicBezTo>
                  <a:pt x="1150898" y="856385"/>
                  <a:pt x="1238290" y="344219"/>
                  <a:pt x="1589786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Round Same Side Corner Rectangle 8">
            <a:extLst>
              <a:ext uri="{FF2B5EF4-FFF2-40B4-BE49-F238E27FC236}">
                <a16:creationId xmlns:a16="http://schemas.microsoft.com/office/drawing/2014/main" id="{1FC01CD9-C1C9-4EE2-BBFC-1859BC52B38D}"/>
              </a:ext>
            </a:extLst>
          </p:cNvPr>
          <p:cNvSpPr/>
          <p:nvPr userDrawn="1"/>
        </p:nvSpPr>
        <p:spPr>
          <a:xfrm>
            <a:off x="4455730" y="1450295"/>
            <a:ext cx="251302" cy="661867"/>
          </a:xfrm>
          <a:custGeom>
            <a:avLst/>
            <a:gdLst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8887 w 1489775"/>
              <a:gd name="connsiteY10" fmla="*/ 2305078 h 3923699"/>
              <a:gd name="connsiteX11" fmla="*/ 1151853 w 1489775"/>
              <a:gd name="connsiteY11" fmla="*/ 3743699 h 3923699"/>
              <a:gd name="connsiteX12" fmla="*/ 971853 w 1489775"/>
              <a:gd name="connsiteY12" fmla="*/ 3923699 h 3923699"/>
              <a:gd name="connsiteX13" fmla="*/ 791853 w 1489775"/>
              <a:gd name="connsiteY13" fmla="*/ 3743699 h 3923699"/>
              <a:gd name="connsiteX14" fmla="*/ 791853 w 1489775"/>
              <a:gd name="connsiteY14" fmla="*/ 2305078 h 3923699"/>
              <a:gd name="connsiteX15" fmla="*/ 683854 w 1489775"/>
              <a:gd name="connsiteY15" fmla="*/ 2305078 h 3923699"/>
              <a:gd name="connsiteX16" fmla="*/ 683854 w 1489775"/>
              <a:gd name="connsiteY16" fmla="*/ 3743698 h 3923699"/>
              <a:gd name="connsiteX17" fmla="*/ 503854 w 1489775"/>
              <a:gd name="connsiteY17" fmla="*/ 3923698 h 3923699"/>
              <a:gd name="connsiteX18" fmla="*/ 323854 w 1489775"/>
              <a:gd name="connsiteY18" fmla="*/ 3743698 h 3923699"/>
              <a:gd name="connsiteX19" fmla="*/ 323854 w 1489775"/>
              <a:gd name="connsiteY19" fmla="*/ 2238914 h 3923699"/>
              <a:gd name="connsiteX20" fmla="*/ 330887 w 1489775"/>
              <a:gd name="connsiteY20" fmla="*/ 2238914 h 3923699"/>
              <a:gd name="connsiteX21" fmla="*/ 330887 w 1489775"/>
              <a:gd name="connsiteY21" fmla="*/ 1390678 h 3923699"/>
              <a:gd name="connsiteX22" fmla="*/ 288033 w 1489775"/>
              <a:gd name="connsiteY22" fmla="*/ 1390678 h 3923699"/>
              <a:gd name="connsiteX23" fmla="*/ 288033 w 1489775"/>
              <a:gd name="connsiteY23" fmla="*/ 2063902 h 3923699"/>
              <a:gd name="connsiteX24" fmla="*/ 144017 w 1489775"/>
              <a:gd name="connsiteY24" fmla="*/ 2207918 h 3923699"/>
              <a:gd name="connsiteX25" fmla="*/ 1 w 1489775"/>
              <a:gd name="connsiteY25" fmla="*/ 2063902 h 3923699"/>
              <a:gd name="connsiteX26" fmla="*/ 1 w 1489775"/>
              <a:gd name="connsiteY26" fmla="*/ 1390678 h 3923699"/>
              <a:gd name="connsiteX27" fmla="*/ 0 w 1489775"/>
              <a:gd name="connsiteY27" fmla="*/ 1390678 h 3923699"/>
              <a:gd name="connsiteX28" fmla="*/ 0 w 1489775"/>
              <a:gd name="connsiteY28" fmla="*/ 1030958 h 3923699"/>
              <a:gd name="connsiteX29" fmla="*/ 280204 w 1489775"/>
              <a:gd name="connsiteY29" fmla="*/ 750754 h 3923699"/>
              <a:gd name="connsiteX30" fmla="*/ 744888 w 1489775"/>
              <a:gd name="connsiteY30" fmla="*/ 0 h 3923699"/>
              <a:gd name="connsiteX31" fmla="*/ 1082199 w 1489775"/>
              <a:gd name="connsiteY31" fmla="*/ 337311 h 3923699"/>
              <a:gd name="connsiteX32" fmla="*/ 744888 w 1489775"/>
              <a:gd name="connsiteY32" fmla="*/ 674622 h 3923699"/>
              <a:gd name="connsiteX33" fmla="*/ 407577 w 1489775"/>
              <a:gd name="connsiteY33" fmla="*/ 337311 h 3923699"/>
              <a:gd name="connsiteX34" fmla="*/ 744888 w 1489775"/>
              <a:gd name="connsiteY34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2238914 h 3923699"/>
              <a:gd name="connsiteX20" fmla="*/ 330887 w 1489775"/>
              <a:gd name="connsiteY20" fmla="*/ 1390678 h 3923699"/>
              <a:gd name="connsiteX21" fmla="*/ 288033 w 1489775"/>
              <a:gd name="connsiteY21" fmla="*/ 1390678 h 3923699"/>
              <a:gd name="connsiteX22" fmla="*/ 288033 w 1489775"/>
              <a:gd name="connsiteY22" fmla="*/ 2063902 h 3923699"/>
              <a:gd name="connsiteX23" fmla="*/ 144017 w 1489775"/>
              <a:gd name="connsiteY23" fmla="*/ 2207918 h 3923699"/>
              <a:gd name="connsiteX24" fmla="*/ 1 w 1489775"/>
              <a:gd name="connsiteY24" fmla="*/ 2063902 h 3923699"/>
              <a:gd name="connsiteX25" fmla="*/ 1 w 1489775"/>
              <a:gd name="connsiteY25" fmla="*/ 1390678 h 3923699"/>
              <a:gd name="connsiteX26" fmla="*/ 0 w 1489775"/>
              <a:gd name="connsiteY26" fmla="*/ 1390678 h 3923699"/>
              <a:gd name="connsiteX27" fmla="*/ 0 w 1489775"/>
              <a:gd name="connsiteY27" fmla="*/ 1030958 h 3923699"/>
              <a:gd name="connsiteX28" fmla="*/ 280204 w 1489775"/>
              <a:gd name="connsiteY28" fmla="*/ 750754 h 3923699"/>
              <a:gd name="connsiteX29" fmla="*/ 744888 w 1489775"/>
              <a:gd name="connsiteY29" fmla="*/ 0 h 3923699"/>
              <a:gd name="connsiteX30" fmla="*/ 1082199 w 1489775"/>
              <a:gd name="connsiteY30" fmla="*/ 337311 h 3923699"/>
              <a:gd name="connsiteX31" fmla="*/ 744888 w 1489775"/>
              <a:gd name="connsiteY31" fmla="*/ 674622 h 3923699"/>
              <a:gd name="connsiteX32" fmla="*/ 407577 w 1489775"/>
              <a:gd name="connsiteY32" fmla="*/ 337311 h 3923699"/>
              <a:gd name="connsiteX33" fmla="*/ 744888 w 1489775"/>
              <a:gd name="connsiteY33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23854 w 1489775"/>
              <a:gd name="connsiteY18" fmla="*/ 2238914 h 3923699"/>
              <a:gd name="connsiteX19" fmla="*/ 330887 w 1489775"/>
              <a:gd name="connsiteY19" fmla="*/ 1390678 h 3923699"/>
              <a:gd name="connsiteX20" fmla="*/ 288033 w 1489775"/>
              <a:gd name="connsiteY20" fmla="*/ 1390678 h 3923699"/>
              <a:gd name="connsiteX21" fmla="*/ 288033 w 1489775"/>
              <a:gd name="connsiteY21" fmla="*/ 2063902 h 3923699"/>
              <a:gd name="connsiteX22" fmla="*/ 144017 w 1489775"/>
              <a:gd name="connsiteY22" fmla="*/ 2207918 h 3923699"/>
              <a:gd name="connsiteX23" fmla="*/ 1 w 1489775"/>
              <a:gd name="connsiteY23" fmla="*/ 2063902 h 3923699"/>
              <a:gd name="connsiteX24" fmla="*/ 1 w 1489775"/>
              <a:gd name="connsiteY24" fmla="*/ 1390678 h 3923699"/>
              <a:gd name="connsiteX25" fmla="*/ 0 w 1489775"/>
              <a:gd name="connsiteY25" fmla="*/ 1390678 h 3923699"/>
              <a:gd name="connsiteX26" fmla="*/ 0 w 1489775"/>
              <a:gd name="connsiteY26" fmla="*/ 1030958 h 3923699"/>
              <a:gd name="connsiteX27" fmla="*/ 280204 w 1489775"/>
              <a:gd name="connsiteY27" fmla="*/ 750754 h 3923699"/>
              <a:gd name="connsiteX28" fmla="*/ 744888 w 1489775"/>
              <a:gd name="connsiteY28" fmla="*/ 0 h 3923699"/>
              <a:gd name="connsiteX29" fmla="*/ 1082199 w 1489775"/>
              <a:gd name="connsiteY29" fmla="*/ 337311 h 3923699"/>
              <a:gd name="connsiteX30" fmla="*/ 744888 w 1489775"/>
              <a:gd name="connsiteY30" fmla="*/ 674622 h 3923699"/>
              <a:gd name="connsiteX31" fmla="*/ 407577 w 1489775"/>
              <a:gd name="connsiteY31" fmla="*/ 337311 h 3923699"/>
              <a:gd name="connsiteX32" fmla="*/ 744888 w 1489775"/>
              <a:gd name="connsiteY32" fmla="*/ 0 h 3923699"/>
              <a:gd name="connsiteX0" fmla="*/ 280204 w 1489775"/>
              <a:gd name="connsiteY0" fmla="*/ 750754 h 3923699"/>
              <a:gd name="connsiteX1" fmla="*/ 1209570 w 1489775"/>
              <a:gd name="connsiteY1" fmla="*/ 750754 h 3923699"/>
              <a:gd name="connsiteX2" fmla="*/ 1489774 w 1489775"/>
              <a:gd name="connsiteY2" fmla="*/ 1030958 h 3923699"/>
              <a:gd name="connsiteX3" fmla="*/ 1489774 w 1489775"/>
              <a:gd name="connsiteY3" fmla="*/ 1293518 h 3923699"/>
              <a:gd name="connsiteX4" fmla="*/ 1489775 w 1489775"/>
              <a:gd name="connsiteY4" fmla="*/ 1293518 h 3923699"/>
              <a:gd name="connsiteX5" fmla="*/ 1489775 w 1489775"/>
              <a:gd name="connsiteY5" fmla="*/ 2063902 h 3923699"/>
              <a:gd name="connsiteX6" fmla="*/ 1345759 w 1489775"/>
              <a:gd name="connsiteY6" fmla="*/ 2207918 h 3923699"/>
              <a:gd name="connsiteX7" fmla="*/ 1201743 w 1489775"/>
              <a:gd name="connsiteY7" fmla="*/ 2063902 h 3923699"/>
              <a:gd name="connsiteX8" fmla="*/ 1201743 w 1489775"/>
              <a:gd name="connsiteY8" fmla="*/ 1390678 h 3923699"/>
              <a:gd name="connsiteX9" fmla="*/ 1158887 w 1489775"/>
              <a:gd name="connsiteY9" fmla="*/ 1390678 h 3923699"/>
              <a:gd name="connsiteX10" fmla="*/ 1151853 w 1489775"/>
              <a:gd name="connsiteY10" fmla="*/ 3743699 h 3923699"/>
              <a:gd name="connsiteX11" fmla="*/ 971853 w 1489775"/>
              <a:gd name="connsiteY11" fmla="*/ 3923699 h 3923699"/>
              <a:gd name="connsiteX12" fmla="*/ 791853 w 1489775"/>
              <a:gd name="connsiteY12" fmla="*/ 3743699 h 3923699"/>
              <a:gd name="connsiteX13" fmla="*/ 791853 w 1489775"/>
              <a:gd name="connsiteY13" fmla="*/ 2305078 h 3923699"/>
              <a:gd name="connsiteX14" fmla="*/ 683854 w 1489775"/>
              <a:gd name="connsiteY14" fmla="*/ 2305078 h 3923699"/>
              <a:gd name="connsiteX15" fmla="*/ 683854 w 1489775"/>
              <a:gd name="connsiteY15" fmla="*/ 3743698 h 3923699"/>
              <a:gd name="connsiteX16" fmla="*/ 503854 w 1489775"/>
              <a:gd name="connsiteY16" fmla="*/ 3923698 h 3923699"/>
              <a:gd name="connsiteX17" fmla="*/ 323854 w 1489775"/>
              <a:gd name="connsiteY17" fmla="*/ 3743698 h 3923699"/>
              <a:gd name="connsiteX18" fmla="*/ 330887 w 1489775"/>
              <a:gd name="connsiteY18" fmla="*/ 1390678 h 3923699"/>
              <a:gd name="connsiteX19" fmla="*/ 288033 w 1489775"/>
              <a:gd name="connsiteY19" fmla="*/ 1390678 h 3923699"/>
              <a:gd name="connsiteX20" fmla="*/ 288033 w 1489775"/>
              <a:gd name="connsiteY20" fmla="*/ 2063902 h 3923699"/>
              <a:gd name="connsiteX21" fmla="*/ 144017 w 1489775"/>
              <a:gd name="connsiteY21" fmla="*/ 2207918 h 3923699"/>
              <a:gd name="connsiteX22" fmla="*/ 1 w 1489775"/>
              <a:gd name="connsiteY22" fmla="*/ 2063902 h 3923699"/>
              <a:gd name="connsiteX23" fmla="*/ 1 w 1489775"/>
              <a:gd name="connsiteY23" fmla="*/ 1390678 h 3923699"/>
              <a:gd name="connsiteX24" fmla="*/ 0 w 1489775"/>
              <a:gd name="connsiteY24" fmla="*/ 1390678 h 3923699"/>
              <a:gd name="connsiteX25" fmla="*/ 0 w 1489775"/>
              <a:gd name="connsiteY25" fmla="*/ 1030958 h 3923699"/>
              <a:gd name="connsiteX26" fmla="*/ 280204 w 1489775"/>
              <a:gd name="connsiteY26" fmla="*/ 750754 h 3923699"/>
              <a:gd name="connsiteX27" fmla="*/ 744888 w 1489775"/>
              <a:gd name="connsiteY27" fmla="*/ 0 h 3923699"/>
              <a:gd name="connsiteX28" fmla="*/ 1082199 w 1489775"/>
              <a:gd name="connsiteY28" fmla="*/ 337311 h 3923699"/>
              <a:gd name="connsiteX29" fmla="*/ 744888 w 1489775"/>
              <a:gd name="connsiteY29" fmla="*/ 674622 h 3923699"/>
              <a:gd name="connsiteX30" fmla="*/ 407577 w 1489775"/>
              <a:gd name="connsiteY30" fmla="*/ 337311 h 3923699"/>
              <a:gd name="connsiteX31" fmla="*/ 744888 w 1489775"/>
              <a:gd name="connsiteY31" fmla="*/ 0 h 3923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89775" h="3923699">
                <a:moveTo>
                  <a:pt x="280204" y="750754"/>
                </a:moveTo>
                <a:lnTo>
                  <a:pt x="1209570" y="750754"/>
                </a:lnTo>
                <a:cubicBezTo>
                  <a:pt x="1364322" y="750754"/>
                  <a:pt x="1489774" y="876206"/>
                  <a:pt x="1489774" y="1030958"/>
                </a:cubicBezTo>
                <a:lnTo>
                  <a:pt x="1489774" y="1293518"/>
                </a:lnTo>
                <a:lnTo>
                  <a:pt x="1489775" y="1293518"/>
                </a:lnTo>
                <a:lnTo>
                  <a:pt x="1489775" y="2063902"/>
                </a:lnTo>
                <a:cubicBezTo>
                  <a:pt x="1489775" y="2143440"/>
                  <a:pt x="1425297" y="2207918"/>
                  <a:pt x="1345759" y="2207918"/>
                </a:cubicBezTo>
                <a:cubicBezTo>
                  <a:pt x="1266221" y="2207918"/>
                  <a:pt x="1201743" y="2143440"/>
                  <a:pt x="1201743" y="2063902"/>
                </a:cubicBezTo>
                <a:lnTo>
                  <a:pt x="1201743" y="1390678"/>
                </a:lnTo>
                <a:lnTo>
                  <a:pt x="1158887" y="1390678"/>
                </a:lnTo>
                <a:cubicBezTo>
                  <a:pt x="1156542" y="2175018"/>
                  <a:pt x="1154198" y="2959359"/>
                  <a:pt x="1151853" y="3743699"/>
                </a:cubicBezTo>
                <a:cubicBezTo>
                  <a:pt x="1151853" y="3843110"/>
                  <a:pt x="1071264" y="3923699"/>
                  <a:pt x="971853" y="3923699"/>
                </a:cubicBezTo>
                <a:cubicBezTo>
                  <a:pt x="872442" y="3923699"/>
                  <a:pt x="791853" y="3843110"/>
                  <a:pt x="791853" y="3743699"/>
                </a:cubicBezTo>
                <a:lnTo>
                  <a:pt x="791853" y="2305078"/>
                </a:lnTo>
                <a:lnTo>
                  <a:pt x="683854" y="2305078"/>
                </a:lnTo>
                <a:lnTo>
                  <a:pt x="683854" y="3743698"/>
                </a:lnTo>
                <a:cubicBezTo>
                  <a:pt x="683854" y="3843109"/>
                  <a:pt x="603265" y="3923698"/>
                  <a:pt x="503854" y="3923698"/>
                </a:cubicBezTo>
                <a:cubicBezTo>
                  <a:pt x="404443" y="3923698"/>
                  <a:pt x="323854" y="3843109"/>
                  <a:pt x="323854" y="3743698"/>
                </a:cubicBezTo>
                <a:cubicBezTo>
                  <a:pt x="326198" y="2959358"/>
                  <a:pt x="328543" y="2175018"/>
                  <a:pt x="330887" y="1390678"/>
                </a:cubicBezTo>
                <a:lnTo>
                  <a:pt x="288033" y="1390678"/>
                </a:lnTo>
                <a:lnTo>
                  <a:pt x="288033" y="2063902"/>
                </a:lnTo>
                <a:cubicBezTo>
                  <a:pt x="288033" y="2143440"/>
                  <a:pt x="223555" y="2207918"/>
                  <a:pt x="144017" y="2207918"/>
                </a:cubicBezTo>
                <a:cubicBezTo>
                  <a:pt x="64479" y="2207918"/>
                  <a:pt x="1" y="2143440"/>
                  <a:pt x="1" y="2063902"/>
                </a:cubicBezTo>
                <a:lnTo>
                  <a:pt x="1" y="1390678"/>
                </a:lnTo>
                <a:lnTo>
                  <a:pt x="0" y="1390678"/>
                </a:lnTo>
                <a:lnTo>
                  <a:pt x="0" y="1030958"/>
                </a:lnTo>
                <a:cubicBezTo>
                  <a:pt x="0" y="876206"/>
                  <a:pt x="125452" y="750754"/>
                  <a:pt x="280204" y="750754"/>
                </a:cubicBezTo>
                <a:close/>
                <a:moveTo>
                  <a:pt x="744888" y="0"/>
                </a:moveTo>
                <a:cubicBezTo>
                  <a:pt x="931180" y="0"/>
                  <a:pt x="1082199" y="151019"/>
                  <a:pt x="1082199" y="337311"/>
                </a:cubicBezTo>
                <a:cubicBezTo>
                  <a:pt x="1082199" y="523603"/>
                  <a:pt x="931180" y="674622"/>
                  <a:pt x="744888" y="674622"/>
                </a:cubicBezTo>
                <a:cubicBezTo>
                  <a:pt x="558596" y="674622"/>
                  <a:pt x="407577" y="523603"/>
                  <a:pt x="407577" y="337311"/>
                </a:cubicBezTo>
                <a:cubicBezTo>
                  <a:pt x="407577" y="151019"/>
                  <a:pt x="558596" y="0"/>
                  <a:pt x="74488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5" name="Round Same Side Corner Rectangle 20">
            <a:extLst>
              <a:ext uri="{FF2B5EF4-FFF2-40B4-BE49-F238E27FC236}">
                <a16:creationId xmlns:a16="http://schemas.microsoft.com/office/drawing/2014/main" id="{836141F5-DC41-46C1-AE42-7A36130CD69D}"/>
              </a:ext>
            </a:extLst>
          </p:cNvPr>
          <p:cNvSpPr/>
          <p:nvPr userDrawn="1"/>
        </p:nvSpPr>
        <p:spPr>
          <a:xfrm rot="10800000">
            <a:off x="5042893" y="1447239"/>
            <a:ext cx="313136" cy="667981"/>
          </a:xfrm>
          <a:custGeom>
            <a:avLst/>
            <a:gdLst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521281 w 1856332"/>
              <a:gd name="connsiteY2" fmla="*/ 3174669 h 3959924"/>
              <a:gd name="connsiteX3" fmla="*/ 466697 w 1856332"/>
              <a:gd name="connsiteY3" fmla="*/ 3144149 h 3959924"/>
              <a:gd name="connsiteX4" fmla="*/ 8303 w 1856332"/>
              <a:gd name="connsiteY4" fmla="*/ 1942070 h 3959924"/>
              <a:gd name="connsiteX5" fmla="*/ 81139 w 1856332"/>
              <a:gd name="connsiteY5" fmla="*/ 1779444 h 3959924"/>
              <a:gd name="connsiteX6" fmla="*/ 243764 w 1856332"/>
              <a:gd name="connsiteY6" fmla="*/ 1852280 h 3959924"/>
              <a:gd name="connsiteX7" fmla="*/ 504770 w 1856332"/>
              <a:gd name="connsiteY7" fmla="*/ 2536736 h 3959924"/>
              <a:gd name="connsiteX8" fmla="*/ 555637 w 1856332"/>
              <a:gd name="connsiteY8" fmla="*/ 2536736 h 3959924"/>
              <a:gd name="connsiteX9" fmla="*/ 226299 w 1856332"/>
              <a:gd name="connsiteY9" fmla="*/ 1210417 h 3959924"/>
              <a:gd name="connsiteX10" fmla="*/ 551784 w 1856332"/>
              <a:gd name="connsiteY10" fmla="*/ 1210417 h 3959924"/>
              <a:gd name="connsiteX11" fmla="*/ 551784 w 1856332"/>
              <a:gd name="connsiteY11" fmla="*/ 168335 h 3959924"/>
              <a:gd name="connsiteX12" fmla="*/ 720119 w 1856332"/>
              <a:gd name="connsiteY12" fmla="*/ 0 h 3959924"/>
              <a:gd name="connsiteX13" fmla="*/ 888454 w 1856332"/>
              <a:gd name="connsiteY13" fmla="*/ 168335 h 3959924"/>
              <a:gd name="connsiteX14" fmla="*/ 888454 w 1856332"/>
              <a:gd name="connsiteY14" fmla="*/ 1210417 h 3959924"/>
              <a:gd name="connsiteX15" fmla="*/ 968040 w 1856332"/>
              <a:gd name="connsiteY15" fmla="*/ 1210417 h 3959924"/>
              <a:gd name="connsiteX16" fmla="*/ 968040 w 1856332"/>
              <a:gd name="connsiteY16" fmla="*/ 168335 h 3959924"/>
              <a:gd name="connsiteX17" fmla="*/ 1136375 w 1856332"/>
              <a:gd name="connsiteY17" fmla="*/ 0 h 3959924"/>
              <a:gd name="connsiteX18" fmla="*/ 1304710 w 1856332"/>
              <a:gd name="connsiteY18" fmla="*/ 168335 h 3959924"/>
              <a:gd name="connsiteX19" fmla="*/ 1304710 w 1856332"/>
              <a:gd name="connsiteY19" fmla="*/ 1210417 h 3959924"/>
              <a:gd name="connsiteX20" fmla="*/ 1631589 w 1856332"/>
              <a:gd name="connsiteY20" fmla="*/ 1210417 h 3959924"/>
              <a:gd name="connsiteX21" fmla="*/ 1302251 w 1856332"/>
              <a:gd name="connsiteY21" fmla="*/ 2536736 h 3959924"/>
              <a:gd name="connsiteX22" fmla="*/ 1351562 w 1856332"/>
              <a:gd name="connsiteY22" fmla="*/ 2536736 h 3959924"/>
              <a:gd name="connsiteX23" fmla="*/ 1612568 w 1856332"/>
              <a:gd name="connsiteY23" fmla="*/ 1852280 h 3959924"/>
              <a:gd name="connsiteX24" fmla="*/ 1775193 w 1856332"/>
              <a:gd name="connsiteY24" fmla="*/ 1779444 h 3959924"/>
              <a:gd name="connsiteX25" fmla="*/ 1848029 w 1856332"/>
              <a:gd name="connsiteY25" fmla="*/ 1942070 h 3959924"/>
              <a:gd name="connsiteX26" fmla="*/ 1389635 w 1856332"/>
              <a:gd name="connsiteY26" fmla="*/ 3144149 h 3959924"/>
              <a:gd name="connsiteX27" fmla="*/ 1344732 w 1856332"/>
              <a:gd name="connsiteY27" fmla="*/ 3176282 h 3959924"/>
              <a:gd name="connsiteX28" fmla="*/ 1228565 w 1856332"/>
              <a:gd name="connsiteY28" fmla="*/ 3214674 h 3959924"/>
              <a:gd name="connsiteX29" fmla="*/ 925623 w 1856332"/>
              <a:gd name="connsiteY29" fmla="*/ 3959924 h 3959924"/>
              <a:gd name="connsiteX30" fmla="*/ 601623 w 1856332"/>
              <a:gd name="connsiteY30" fmla="*/ 3635924 h 3959924"/>
              <a:gd name="connsiteX31" fmla="*/ 925623 w 1856332"/>
              <a:gd name="connsiteY31" fmla="*/ 3311924 h 3959924"/>
              <a:gd name="connsiteX32" fmla="*/ 1249623 w 1856332"/>
              <a:gd name="connsiteY32" fmla="*/ 3635924 h 3959924"/>
              <a:gd name="connsiteX33" fmla="*/ 925623 w 1856332"/>
              <a:gd name="connsiteY33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344732 w 1856332"/>
              <a:gd name="connsiteY26" fmla="*/ 3176282 h 3959924"/>
              <a:gd name="connsiteX27" fmla="*/ 1228565 w 1856332"/>
              <a:gd name="connsiteY27" fmla="*/ 3214674 h 3959924"/>
              <a:gd name="connsiteX28" fmla="*/ 925623 w 1856332"/>
              <a:gd name="connsiteY28" fmla="*/ 3959924 h 3959924"/>
              <a:gd name="connsiteX29" fmla="*/ 601623 w 1856332"/>
              <a:gd name="connsiteY29" fmla="*/ 3635924 h 3959924"/>
              <a:gd name="connsiteX30" fmla="*/ 925623 w 1856332"/>
              <a:gd name="connsiteY30" fmla="*/ 3311924 h 3959924"/>
              <a:gd name="connsiteX31" fmla="*/ 1249623 w 1856332"/>
              <a:gd name="connsiteY31" fmla="*/ 3635924 h 3959924"/>
              <a:gd name="connsiteX32" fmla="*/ 925623 w 1856332"/>
              <a:gd name="connsiteY32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  <a:gd name="connsiteX0" fmla="*/ 1228565 w 1856332"/>
              <a:gd name="connsiteY0" fmla="*/ 3214674 h 3959924"/>
              <a:gd name="connsiteX1" fmla="*/ 622681 w 1856332"/>
              <a:gd name="connsiteY1" fmla="*/ 3214674 h 3959924"/>
              <a:gd name="connsiteX2" fmla="*/ 466697 w 1856332"/>
              <a:gd name="connsiteY2" fmla="*/ 3144149 h 3959924"/>
              <a:gd name="connsiteX3" fmla="*/ 8303 w 1856332"/>
              <a:gd name="connsiteY3" fmla="*/ 1942070 h 3959924"/>
              <a:gd name="connsiteX4" fmla="*/ 81139 w 1856332"/>
              <a:gd name="connsiteY4" fmla="*/ 1779444 h 3959924"/>
              <a:gd name="connsiteX5" fmla="*/ 243764 w 1856332"/>
              <a:gd name="connsiteY5" fmla="*/ 1852280 h 3959924"/>
              <a:gd name="connsiteX6" fmla="*/ 504770 w 1856332"/>
              <a:gd name="connsiteY6" fmla="*/ 2536736 h 3959924"/>
              <a:gd name="connsiteX7" fmla="*/ 555637 w 1856332"/>
              <a:gd name="connsiteY7" fmla="*/ 2536736 h 3959924"/>
              <a:gd name="connsiteX8" fmla="*/ 226299 w 1856332"/>
              <a:gd name="connsiteY8" fmla="*/ 1210417 h 3959924"/>
              <a:gd name="connsiteX9" fmla="*/ 551784 w 1856332"/>
              <a:gd name="connsiteY9" fmla="*/ 1210417 h 3959924"/>
              <a:gd name="connsiteX10" fmla="*/ 551784 w 1856332"/>
              <a:gd name="connsiteY10" fmla="*/ 168335 h 3959924"/>
              <a:gd name="connsiteX11" fmla="*/ 720119 w 1856332"/>
              <a:gd name="connsiteY11" fmla="*/ 0 h 3959924"/>
              <a:gd name="connsiteX12" fmla="*/ 888454 w 1856332"/>
              <a:gd name="connsiteY12" fmla="*/ 168335 h 3959924"/>
              <a:gd name="connsiteX13" fmla="*/ 888454 w 1856332"/>
              <a:gd name="connsiteY13" fmla="*/ 1210417 h 3959924"/>
              <a:gd name="connsiteX14" fmla="*/ 968040 w 1856332"/>
              <a:gd name="connsiteY14" fmla="*/ 1210417 h 3959924"/>
              <a:gd name="connsiteX15" fmla="*/ 968040 w 1856332"/>
              <a:gd name="connsiteY15" fmla="*/ 168335 h 3959924"/>
              <a:gd name="connsiteX16" fmla="*/ 1136375 w 1856332"/>
              <a:gd name="connsiteY16" fmla="*/ 0 h 3959924"/>
              <a:gd name="connsiteX17" fmla="*/ 1304710 w 1856332"/>
              <a:gd name="connsiteY17" fmla="*/ 168335 h 3959924"/>
              <a:gd name="connsiteX18" fmla="*/ 1304710 w 1856332"/>
              <a:gd name="connsiteY18" fmla="*/ 1210417 h 3959924"/>
              <a:gd name="connsiteX19" fmla="*/ 1631589 w 1856332"/>
              <a:gd name="connsiteY19" fmla="*/ 1210417 h 3959924"/>
              <a:gd name="connsiteX20" fmla="*/ 1302251 w 1856332"/>
              <a:gd name="connsiteY20" fmla="*/ 2536736 h 3959924"/>
              <a:gd name="connsiteX21" fmla="*/ 1351562 w 1856332"/>
              <a:gd name="connsiteY21" fmla="*/ 2536736 h 3959924"/>
              <a:gd name="connsiteX22" fmla="*/ 1612568 w 1856332"/>
              <a:gd name="connsiteY22" fmla="*/ 1852280 h 3959924"/>
              <a:gd name="connsiteX23" fmla="*/ 1775193 w 1856332"/>
              <a:gd name="connsiteY23" fmla="*/ 1779444 h 3959924"/>
              <a:gd name="connsiteX24" fmla="*/ 1848029 w 1856332"/>
              <a:gd name="connsiteY24" fmla="*/ 1942070 h 3959924"/>
              <a:gd name="connsiteX25" fmla="*/ 1389635 w 1856332"/>
              <a:gd name="connsiteY25" fmla="*/ 3144149 h 3959924"/>
              <a:gd name="connsiteX26" fmla="*/ 1228565 w 1856332"/>
              <a:gd name="connsiteY26" fmla="*/ 3214674 h 3959924"/>
              <a:gd name="connsiteX27" fmla="*/ 925623 w 1856332"/>
              <a:gd name="connsiteY27" fmla="*/ 3959924 h 3959924"/>
              <a:gd name="connsiteX28" fmla="*/ 601623 w 1856332"/>
              <a:gd name="connsiteY28" fmla="*/ 3635924 h 3959924"/>
              <a:gd name="connsiteX29" fmla="*/ 925623 w 1856332"/>
              <a:gd name="connsiteY29" fmla="*/ 3311924 h 3959924"/>
              <a:gd name="connsiteX30" fmla="*/ 1249623 w 1856332"/>
              <a:gd name="connsiteY30" fmla="*/ 3635924 h 3959924"/>
              <a:gd name="connsiteX31" fmla="*/ 925623 w 1856332"/>
              <a:gd name="connsiteY31" fmla="*/ 3959924 h 395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856332" h="3959924">
                <a:moveTo>
                  <a:pt x="1228565" y="3214674"/>
                </a:moveTo>
                <a:lnTo>
                  <a:pt x="622681" y="3214674"/>
                </a:lnTo>
                <a:cubicBezTo>
                  <a:pt x="495703" y="3202920"/>
                  <a:pt x="501057" y="3225622"/>
                  <a:pt x="466697" y="3144149"/>
                </a:cubicBezTo>
                <a:lnTo>
                  <a:pt x="8303" y="1942070"/>
                </a:lnTo>
                <a:cubicBezTo>
                  <a:pt x="-16491" y="1877049"/>
                  <a:pt x="16118" y="1804239"/>
                  <a:pt x="81139" y="1779444"/>
                </a:cubicBezTo>
                <a:cubicBezTo>
                  <a:pt x="146160" y="1754650"/>
                  <a:pt x="218970" y="1787259"/>
                  <a:pt x="243764" y="1852280"/>
                </a:cubicBezTo>
                <a:lnTo>
                  <a:pt x="504770" y="2536736"/>
                </a:lnTo>
                <a:lnTo>
                  <a:pt x="555637" y="2536736"/>
                </a:lnTo>
                <a:lnTo>
                  <a:pt x="226299" y="1210417"/>
                </a:lnTo>
                <a:lnTo>
                  <a:pt x="551784" y="1210417"/>
                </a:lnTo>
                <a:lnTo>
                  <a:pt x="551784" y="168335"/>
                </a:lnTo>
                <a:cubicBezTo>
                  <a:pt x="551784" y="75366"/>
                  <a:pt x="627150" y="0"/>
                  <a:pt x="720119" y="0"/>
                </a:cubicBezTo>
                <a:cubicBezTo>
                  <a:pt x="813088" y="0"/>
                  <a:pt x="888454" y="75366"/>
                  <a:pt x="888454" y="168335"/>
                </a:cubicBezTo>
                <a:lnTo>
                  <a:pt x="888454" y="1210417"/>
                </a:lnTo>
                <a:lnTo>
                  <a:pt x="968040" y="1210417"/>
                </a:lnTo>
                <a:lnTo>
                  <a:pt x="968040" y="168335"/>
                </a:lnTo>
                <a:cubicBezTo>
                  <a:pt x="968040" y="75366"/>
                  <a:pt x="1043406" y="0"/>
                  <a:pt x="1136375" y="0"/>
                </a:cubicBezTo>
                <a:cubicBezTo>
                  <a:pt x="1229344" y="0"/>
                  <a:pt x="1304710" y="75366"/>
                  <a:pt x="1304710" y="168335"/>
                </a:cubicBezTo>
                <a:lnTo>
                  <a:pt x="1304710" y="1210417"/>
                </a:lnTo>
                <a:lnTo>
                  <a:pt x="1631589" y="1210417"/>
                </a:lnTo>
                <a:lnTo>
                  <a:pt x="1302251" y="2536736"/>
                </a:lnTo>
                <a:lnTo>
                  <a:pt x="1351562" y="2536736"/>
                </a:lnTo>
                <a:lnTo>
                  <a:pt x="1612568" y="1852280"/>
                </a:lnTo>
                <a:cubicBezTo>
                  <a:pt x="1637362" y="1787259"/>
                  <a:pt x="1710172" y="1754650"/>
                  <a:pt x="1775193" y="1779444"/>
                </a:cubicBezTo>
                <a:cubicBezTo>
                  <a:pt x="1840214" y="1804239"/>
                  <a:pt x="1872823" y="1877049"/>
                  <a:pt x="1848029" y="1942070"/>
                </a:cubicBezTo>
                <a:lnTo>
                  <a:pt x="1389635" y="3144149"/>
                </a:lnTo>
                <a:cubicBezTo>
                  <a:pt x="1348984" y="3225622"/>
                  <a:pt x="1356391" y="3202920"/>
                  <a:pt x="1228565" y="3214674"/>
                </a:cubicBezTo>
                <a:close/>
                <a:moveTo>
                  <a:pt x="925623" y="3959924"/>
                </a:moveTo>
                <a:cubicBezTo>
                  <a:pt x="746683" y="3959924"/>
                  <a:pt x="601623" y="3814864"/>
                  <a:pt x="601623" y="3635924"/>
                </a:cubicBezTo>
                <a:cubicBezTo>
                  <a:pt x="601623" y="3456984"/>
                  <a:pt x="746683" y="3311924"/>
                  <a:pt x="925623" y="3311924"/>
                </a:cubicBezTo>
                <a:cubicBezTo>
                  <a:pt x="1104563" y="3311924"/>
                  <a:pt x="1249623" y="3456984"/>
                  <a:pt x="1249623" y="3635924"/>
                </a:cubicBezTo>
                <a:cubicBezTo>
                  <a:pt x="1249623" y="3814864"/>
                  <a:pt x="1104563" y="3959924"/>
                  <a:pt x="925623" y="395992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Donut 87">
            <a:extLst>
              <a:ext uri="{FF2B5EF4-FFF2-40B4-BE49-F238E27FC236}">
                <a16:creationId xmlns:a16="http://schemas.microsoft.com/office/drawing/2014/main" id="{F117A3DB-2B64-4708-92CE-9CD1A0078161}"/>
              </a:ext>
            </a:extLst>
          </p:cNvPr>
          <p:cNvSpPr/>
          <p:nvPr userDrawn="1"/>
        </p:nvSpPr>
        <p:spPr>
          <a:xfrm>
            <a:off x="5691893" y="1539942"/>
            <a:ext cx="507661" cy="521714"/>
          </a:xfrm>
          <a:custGeom>
            <a:avLst/>
            <a:gdLst/>
            <a:ahLst/>
            <a:cxnLst/>
            <a:rect l="l" t="t" r="r" b="b"/>
            <a:pathLst>
              <a:path w="356471" h="366339">
                <a:moveTo>
                  <a:pt x="144025" y="123680"/>
                </a:moveTo>
                <a:cubicBezTo>
                  <a:pt x="89551" y="123680"/>
                  <a:pt x="45391" y="167840"/>
                  <a:pt x="45391" y="222314"/>
                </a:cubicBezTo>
                <a:cubicBezTo>
                  <a:pt x="45391" y="276788"/>
                  <a:pt x="89551" y="320948"/>
                  <a:pt x="144025" y="320948"/>
                </a:cubicBezTo>
                <a:cubicBezTo>
                  <a:pt x="198499" y="320948"/>
                  <a:pt x="242659" y="276788"/>
                  <a:pt x="242659" y="222314"/>
                </a:cubicBezTo>
                <a:cubicBezTo>
                  <a:pt x="242659" y="167840"/>
                  <a:pt x="198499" y="123680"/>
                  <a:pt x="144025" y="123680"/>
                </a:cubicBezTo>
                <a:close/>
                <a:moveTo>
                  <a:pt x="354808" y="0"/>
                </a:moveTo>
                <a:lnTo>
                  <a:pt x="356471" y="85288"/>
                </a:lnTo>
                <a:lnTo>
                  <a:pt x="334733" y="64382"/>
                </a:lnTo>
                <a:lnTo>
                  <a:pt x="260258" y="141819"/>
                </a:lnTo>
                <a:cubicBezTo>
                  <a:pt x="278587" y="163579"/>
                  <a:pt x="288050" y="191841"/>
                  <a:pt x="288050" y="222314"/>
                </a:cubicBezTo>
                <a:cubicBezTo>
                  <a:pt x="288050" y="301857"/>
                  <a:pt x="223568" y="366339"/>
                  <a:pt x="144025" y="366339"/>
                </a:cubicBezTo>
                <a:cubicBezTo>
                  <a:pt x="64482" y="366339"/>
                  <a:pt x="0" y="301857"/>
                  <a:pt x="0" y="222314"/>
                </a:cubicBezTo>
                <a:cubicBezTo>
                  <a:pt x="0" y="142771"/>
                  <a:pt x="64482" y="78289"/>
                  <a:pt x="144025" y="78289"/>
                </a:cubicBezTo>
                <a:cubicBezTo>
                  <a:pt x="170876" y="78289"/>
                  <a:pt x="196011" y="85637"/>
                  <a:pt x="216282" y="100527"/>
                </a:cubicBezTo>
                <a:lnTo>
                  <a:pt x="291257" y="22569"/>
                </a:lnTo>
                <a:lnTo>
                  <a:pt x="269519" y="166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7" name="Donut 90">
            <a:extLst>
              <a:ext uri="{FF2B5EF4-FFF2-40B4-BE49-F238E27FC236}">
                <a16:creationId xmlns:a16="http://schemas.microsoft.com/office/drawing/2014/main" id="{E48F1448-43CB-4518-9623-3AA69ED79F98}"/>
              </a:ext>
            </a:extLst>
          </p:cNvPr>
          <p:cNvSpPr/>
          <p:nvPr userDrawn="1"/>
        </p:nvSpPr>
        <p:spPr>
          <a:xfrm>
            <a:off x="6568402" y="1501877"/>
            <a:ext cx="532052" cy="543757"/>
          </a:xfrm>
          <a:custGeom>
            <a:avLst/>
            <a:gdLst/>
            <a:ahLst/>
            <a:cxnLst/>
            <a:rect l="l" t="t" r="r" b="b"/>
            <a:pathLst>
              <a:path w="373598" h="381817">
                <a:moveTo>
                  <a:pt x="229573" y="45391"/>
                </a:moveTo>
                <a:cubicBezTo>
                  <a:pt x="175099" y="45391"/>
                  <a:pt x="130939" y="89551"/>
                  <a:pt x="130939" y="144025"/>
                </a:cubicBezTo>
                <a:cubicBezTo>
                  <a:pt x="130939" y="198499"/>
                  <a:pt x="175099" y="242659"/>
                  <a:pt x="229573" y="242659"/>
                </a:cubicBezTo>
                <a:cubicBezTo>
                  <a:pt x="284047" y="242659"/>
                  <a:pt x="328207" y="198499"/>
                  <a:pt x="328207" y="144025"/>
                </a:cubicBezTo>
                <a:cubicBezTo>
                  <a:pt x="328207" y="89551"/>
                  <a:pt x="284047" y="45391"/>
                  <a:pt x="229573" y="45391"/>
                </a:cubicBezTo>
                <a:close/>
                <a:moveTo>
                  <a:pt x="229573" y="0"/>
                </a:moveTo>
                <a:cubicBezTo>
                  <a:pt x="309116" y="0"/>
                  <a:pt x="373598" y="64482"/>
                  <a:pt x="373598" y="144025"/>
                </a:cubicBezTo>
                <a:cubicBezTo>
                  <a:pt x="373598" y="223568"/>
                  <a:pt x="309116" y="288050"/>
                  <a:pt x="229573" y="288050"/>
                </a:cubicBezTo>
                <a:cubicBezTo>
                  <a:pt x="202172" y="288050"/>
                  <a:pt x="176558" y="280398"/>
                  <a:pt x="156060" y="264966"/>
                </a:cubicBezTo>
                <a:lnTo>
                  <a:pt x="128993" y="292033"/>
                </a:lnTo>
                <a:lnTo>
                  <a:pt x="160228" y="323268"/>
                </a:lnTo>
                <a:cubicBezTo>
                  <a:pt x="171055" y="334095"/>
                  <a:pt x="171055" y="351650"/>
                  <a:pt x="160228" y="362477"/>
                </a:cubicBezTo>
                <a:cubicBezTo>
                  <a:pt x="149401" y="373304"/>
                  <a:pt x="131846" y="373304"/>
                  <a:pt x="121019" y="362477"/>
                </a:cubicBezTo>
                <a:lnTo>
                  <a:pt x="89784" y="331242"/>
                </a:lnTo>
                <a:lnTo>
                  <a:pt x="39209" y="381817"/>
                </a:lnTo>
                <a:cubicBezTo>
                  <a:pt x="28381" y="392644"/>
                  <a:pt x="10827" y="392644"/>
                  <a:pt x="0" y="381817"/>
                </a:cubicBezTo>
                <a:cubicBezTo>
                  <a:pt x="-10828" y="370989"/>
                  <a:pt x="-10828" y="353435"/>
                  <a:pt x="0" y="342608"/>
                </a:cubicBezTo>
                <a:lnTo>
                  <a:pt x="50575" y="292033"/>
                </a:lnTo>
                <a:lnTo>
                  <a:pt x="16166" y="257624"/>
                </a:lnTo>
                <a:cubicBezTo>
                  <a:pt x="5339" y="246797"/>
                  <a:pt x="5339" y="229242"/>
                  <a:pt x="16166" y="218415"/>
                </a:cubicBezTo>
                <a:cubicBezTo>
                  <a:pt x="26993" y="207588"/>
                  <a:pt x="44548" y="207588"/>
                  <a:pt x="55375" y="218415"/>
                </a:cubicBezTo>
                <a:lnTo>
                  <a:pt x="89784" y="252824"/>
                </a:lnTo>
                <a:lnTo>
                  <a:pt x="115252" y="227356"/>
                </a:lnTo>
                <a:cubicBezTo>
                  <a:pt x="95803" y="205073"/>
                  <a:pt x="85548" y="175747"/>
                  <a:pt x="85548" y="144025"/>
                </a:cubicBezTo>
                <a:cubicBezTo>
                  <a:pt x="85548" y="64482"/>
                  <a:pt x="150030" y="0"/>
                  <a:pt x="22957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98" name="Oval 6">
            <a:extLst>
              <a:ext uri="{FF2B5EF4-FFF2-40B4-BE49-F238E27FC236}">
                <a16:creationId xmlns:a16="http://schemas.microsoft.com/office/drawing/2014/main" id="{0FCC96CE-38E3-444A-AE0C-91063B906200}"/>
              </a:ext>
            </a:extLst>
          </p:cNvPr>
          <p:cNvSpPr/>
          <p:nvPr userDrawn="1"/>
        </p:nvSpPr>
        <p:spPr>
          <a:xfrm>
            <a:off x="7560710" y="2604583"/>
            <a:ext cx="507960" cy="502639"/>
          </a:xfrm>
          <a:custGeom>
            <a:avLst/>
            <a:gdLst/>
            <a:ahLst/>
            <a:cxnLst/>
            <a:rect l="l" t="t" r="r" b="b"/>
            <a:pathLst>
              <a:path w="3220460" h="3186731">
                <a:moveTo>
                  <a:pt x="1762834" y="1282034"/>
                </a:moveTo>
                <a:lnTo>
                  <a:pt x="273698" y="2771171"/>
                </a:lnTo>
                <a:cubicBezTo>
                  <a:pt x="253145" y="2791724"/>
                  <a:pt x="253145" y="2825048"/>
                  <a:pt x="273698" y="2845601"/>
                </a:cubicBezTo>
                <a:cubicBezTo>
                  <a:pt x="294251" y="2866154"/>
                  <a:pt x="327575" y="2866154"/>
                  <a:pt x="348128" y="2845601"/>
                </a:cubicBezTo>
                <a:lnTo>
                  <a:pt x="1830131" y="1363598"/>
                </a:lnTo>
                <a:close/>
                <a:moveTo>
                  <a:pt x="2703218" y="237332"/>
                </a:moveTo>
                <a:cubicBezTo>
                  <a:pt x="2623680" y="237332"/>
                  <a:pt x="2559202" y="301810"/>
                  <a:pt x="2559202" y="381348"/>
                </a:cubicBezTo>
                <a:cubicBezTo>
                  <a:pt x="2559202" y="460886"/>
                  <a:pt x="2623680" y="525364"/>
                  <a:pt x="2703218" y="525364"/>
                </a:cubicBezTo>
                <a:cubicBezTo>
                  <a:pt x="2782756" y="525364"/>
                  <a:pt x="2847234" y="460886"/>
                  <a:pt x="2847234" y="381348"/>
                </a:cubicBezTo>
                <a:cubicBezTo>
                  <a:pt x="2847234" y="301810"/>
                  <a:pt x="2782756" y="237332"/>
                  <a:pt x="2703218" y="237332"/>
                </a:cubicBezTo>
                <a:close/>
                <a:moveTo>
                  <a:pt x="2413103" y="0"/>
                </a:moveTo>
                <a:cubicBezTo>
                  <a:pt x="2858994" y="0"/>
                  <a:pt x="3220460" y="361466"/>
                  <a:pt x="3220460" y="807357"/>
                </a:cubicBezTo>
                <a:cubicBezTo>
                  <a:pt x="3220460" y="1253248"/>
                  <a:pt x="2858994" y="1614714"/>
                  <a:pt x="2413103" y="1614714"/>
                </a:cubicBezTo>
                <a:cubicBezTo>
                  <a:pt x="2305542" y="1614714"/>
                  <a:pt x="2202893" y="1593680"/>
                  <a:pt x="2109223" y="1555067"/>
                </a:cubicBezTo>
                <a:lnTo>
                  <a:pt x="2191945" y="1637789"/>
                </a:lnTo>
                <a:cubicBezTo>
                  <a:pt x="2226856" y="1672699"/>
                  <a:pt x="2226855" y="1729300"/>
                  <a:pt x="2191945" y="1764210"/>
                </a:cubicBezTo>
                <a:lnTo>
                  <a:pt x="2045068" y="1911087"/>
                </a:lnTo>
                <a:cubicBezTo>
                  <a:pt x="2010158" y="1945998"/>
                  <a:pt x="1953557" y="1945998"/>
                  <a:pt x="1918647" y="1911087"/>
                </a:cubicBezTo>
                <a:lnTo>
                  <a:pt x="1799123" y="1791564"/>
                </a:lnTo>
                <a:lnTo>
                  <a:pt x="1749496" y="1841190"/>
                </a:lnTo>
                <a:lnTo>
                  <a:pt x="1832980" y="1924673"/>
                </a:lnTo>
                <a:lnTo>
                  <a:pt x="1761893" y="1995760"/>
                </a:lnTo>
                <a:lnTo>
                  <a:pt x="1678410" y="1912277"/>
                </a:lnTo>
                <a:lnTo>
                  <a:pt x="1650246" y="1940441"/>
                </a:lnTo>
                <a:lnTo>
                  <a:pt x="1735612" y="2025807"/>
                </a:lnTo>
                <a:lnTo>
                  <a:pt x="1573330" y="2188089"/>
                </a:lnTo>
                <a:lnTo>
                  <a:pt x="1487964" y="2102723"/>
                </a:lnTo>
                <a:lnTo>
                  <a:pt x="1451742" y="2138944"/>
                </a:lnTo>
                <a:lnTo>
                  <a:pt x="1537109" y="2224311"/>
                </a:lnTo>
                <a:lnTo>
                  <a:pt x="1374830" y="2386590"/>
                </a:lnTo>
                <a:lnTo>
                  <a:pt x="1289463" y="2301223"/>
                </a:lnTo>
                <a:lnTo>
                  <a:pt x="1225079" y="2365608"/>
                </a:lnTo>
                <a:lnTo>
                  <a:pt x="1310445" y="2450974"/>
                </a:lnTo>
                <a:lnTo>
                  <a:pt x="1239358" y="2522061"/>
                </a:lnTo>
                <a:lnTo>
                  <a:pt x="1153992" y="2436695"/>
                </a:lnTo>
                <a:lnTo>
                  <a:pt x="1104364" y="2486322"/>
                </a:lnTo>
                <a:lnTo>
                  <a:pt x="1189730" y="2571689"/>
                </a:lnTo>
                <a:lnTo>
                  <a:pt x="1034153" y="2727266"/>
                </a:lnTo>
                <a:lnTo>
                  <a:pt x="948787" y="2641900"/>
                </a:lnTo>
                <a:lnTo>
                  <a:pt x="905863" y="2684824"/>
                </a:lnTo>
                <a:lnTo>
                  <a:pt x="991230" y="2770191"/>
                </a:lnTo>
                <a:lnTo>
                  <a:pt x="842353" y="2919067"/>
                </a:lnTo>
                <a:lnTo>
                  <a:pt x="756986" y="2833700"/>
                </a:lnTo>
                <a:lnTo>
                  <a:pt x="692119" y="2898567"/>
                </a:lnTo>
                <a:lnTo>
                  <a:pt x="777486" y="2983934"/>
                </a:lnTo>
                <a:lnTo>
                  <a:pt x="628610" y="3132811"/>
                </a:lnTo>
                <a:lnTo>
                  <a:pt x="618557" y="3122757"/>
                </a:lnTo>
                <a:lnTo>
                  <a:pt x="622830" y="3134825"/>
                </a:lnTo>
                <a:lnTo>
                  <a:pt x="346551" y="3150831"/>
                </a:lnTo>
                <a:lnTo>
                  <a:pt x="0" y="3186731"/>
                </a:lnTo>
                <a:lnTo>
                  <a:pt x="51749" y="2750557"/>
                </a:lnTo>
                <a:lnTo>
                  <a:pt x="48979" y="2747788"/>
                </a:lnTo>
                <a:lnTo>
                  <a:pt x="52495" y="2744272"/>
                </a:lnTo>
                <a:lnTo>
                  <a:pt x="52938" y="2740533"/>
                </a:lnTo>
                <a:lnTo>
                  <a:pt x="54575" y="2742192"/>
                </a:lnTo>
                <a:lnTo>
                  <a:pt x="1671288" y="1125479"/>
                </a:lnTo>
                <a:cubicBezTo>
                  <a:pt x="1628971" y="1027979"/>
                  <a:pt x="1605746" y="920380"/>
                  <a:pt x="1605746" y="807357"/>
                </a:cubicBezTo>
                <a:cubicBezTo>
                  <a:pt x="1605746" y="361466"/>
                  <a:pt x="1967212" y="0"/>
                  <a:pt x="241310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9" name="Block Arc 25">
            <a:extLst>
              <a:ext uri="{FF2B5EF4-FFF2-40B4-BE49-F238E27FC236}">
                <a16:creationId xmlns:a16="http://schemas.microsoft.com/office/drawing/2014/main" id="{76D1FECF-A1ED-449A-B217-CCE23709CA38}"/>
              </a:ext>
            </a:extLst>
          </p:cNvPr>
          <p:cNvSpPr/>
          <p:nvPr userDrawn="1"/>
        </p:nvSpPr>
        <p:spPr>
          <a:xfrm>
            <a:off x="5081797" y="2603460"/>
            <a:ext cx="349473" cy="504884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0" name="Block Arc 31">
            <a:extLst>
              <a:ext uri="{FF2B5EF4-FFF2-40B4-BE49-F238E27FC236}">
                <a16:creationId xmlns:a16="http://schemas.microsoft.com/office/drawing/2014/main" id="{6D5EA139-369F-4956-9B11-282159C01BC5}"/>
              </a:ext>
            </a:extLst>
          </p:cNvPr>
          <p:cNvSpPr/>
          <p:nvPr userDrawn="1"/>
        </p:nvSpPr>
        <p:spPr>
          <a:xfrm>
            <a:off x="8411005" y="2603460"/>
            <a:ext cx="455959" cy="504884"/>
          </a:xfrm>
          <a:custGeom>
            <a:avLst/>
            <a:gdLst/>
            <a:ahLst/>
            <a:cxnLst/>
            <a:rect l="l" t="t" r="r" b="b"/>
            <a:pathLst>
              <a:path w="2890784" h="3200962">
                <a:moveTo>
                  <a:pt x="1107828" y="2097026"/>
                </a:moveTo>
                <a:cubicBezTo>
                  <a:pt x="1025313" y="2097026"/>
                  <a:pt x="958422" y="2163918"/>
                  <a:pt x="958422" y="2246432"/>
                </a:cubicBezTo>
                <a:cubicBezTo>
                  <a:pt x="958422" y="2302715"/>
                  <a:pt x="989545" y="2351730"/>
                  <a:pt x="1036589" y="2375275"/>
                </a:cubicBezTo>
                <a:lnTo>
                  <a:pt x="985421" y="2684898"/>
                </a:lnTo>
                <a:lnTo>
                  <a:pt x="1230235" y="2684898"/>
                </a:lnTo>
                <a:lnTo>
                  <a:pt x="1179067" y="2375275"/>
                </a:lnTo>
                <a:cubicBezTo>
                  <a:pt x="1226111" y="2351730"/>
                  <a:pt x="1257233" y="2302715"/>
                  <a:pt x="1257233" y="2246432"/>
                </a:cubicBezTo>
                <a:cubicBezTo>
                  <a:pt x="1257233" y="2163918"/>
                  <a:pt x="1190342" y="2097026"/>
                  <a:pt x="1107828" y="2097026"/>
                </a:cubicBezTo>
                <a:close/>
                <a:moveTo>
                  <a:pt x="2199259" y="56"/>
                </a:moveTo>
                <a:cubicBezTo>
                  <a:pt x="2572924" y="-4720"/>
                  <a:pt x="2881009" y="291773"/>
                  <a:pt x="2890561" y="665346"/>
                </a:cubicBezTo>
                <a:lnTo>
                  <a:pt x="2843000" y="666562"/>
                </a:lnTo>
                <a:lnTo>
                  <a:pt x="2890784" y="666562"/>
                </a:lnTo>
                <a:lnTo>
                  <a:pt x="2890784" y="1580962"/>
                </a:lnTo>
                <a:lnTo>
                  <a:pt x="2625345" y="1580962"/>
                </a:lnTo>
                <a:lnTo>
                  <a:pt x="2625345" y="672127"/>
                </a:lnTo>
                <a:lnTo>
                  <a:pt x="2623811" y="672166"/>
                </a:lnTo>
                <a:cubicBezTo>
                  <a:pt x="2617992" y="444585"/>
                  <a:pt x="2430306" y="263961"/>
                  <a:pt x="2202670" y="266871"/>
                </a:cubicBezTo>
                <a:cubicBezTo>
                  <a:pt x="1975033" y="269781"/>
                  <a:pt x="1792025" y="455143"/>
                  <a:pt x="1792025" y="682798"/>
                </a:cubicBezTo>
                <a:lnTo>
                  <a:pt x="1790626" y="682798"/>
                </a:lnTo>
                <a:lnTo>
                  <a:pt x="1790626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1525187" y="1580962"/>
                </a:lnTo>
                <a:lnTo>
                  <a:pt x="1525187" y="676764"/>
                </a:lnTo>
                <a:lnTo>
                  <a:pt x="1525791" y="676764"/>
                </a:lnTo>
                <a:cubicBezTo>
                  <a:pt x="1528430" y="305830"/>
                  <a:pt x="1827609" y="4806"/>
                  <a:pt x="2199259" y="5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1" name="Freeform 53">
            <a:extLst>
              <a:ext uri="{FF2B5EF4-FFF2-40B4-BE49-F238E27FC236}">
                <a16:creationId xmlns:a16="http://schemas.microsoft.com/office/drawing/2014/main" id="{B34F68FE-7F1F-4593-930E-9C4CEB4990EF}"/>
              </a:ext>
            </a:extLst>
          </p:cNvPr>
          <p:cNvSpPr/>
          <p:nvPr userDrawn="1"/>
        </p:nvSpPr>
        <p:spPr>
          <a:xfrm>
            <a:off x="10130939" y="2599748"/>
            <a:ext cx="499664" cy="512309"/>
          </a:xfrm>
          <a:custGeom>
            <a:avLst/>
            <a:gdLst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38125 w 2305050"/>
              <a:gd name="connsiteY16" fmla="*/ 217170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60071 w 2305050"/>
              <a:gd name="connsiteY16" fmla="*/ 2087575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6647 w 2305050"/>
              <a:gd name="connsiteY16" fmla="*/ 2094890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47675 w 2305050"/>
              <a:gd name="connsiteY15" fmla="*/ 227647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66950 w 2305050"/>
              <a:gd name="connsiteY3" fmla="*/ 657225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19300 w 2305050"/>
              <a:gd name="connsiteY2" fmla="*/ 428625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81480 w 2305050"/>
              <a:gd name="connsiteY2" fmla="*/ 476174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04671 w 2305050"/>
              <a:gd name="connsiteY2" fmla="*/ 468859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2554 w 2305050"/>
              <a:gd name="connsiteY3" fmla="*/ 627964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70609 w 2305050"/>
              <a:gd name="connsiteY3" fmla="*/ 649910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60779 w 2305050"/>
              <a:gd name="connsiteY2" fmla="*/ 472517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1982725 w 2305050"/>
              <a:gd name="connsiteY2" fmla="*/ 494463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3875 w 2305050"/>
              <a:gd name="connsiteY17" fmla="*/ 714375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305050"/>
              <a:gd name="connsiteY0" fmla="*/ 0 h 2352675"/>
              <a:gd name="connsiteX1" fmla="*/ 771525 w 2305050"/>
              <a:gd name="connsiteY1" fmla="*/ 561975 h 2352675"/>
              <a:gd name="connsiteX2" fmla="*/ 2041246 w 2305050"/>
              <a:gd name="connsiteY2" fmla="*/ 498120 h 2352675"/>
              <a:gd name="connsiteX3" fmla="*/ 2296212 w 2305050"/>
              <a:gd name="connsiteY3" fmla="*/ 646252 h 2352675"/>
              <a:gd name="connsiteX4" fmla="*/ 1143000 w 2305050"/>
              <a:gd name="connsiteY4" fmla="*/ 1009650 h 2352675"/>
              <a:gd name="connsiteX5" fmla="*/ 1628775 w 2305050"/>
              <a:gd name="connsiteY5" fmla="*/ 1533525 h 2352675"/>
              <a:gd name="connsiteX6" fmla="*/ 2076450 w 2305050"/>
              <a:gd name="connsiteY6" fmla="*/ 1533525 h 2352675"/>
              <a:gd name="connsiteX7" fmla="*/ 2305050 w 2305050"/>
              <a:gd name="connsiteY7" fmla="*/ 1724025 h 2352675"/>
              <a:gd name="connsiteX8" fmla="*/ 1838325 w 2305050"/>
              <a:gd name="connsiteY8" fmla="*/ 1857375 h 2352675"/>
              <a:gd name="connsiteX9" fmla="*/ 2009775 w 2305050"/>
              <a:gd name="connsiteY9" fmla="*/ 2105025 h 2352675"/>
              <a:gd name="connsiteX10" fmla="*/ 1733550 w 2305050"/>
              <a:gd name="connsiteY10" fmla="*/ 1971675 h 2352675"/>
              <a:gd name="connsiteX11" fmla="*/ 1543050 w 2305050"/>
              <a:gd name="connsiteY11" fmla="*/ 2352675 h 2352675"/>
              <a:gd name="connsiteX12" fmla="*/ 1314450 w 2305050"/>
              <a:gd name="connsiteY12" fmla="*/ 2133600 h 2352675"/>
              <a:gd name="connsiteX13" fmla="*/ 1447800 w 2305050"/>
              <a:gd name="connsiteY13" fmla="*/ 1771650 h 2352675"/>
              <a:gd name="connsiteX14" fmla="*/ 923925 w 2305050"/>
              <a:gd name="connsiteY14" fmla="*/ 1190625 h 2352675"/>
              <a:gd name="connsiteX15" fmla="*/ 414757 w 2305050"/>
              <a:gd name="connsiteY15" fmla="*/ 2305735 h 2352675"/>
              <a:gd name="connsiteX16" fmla="*/ 292990 w 2305050"/>
              <a:gd name="connsiteY16" fmla="*/ 2036368 h 2352675"/>
              <a:gd name="connsiteX17" fmla="*/ 520217 w 2305050"/>
              <a:gd name="connsiteY17" fmla="*/ 750951 h 2352675"/>
              <a:gd name="connsiteX18" fmla="*/ 0 w 2305050"/>
              <a:gd name="connsiteY18" fmla="*/ 0 h 2352675"/>
              <a:gd name="connsiteX0" fmla="*/ 0 w 2294077"/>
              <a:gd name="connsiteY0" fmla="*/ 0 h 2363647"/>
              <a:gd name="connsiteX1" fmla="*/ 760552 w 2294077"/>
              <a:gd name="connsiteY1" fmla="*/ 572947 h 2363647"/>
              <a:gd name="connsiteX2" fmla="*/ 2030273 w 2294077"/>
              <a:gd name="connsiteY2" fmla="*/ 509092 h 2363647"/>
              <a:gd name="connsiteX3" fmla="*/ 2285239 w 2294077"/>
              <a:gd name="connsiteY3" fmla="*/ 657224 h 2363647"/>
              <a:gd name="connsiteX4" fmla="*/ 1132027 w 2294077"/>
              <a:gd name="connsiteY4" fmla="*/ 1020622 h 2363647"/>
              <a:gd name="connsiteX5" fmla="*/ 1617802 w 2294077"/>
              <a:gd name="connsiteY5" fmla="*/ 1544497 h 2363647"/>
              <a:gd name="connsiteX6" fmla="*/ 2065477 w 2294077"/>
              <a:gd name="connsiteY6" fmla="*/ 1544497 h 2363647"/>
              <a:gd name="connsiteX7" fmla="*/ 2294077 w 2294077"/>
              <a:gd name="connsiteY7" fmla="*/ 1734997 h 2363647"/>
              <a:gd name="connsiteX8" fmla="*/ 1827352 w 2294077"/>
              <a:gd name="connsiteY8" fmla="*/ 1868347 h 2363647"/>
              <a:gd name="connsiteX9" fmla="*/ 1998802 w 2294077"/>
              <a:gd name="connsiteY9" fmla="*/ 2115997 h 2363647"/>
              <a:gd name="connsiteX10" fmla="*/ 1722577 w 2294077"/>
              <a:gd name="connsiteY10" fmla="*/ 1982647 h 2363647"/>
              <a:gd name="connsiteX11" fmla="*/ 1532077 w 2294077"/>
              <a:gd name="connsiteY11" fmla="*/ 2363647 h 2363647"/>
              <a:gd name="connsiteX12" fmla="*/ 1303477 w 2294077"/>
              <a:gd name="connsiteY12" fmla="*/ 2144572 h 2363647"/>
              <a:gd name="connsiteX13" fmla="*/ 1436827 w 2294077"/>
              <a:gd name="connsiteY13" fmla="*/ 1782622 h 2363647"/>
              <a:gd name="connsiteX14" fmla="*/ 912952 w 2294077"/>
              <a:gd name="connsiteY14" fmla="*/ 1201597 h 2363647"/>
              <a:gd name="connsiteX15" fmla="*/ 403784 w 2294077"/>
              <a:gd name="connsiteY15" fmla="*/ 2316707 h 2363647"/>
              <a:gd name="connsiteX16" fmla="*/ 282017 w 2294077"/>
              <a:gd name="connsiteY16" fmla="*/ 2047340 h 2363647"/>
              <a:gd name="connsiteX17" fmla="*/ 509244 w 2294077"/>
              <a:gd name="connsiteY17" fmla="*/ 761923 h 2363647"/>
              <a:gd name="connsiteX18" fmla="*/ 0 w 2294077"/>
              <a:gd name="connsiteY18" fmla="*/ 0 h 2363647"/>
              <a:gd name="connsiteX0" fmla="*/ 6569 w 2300646"/>
              <a:gd name="connsiteY0" fmla="*/ 0 h 2363647"/>
              <a:gd name="connsiteX1" fmla="*/ 767121 w 2300646"/>
              <a:gd name="connsiteY1" fmla="*/ 572947 h 2363647"/>
              <a:gd name="connsiteX2" fmla="*/ 2036842 w 2300646"/>
              <a:gd name="connsiteY2" fmla="*/ 509092 h 2363647"/>
              <a:gd name="connsiteX3" fmla="*/ 2291808 w 2300646"/>
              <a:gd name="connsiteY3" fmla="*/ 657224 h 2363647"/>
              <a:gd name="connsiteX4" fmla="*/ 1138596 w 2300646"/>
              <a:gd name="connsiteY4" fmla="*/ 1020622 h 2363647"/>
              <a:gd name="connsiteX5" fmla="*/ 1624371 w 2300646"/>
              <a:gd name="connsiteY5" fmla="*/ 1544497 h 2363647"/>
              <a:gd name="connsiteX6" fmla="*/ 2072046 w 2300646"/>
              <a:gd name="connsiteY6" fmla="*/ 1544497 h 2363647"/>
              <a:gd name="connsiteX7" fmla="*/ 2300646 w 2300646"/>
              <a:gd name="connsiteY7" fmla="*/ 1734997 h 2363647"/>
              <a:gd name="connsiteX8" fmla="*/ 1833921 w 2300646"/>
              <a:gd name="connsiteY8" fmla="*/ 1868347 h 2363647"/>
              <a:gd name="connsiteX9" fmla="*/ 2005371 w 2300646"/>
              <a:gd name="connsiteY9" fmla="*/ 2115997 h 2363647"/>
              <a:gd name="connsiteX10" fmla="*/ 1729146 w 2300646"/>
              <a:gd name="connsiteY10" fmla="*/ 1982647 h 2363647"/>
              <a:gd name="connsiteX11" fmla="*/ 1538646 w 2300646"/>
              <a:gd name="connsiteY11" fmla="*/ 2363647 h 2363647"/>
              <a:gd name="connsiteX12" fmla="*/ 1310046 w 2300646"/>
              <a:gd name="connsiteY12" fmla="*/ 2144572 h 2363647"/>
              <a:gd name="connsiteX13" fmla="*/ 1443396 w 2300646"/>
              <a:gd name="connsiteY13" fmla="*/ 1782622 h 2363647"/>
              <a:gd name="connsiteX14" fmla="*/ 919521 w 2300646"/>
              <a:gd name="connsiteY14" fmla="*/ 1201597 h 2363647"/>
              <a:gd name="connsiteX15" fmla="*/ 410353 w 2300646"/>
              <a:gd name="connsiteY15" fmla="*/ 2316707 h 2363647"/>
              <a:gd name="connsiteX16" fmla="*/ 288586 w 2300646"/>
              <a:gd name="connsiteY16" fmla="*/ 2047340 h 2363647"/>
              <a:gd name="connsiteX17" fmla="*/ 515813 w 2300646"/>
              <a:gd name="connsiteY17" fmla="*/ 761923 h 2363647"/>
              <a:gd name="connsiteX18" fmla="*/ 6569 w 2300646"/>
              <a:gd name="connsiteY18" fmla="*/ 0 h 2363647"/>
              <a:gd name="connsiteX0" fmla="*/ 6569 w 2300646"/>
              <a:gd name="connsiteY0" fmla="*/ 5505 h 2369152"/>
              <a:gd name="connsiteX1" fmla="*/ 767121 w 2300646"/>
              <a:gd name="connsiteY1" fmla="*/ 578452 h 2369152"/>
              <a:gd name="connsiteX2" fmla="*/ 2036842 w 2300646"/>
              <a:gd name="connsiteY2" fmla="*/ 514597 h 2369152"/>
              <a:gd name="connsiteX3" fmla="*/ 2291808 w 2300646"/>
              <a:gd name="connsiteY3" fmla="*/ 662729 h 2369152"/>
              <a:gd name="connsiteX4" fmla="*/ 1138596 w 2300646"/>
              <a:gd name="connsiteY4" fmla="*/ 1026127 h 2369152"/>
              <a:gd name="connsiteX5" fmla="*/ 1624371 w 2300646"/>
              <a:gd name="connsiteY5" fmla="*/ 1550002 h 2369152"/>
              <a:gd name="connsiteX6" fmla="*/ 2072046 w 2300646"/>
              <a:gd name="connsiteY6" fmla="*/ 1550002 h 2369152"/>
              <a:gd name="connsiteX7" fmla="*/ 2300646 w 2300646"/>
              <a:gd name="connsiteY7" fmla="*/ 1740502 h 2369152"/>
              <a:gd name="connsiteX8" fmla="*/ 1833921 w 2300646"/>
              <a:gd name="connsiteY8" fmla="*/ 1873852 h 2369152"/>
              <a:gd name="connsiteX9" fmla="*/ 2005371 w 2300646"/>
              <a:gd name="connsiteY9" fmla="*/ 2121502 h 2369152"/>
              <a:gd name="connsiteX10" fmla="*/ 1729146 w 2300646"/>
              <a:gd name="connsiteY10" fmla="*/ 1988152 h 2369152"/>
              <a:gd name="connsiteX11" fmla="*/ 1538646 w 2300646"/>
              <a:gd name="connsiteY11" fmla="*/ 2369152 h 2369152"/>
              <a:gd name="connsiteX12" fmla="*/ 1310046 w 2300646"/>
              <a:gd name="connsiteY12" fmla="*/ 2150077 h 2369152"/>
              <a:gd name="connsiteX13" fmla="*/ 1443396 w 2300646"/>
              <a:gd name="connsiteY13" fmla="*/ 1788127 h 2369152"/>
              <a:gd name="connsiteX14" fmla="*/ 919521 w 2300646"/>
              <a:gd name="connsiteY14" fmla="*/ 1207102 h 2369152"/>
              <a:gd name="connsiteX15" fmla="*/ 410353 w 2300646"/>
              <a:gd name="connsiteY15" fmla="*/ 2322212 h 2369152"/>
              <a:gd name="connsiteX16" fmla="*/ 288586 w 2300646"/>
              <a:gd name="connsiteY16" fmla="*/ 2052845 h 2369152"/>
              <a:gd name="connsiteX17" fmla="*/ 515813 w 2300646"/>
              <a:gd name="connsiteY17" fmla="*/ 767428 h 2369152"/>
              <a:gd name="connsiteX18" fmla="*/ 6569 w 2300646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24119 w 2305244"/>
              <a:gd name="connsiteY14" fmla="*/ 1207102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43194 w 2305244"/>
              <a:gd name="connsiteY4" fmla="*/ 1026127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185156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06618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898516 w 2305244"/>
              <a:gd name="connsiteY14" fmla="*/ 1196129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47994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73597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513830 w 2305244"/>
              <a:gd name="connsiteY13" fmla="*/ 1784469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28969 w 2305244"/>
              <a:gd name="connsiteY5" fmla="*/ 1550002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50914 w 2305244"/>
              <a:gd name="connsiteY5" fmla="*/ 1597551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76644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11167 w 2305244"/>
              <a:gd name="connsiteY0" fmla="*/ 5505 h 2369152"/>
              <a:gd name="connsiteX1" fmla="*/ 771719 w 2305244"/>
              <a:gd name="connsiteY1" fmla="*/ 578452 h 2369152"/>
              <a:gd name="connsiteX2" fmla="*/ 2041440 w 2305244"/>
              <a:gd name="connsiteY2" fmla="*/ 514597 h 2369152"/>
              <a:gd name="connsiteX3" fmla="*/ 2296406 w 2305244"/>
              <a:gd name="connsiteY3" fmla="*/ 662729 h 2369152"/>
              <a:gd name="connsiteX4" fmla="*/ 1124906 w 2305244"/>
              <a:gd name="connsiteY4" fmla="*/ 1004182 h 2369152"/>
              <a:gd name="connsiteX5" fmla="*/ 1676517 w 2305244"/>
              <a:gd name="connsiteY5" fmla="*/ 1608523 h 2369152"/>
              <a:gd name="connsiteX6" fmla="*/ 2032752 w 2305244"/>
              <a:gd name="connsiteY6" fmla="*/ 1550002 h 2369152"/>
              <a:gd name="connsiteX7" fmla="*/ 2305244 w 2305244"/>
              <a:gd name="connsiteY7" fmla="*/ 1740502 h 2369152"/>
              <a:gd name="connsiteX8" fmla="*/ 1838519 w 2305244"/>
              <a:gd name="connsiteY8" fmla="*/ 1873852 h 2369152"/>
              <a:gd name="connsiteX9" fmla="*/ 2009969 w 2305244"/>
              <a:gd name="connsiteY9" fmla="*/ 2121502 h 2369152"/>
              <a:gd name="connsiteX10" fmla="*/ 1733744 w 2305244"/>
              <a:gd name="connsiteY10" fmla="*/ 1988152 h 2369152"/>
              <a:gd name="connsiteX11" fmla="*/ 1543244 w 2305244"/>
              <a:gd name="connsiteY11" fmla="*/ 2369152 h 2369152"/>
              <a:gd name="connsiteX12" fmla="*/ 1314644 w 2305244"/>
              <a:gd name="connsiteY12" fmla="*/ 2150077 h 2369152"/>
              <a:gd name="connsiteX13" fmla="*/ 1495542 w 2305244"/>
              <a:gd name="connsiteY13" fmla="*/ 1788127 h 2369152"/>
              <a:gd name="connsiteX14" fmla="*/ 909489 w 2305244"/>
              <a:gd name="connsiteY14" fmla="*/ 1225390 h 2369152"/>
              <a:gd name="connsiteX15" fmla="*/ 414951 w 2305244"/>
              <a:gd name="connsiteY15" fmla="*/ 2322212 h 2369152"/>
              <a:gd name="connsiteX16" fmla="*/ 293184 w 2305244"/>
              <a:gd name="connsiteY16" fmla="*/ 2052845 h 2369152"/>
              <a:gd name="connsiteX17" fmla="*/ 520411 w 2305244"/>
              <a:gd name="connsiteY17" fmla="*/ 767428 h 2369152"/>
              <a:gd name="connsiteX18" fmla="*/ 11167 w 2305244"/>
              <a:gd name="connsiteY18" fmla="*/ 5505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24192 w 2305244"/>
              <a:gd name="connsiteY17" fmla="*/ 1641442 h 2369152"/>
              <a:gd name="connsiteX0" fmla="*/ 2305244 w 2305244"/>
              <a:gd name="connsiteY0" fmla="*/ 1740502 h 2369152"/>
              <a:gd name="connsiteX1" fmla="*/ 1838519 w 2305244"/>
              <a:gd name="connsiteY1" fmla="*/ 1873852 h 2369152"/>
              <a:gd name="connsiteX2" fmla="*/ 2009969 w 2305244"/>
              <a:gd name="connsiteY2" fmla="*/ 2121502 h 2369152"/>
              <a:gd name="connsiteX3" fmla="*/ 1733744 w 2305244"/>
              <a:gd name="connsiteY3" fmla="*/ 1988152 h 2369152"/>
              <a:gd name="connsiteX4" fmla="*/ 1543244 w 2305244"/>
              <a:gd name="connsiteY4" fmla="*/ 2369152 h 2369152"/>
              <a:gd name="connsiteX5" fmla="*/ 1314644 w 2305244"/>
              <a:gd name="connsiteY5" fmla="*/ 2150077 h 2369152"/>
              <a:gd name="connsiteX6" fmla="*/ 1495542 w 2305244"/>
              <a:gd name="connsiteY6" fmla="*/ 1788127 h 2369152"/>
              <a:gd name="connsiteX7" fmla="*/ 909489 w 2305244"/>
              <a:gd name="connsiteY7" fmla="*/ 1225390 h 2369152"/>
              <a:gd name="connsiteX8" fmla="*/ 414951 w 2305244"/>
              <a:gd name="connsiteY8" fmla="*/ 2322212 h 2369152"/>
              <a:gd name="connsiteX9" fmla="*/ 293184 w 2305244"/>
              <a:gd name="connsiteY9" fmla="*/ 2052845 h 2369152"/>
              <a:gd name="connsiteX10" fmla="*/ 520411 w 2305244"/>
              <a:gd name="connsiteY10" fmla="*/ 767428 h 2369152"/>
              <a:gd name="connsiteX11" fmla="*/ 11167 w 2305244"/>
              <a:gd name="connsiteY11" fmla="*/ 5505 h 2369152"/>
              <a:gd name="connsiteX12" fmla="*/ 771719 w 2305244"/>
              <a:gd name="connsiteY12" fmla="*/ 578452 h 2369152"/>
              <a:gd name="connsiteX13" fmla="*/ 2041440 w 2305244"/>
              <a:gd name="connsiteY13" fmla="*/ 514597 h 2369152"/>
              <a:gd name="connsiteX14" fmla="*/ 2296406 w 2305244"/>
              <a:gd name="connsiteY14" fmla="*/ 662729 h 2369152"/>
              <a:gd name="connsiteX15" fmla="*/ 1124906 w 2305244"/>
              <a:gd name="connsiteY15" fmla="*/ 1004182 h 2369152"/>
              <a:gd name="connsiteX16" fmla="*/ 1676517 w 2305244"/>
              <a:gd name="connsiteY16" fmla="*/ 1608523 h 2369152"/>
              <a:gd name="connsiteX17" fmla="*/ 2102246 w 2305244"/>
              <a:gd name="connsiteY17" fmla="*/ 1579262 h 2369152"/>
              <a:gd name="connsiteX0" fmla="*/ 2275983 w 2296406"/>
              <a:gd name="connsiteY0" fmla="*/ 1747817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7707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102246 w 2296406"/>
              <a:gd name="connsiteY17" fmla="*/ 1579262 h 2369152"/>
              <a:gd name="connsiteX0" fmla="*/ 2290614 w 2296406"/>
              <a:gd name="connsiteY0" fmla="*/ 1740502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57695 w 2296406"/>
              <a:gd name="connsiteY0" fmla="*/ 1755133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62012 w 2296406"/>
              <a:gd name="connsiteY17" fmla="*/ 1560974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1464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91454 w 2296406"/>
              <a:gd name="connsiteY5" fmla="*/ 2150077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69152"/>
              <a:gd name="connsiteX1" fmla="*/ 1838519 w 2296406"/>
              <a:gd name="connsiteY1" fmla="*/ 1873852 h 2369152"/>
              <a:gd name="connsiteX2" fmla="*/ 2009969 w 2296406"/>
              <a:gd name="connsiteY2" fmla="*/ 2121502 h 2369152"/>
              <a:gd name="connsiteX3" fmla="*/ 1733744 w 2296406"/>
              <a:gd name="connsiteY3" fmla="*/ 1988152 h 2369152"/>
              <a:gd name="connsiteX4" fmla="*/ 1543244 w 2296406"/>
              <a:gd name="connsiteY4" fmla="*/ 2369152 h 2369152"/>
              <a:gd name="connsiteX5" fmla="*/ 1380482 w 2296406"/>
              <a:gd name="connsiteY5" fmla="*/ 2120816 h 2369152"/>
              <a:gd name="connsiteX6" fmla="*/ 1495542 w 2296406"/>
              <a:gd name="connsiteY6" fmla="*/ 1788127 h 2369152"/>
              <a:gd name="connsiteX7" fmla="*/ 909489 w 2296406"/>
              <a:gd name="connsiteY7" fmla="*/ 1225390 h 2369152"/>
              <a:gd name="connsiteX8" fmla="*/ 414951 w 2296406"/>
              <a:gd name="connsiteY8" fmla="*/ 2322212 h 2369152"/>
              <a:gd name="connsiteX9" fmla="*/ 293184 w 2296406"/>
              <a:gd name="connsiteY9" fmla="*/ 2052845 h 2369152"/>
              <a:gd name="connsiteX10" fmla="*/ 520411 w 2296406"/>
              <a:gd name="connsiteY10" fmla="*/ 767428 h 2369152"/>
              <a:gd name="connsiteX11" fmla="*/ 11167 w 2296406"/>
              <a:gd name="connsiteY11" fmla="*/ 5505 h 2369152"/>
              <a:gd name="connsiteX12" fmla="*/ 771719 w 2296406"/>
              <a:gd name="connsiteY12" fmla="*/ 578452 h 2369152"/>
              <a:gd name="connsiteX13" fmla="*/ 2041440 w 2296406"/>
              <a:gd name="connsiteY13" fmla="*/ 514597 h 2369152"/>
              <a:gd name="connsiteX14" fmla="*/ 2296406 w 2296406"/>
              <a:gd name="connsiteY14" fmla="*/ 662729 h 2369152"/>
              <a:gd name="connsiteX15" fmla="*/ 1124906 w 2296406"/>
              <a:gd name="connsiteY15" fmla="*/ 1004182 h 2369152"/>
              <a:gd name="connsiteX16" fmla="*/ 1676517 w 2296406"/>
              <a:gd name="connsiteY16" fmla="*/ 1608523 h 2369152"/>
              <a:gd name="connsiteX17" fmla="*/ 2094931 w 2296406"/>
              <a:gd name="connsiteY17" fmla="*/ 1557316 h 2369152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733744 w 2296406"/>
              <a:gd name="connsiteY3" fmla="*/ 1988152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38519 w 2296406"/>
              <a:gd name="connsiteY1" fmla="*/ 1873852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09969 w 2296406"/>
              <a:gd name="connsiteY2" fmla="*/ 2121502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91681 w 2296406"/>
              <a:gd name="connsiteY2" fmla="*/ 2136133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2042887 w 2296406"/>
              <a:gd name="connsiteY2" fmla="*/ 2194655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16574 w 2296406"/>
              <a:gd name="connsiteY1" fmla="*/ 185190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3889 w 2296406"/>
              <a:gd name="connsiteY1" fmla="*/ 1837277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  <a:gd name="connsiteX0" fmla="*/ 2279640 w 2296406"/>
              <a:gd name="connsiteY0" fmla="*/ 1747818 h 2354521"/>
              <a:gd name="connsiteX1" fmla="*/ 1827546 w 2296406"/>
              <a:gd name="connsiteY1" fmla="*/ 1826304 h 2354521"/>
              <a:gd name="connsiteX2" fmla="*/ 1955104 w 2296406"/>
              <a:gd name="connsiteY2" fmla="*/ 2095900 h 2354521"/>
              <a:gd name="connsiteX3" fmla="*/ 1682537 w 2296406"/>
              <a:gd name="connsiteY3" fmla="*/ 1962549 h 2354521"/>
              <a:gd name="connsiteX4" fmla="*/ 1528613 w 2296406"/>
              <a:gd name="connsiteY4" fmla="*/ 2354521 h 2354521"/>
              <a:gd name="connsiteX5" fmla="*/ 1380482 w 2296406"/>
              <a:gd name="connsiteY5" fmla="*/ 2120816 h 2354521"/>
              <a:gd name="connsiteX6" fmla="*/ 1495542 w 2296406"/>
              <a:gd name="connsiteY6" fmla="*/ 1788127 h 2354521"/>
              <a:gd name="connsiteX7" fmla="*/ 909489 w 2296406"/>
              <a:gd name="connsiteY7" fmla="*/ 1225390 h 2354521"/>
              <a:gd name="connsiteX8" fmla="*/ 414951 w 2296406"/>
              <a:gd name="connsiteY8" fmla="*/ 2322212 h 2354521"/>
              <a:gd name="connsiteX9" fmla="*/ 293184 w 2296406"/>
              <a:gd name="connsiteY9" fmla="*/ 2052845 h 2354521"/>
              <a:gd name="connsiteX10" fmla="*/ 520411 w 2296406"/>
              <a:gd name="connsiteY10" fmla="*/ 767428 h 2354521"/>
              <a:gd name="connsiteX11" fmla="*/ 11167 w 2296406"/>
              <a:gd name="connsiteY11" fmla="*/ 5505 h 2354521"/>
              <a:gd name="connsiteX12" fmla="*/ 771719 w 2296406"/>
              <a:gd name="connsiteY12" fmla="*/ 578452 h 2354521"/>
              <a:gd name="connsiteX13" fmla="*/ 2041440 w 2296406"/>
              <a:gd name="connsiteY13" fmla="*/ 514597 h 2354521"/>
              <a:gd name="connsiteX14" fmla="*/ 2296406 w 2296406"/>
              <a:gd name="connsiteY14" fmla="*/ 662729 h 2354521"/>
              <a:gd name="connsiteX15" fmla="*/ 1124906 w 2296406"/>
              <a:gd name="connsiteY15" fmla="*/ 1004182 h 2354521"/>
              <a:gd name="connsiteX16" fmla="*/ 1676517 w 2296406"/>
              <a:gd name="connsiteY16" fmla="*/ 1608523 h 2354521"/>
              <a:gd name="connsiteX17" fmla="*/ 2094931 w 2296406"/>
              <a:gd name="connsiteY17" fmla="*/ 1557316 h 2354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96406" h="2354521">
                <a:moveTo>
                  <a:pt x="2279640" y="1747818"/>
                </a:moveTo>
                <a:lnTo>
                  <a:pt x="1827546" y="1826304"/>
                </a:lnTo>
                <a:cubicBezTo>
                  <a:pt x="1873723" y="1907635"/>
                  <a:pt x="1985737" y="2047488"/>
                  <a:pt x="1955104" y="2095900"/>
                </a:cubicBezTo>
                <a:cubicBezTo>
                  <a:pt x="1897166" y="2139232"/>
                  <a:pt x="1773393" y="2006999"/>
                  <a:pt x="1682537" y="1962549"/>
                </a:cubicBezTo>
                <a:lnTo>
                  <a:pt x="1528613" y="2354521"/>
                </a:lnTo>
                <a:lnTo>
                  <a:pt x="1380482" y="2120816"/>
                </a:lnTo>
                <a:lnTo>
                  <a:pt x="1495542" y="1788127"/>
                </a:lnTo>
                <a:lnTo>
                  <a:pt x="909489" y="1225390"/>
                </a:lnTo>
                <a:lnTo>
                  <a:pt x="414951" y="2322212"/>
                </a:lnTo>
                <a:lnTo>
                  <a:pt x="293184" y="2052845"/>
                </a:lnTo>
                <a:lnTo>
                  <a:pt x="520411" y="767428"/>
                </a:lnTo>
                <a:cubicBezTo>
                  <a:pt x="325060" y="542715"/>
                  <a:pt x="-71458" y="102202"/>
                  <a:pt x="11167" y="5505"/>
                </a:cubicBezTo>
                <a:cubicBezTo>
                  <a:pt x="111065" y="-52229"/>
                  <a:pt x="554777" y="358209"/>
                  <a:pt x="771719" y="578452"/>
                </a:cubicBezTo>
                <a:lnTo>
                  <a:pt x="2041440" y="514597"/>
                </a:lnTo>
                <a:lnTo>
                  <a:pt x="2296406" y="662729"/>
                </a:lnTo>
                <a:lnTo>
                  <a:pt x="1124906" y="1004182"/>
                </a:lnTo>
                <a:lnTo>
                  <a:pt x="1676517" y="1608523"/>
                </a:lnTo>
                <a:cubicBezTo>
                  <a:pt x="1795262" y="1589016"/>
                  <a:pt x="2094931" y="1557316"/>
                  <a:pt x="2094931" y="1557316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2" name="Block Arc 10">
            <a:extLst>
              <a:ext uri="{FF2B5EF4-FFF2-40B4-BE49-F238E27FC236}">
                <a16:creationId xmlns:a16="http://schemas.microsoft.com/office/drawing/2014/main" id="{D5FB96F4-EDEC-4C07-8C6D-E1C7D38EB200}"/>
              </a:ext>
            </a:extLst>
          </p:cNvPr>
          <p:cNvSpPr/>
          <p:nvPr userDrawn="1"/>
        </p:nvSpPr>
        <p:spPr>
          <a:xfrm>
            <a:off x="10959168" y="4745774"/>
            <a:ext cx="614525" cy="416246"/>
          </a:xfrm>
          <a:custGeom>
            <a:avLst/>
            <a:gdLst/>
            <a:ahLst/>
            <a:cxnLst/>
            <a:rect l="l" t="t" r="r" b="b"/>
            <a:pathLst>
              <a:path w="3219104" h="2180445">
                <a:moveTo>
                  <a:pt x="631935" y="660566"/>
                </a:moveTo>
                <a:cubicBezTo>
                  <a:pt x="582229" y="660566"/>
                  <a:pt x="541935" y="700860"/>
                  <a:pt x="541935" y="750566"/>
                </a:cubicBezTo>
                <a:cubicBezTo>
                  <a:pt x="541935" y="800272"/>
                  <a:pt x="582229" y="840566"/>
                  <a:pt x="631935" y="840566"/>
                </a:cubicBezTo>
                <a:cubicBezTo>
                  <a:pt x="681641" y="840566"/>
                  <a:pt x="721935" y="800272"/>
                  <a:pt x="721935" y="750566"/>
                </a:cubicBezTo>
                <a:cubicBezTo>
                  <a:pt x="721935" y="700860"/>
                  <a:pt x="681641" y="660566"/>
                  <a:pt x="631935" y="660566"/>
                </a:cubicBezTo>
                <a:close/>
                <a:moveTo>
                  <a:pt x="2920524" y="132986"/>
                </a:moveTo>
                <a:cubicBezTo>
                  <a:pt x="2884582" y="132986"/>
                  <a:pt x="2855445" y="171564"/>
                  <a:pt x="2855445" y="219152"/>
                </a:cubicBezTo>
                <a:cubicBezTo>
                  <a:pt x="2855445" y="266740"/>
                  <a:pt x="2884582" y="305318"/>
                  <a:pt x="2920524" y="305318"/>
                </a:cubicBezTo>
                <a:cubicBezTo>
                  <a:pt x="2956466" y="305318"/>
                  <a:pt x="2985603" y="266740"/>
                  <a:pt x="2985603" y="219152"/>
                </a:cubicBezTo>
                <a:cubicBezTo>
                  <a:pt x="2985603" y="171564"/>
                  <a:pt x="2956466" y="132986"/>
                  <a:pt x="2920524" y="132986"/>
                </a:cubicBezTo>
                <a:close/>
                <a:moveTo>
                  <a:pt x="1840097" y="123357"/>
                </a:moveTo>
                <a:cubicBezTo>
                  <a:pt x="1690593" y="125267"/>
                  <a:pt x="1541569" y="163386"/>
                  <a:pt x="1407089" y="237534"/>
                </a:cubicBezTo>
                <a:lnTo>
                  <a:pt x="1442443" y="299445"/>
                </a:lnTo>
                <a:cubicBezTo>
                  <a:pt x="1690026" y="162934"/>
                  <a:pt x="1991162" y="159087"/>
                  <a:pt x="2242273" y="289227"/>
                </a:cubicBezTo>
                <a:lnTo>
                  <a:pt x="2275978" y="226435"/>
                </a:lnTo>
                <a:cubicBezTo>
                  <a:pt x="2139582" y="155746"/>
                  <a:pt x="1989600" y="121447"/>
                  <a:pt x="1840097" y="123357"/>
                </a:cubicBezTo>
                <a:close/>
                <a:moveTo>
                  <a:pt x="1808744" y="1233"/>
                </a:moveTo>
                <a:cubicBezTo>
                  <a:pt x="2156106" y="-14520"/>
                  <a:pt x="2554236" y="122009"/>
                  <a:pt x="2727916" y="332053"/>
                </a:cubicBezTo>
                <a:lnTo>
                  <a:pt x="2797407" y="426906"/>
                </a:lnTo>
                <a:cubicBezTo>
                  <a:pt x="2816730" y="407744"/>
                  <a:pt x="2822914" y="396798"/>
                  <a:pt x="2848347" y="374270"/>
                </a:cubicBezTo>
                <a:cubicBezTo>
                  <a:pt x="2789714" y="335227"/>
                  <a:pt x="2770554" y="301522"/>
                  <a:pt x="2770554" y="211287"/>
                </a:cubicBezTo>
                <a:cubicBezTo>
                  <a:pt x="2770554" y="109060"/>
                  <a:pt x="2826850" y="34523"/>
                  <a:pt x="2918697" y="33333"/>
                </a:cubicBezTo>
                <a:cubicBezTo>
                  <a:pt x="3010544" y="32143"/>
                  <a:pt x="3068737" y="122977"/>
                  <a:pt x="3064459" y="218431"/>
                </a:cubicBezTo>
                <a:cubicBezTo>
                  <a:pt x="3062319" y="266188"/>
                  <a:pt x="3063213" y="242475"/>
                  <a:pt x="3054577" y="285936"/>
                </a:cubicBezTo>
                <a:cubicBezTo>
                  <a:pt x="3088600" y="260795"/>
                  <a:pt x="3146396" y="297212"/>
                  <a:pt x="3198377" y="27802"/>
                </a:cubicBezTo>
                <a:cubicBezTo>
                  <a:pt x="3270974" y="270322"/>
                  <a:pt x="3142267" y="378871"/>
                  <a:pt x="2977023" y="405424"/>
                </a:cubicBezTo>
                <a:cubicBezTo>
                  <a:pt x="2937650" y="455263"/>
                  <a:pt x="2906651" y="507366"/>
                  <a:pt x="2854455" y="531728"/>
                </a:cubicBezTo>
                <a:cubicBezTo>
                  <a:pt x="2854593" y="531917"/>
                  <a:pt x="2854687" y="532126"/>
                  <a:pt x="2854781" y="532336"/>
                </a:cubicBezTo>
                <a:lnTo>
                  <a:pt x="2914835" y="719911"/>
                </a:lnTo>
                <a:cubicBezTo>
                  <a:pt x="2982387" y="1030651"/>
                  <a:pt x="2875068" y="1334999"/>
                  <a:pt x="2751965" y="1458417"/>
                </a:cubicBezTo>
                <a:cubicBezTo>
                  <a:pt x="2718119" y="1752479"/>
                  <a:pt x="2636178" y="1904762"/>
                  <a:pt x="2564924" y="2133185"/>
                </a:cubicBezTo>
                <a:cubicBezTo>
                  <a:pt x="2548001" y="2174319"/>
                  <a:pt x="2290597" y="2162941"/>
                  <a:pt x="2284362" y="2130560"/>
                </a:cubicBezTo>
                <a:cubicBezTo>
                  <a:pt x="2253189" y="1989654"/>
                  <a:pt x="2205984" y="1832997"/>
                  <a:pt x="2190842" y="1681589"/>
                </a:cubicBezTo>
                <a:cubicBezTo>
                  <a:pt x="1937891" y="1727975"/>
                  <a:pt x="1628829" y="1727099"/>
                  <a:pt x="1429318" y="1710471"/>
                </a:cubicBezTo>
                <a:cubicBezTo>
                  <a:pt x="1387456" y="1891634"/>
                  <a:pt x="1268107" y="2057044"/>
                  <a:pt x="1143413" y="2180445"/>
                </a:cubicBezTo>
                <a:lnTo>
                  <a:pt x="943012" y="2180445"/>
                </a:lnTo>
                <a:cubicBezTo>
                  <a:pt x="894916" y="2170818"/>
                  <a:pt x="902932" y="1825120"/>
                  <a:pt x="910948" y="1650083"/>
                </a:cubicBezTo>
                <a:cubicBezTo>
                  <a:pt x="600994" y="1508303"/>
                  <a:pt x="-80369" y="1319263"/>
                  <a:pt x="7807" y="838786"/>
                </a:cubicBezTo>
                <a:cubicBezTo>
                  <a:pt x="13151" y="796777"/>
                  <a:pt x="184160" y="802028"/>
                  <a:pt x="275009" y="799402"/>
                </a:cubicBezTo>
                <a:cubicBezTo>
                  <a:pt x="369419" y="659373"/>
                  <a:pt x="418407" y="582356"/>
                  <a:pt x="555570" y="465957"/>
                </a:cubicBezTo>
                <a:cubicBezTo>
                  <a:pt x="547554" y="374062"/>
                  <a:pt x="496786" y="206026"/>
                  <a:pt x="531522" y="190273"/>
                </a:cubicBezTo>
                <a:cubicBezTo>
                  <a:pt x="764877" y="64246"/>
                  <a:pt x="803177" y="250661"/>
                  <a:pt x="924308" y="355683"/>
                </a:cubicBezTo>
                <a:cubicBezTo>
                  <a:pt x="1130053" y="143013"/>
                  <a:pt x="1554903" y="11735"/>
                  <a:pt x="1808744" y="1233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3" name="Freeform 55">
            <a:extLst>
              <a:ext uri="{FF2B5EF4-FFF2-40B4-BE49-F238E27FC236}">
                <a16:creationId xmlns:a16="http://schemas.microsoft.com/office/drawing/2014/main" id="{FC142A53-45C9-40AC-BC0B-20F3E2210879}"/>
              </a:ext>
            </a:extLst>
          </p:cNvPr>
          <p:cNvSpPr/>
          <p:nvPr userDrawn="1"/>
        </p:nvSpPr>
        <p:spPr>
          <a:xfrm>
            <a:off x="4423300" y="2468550"/>
            <a:ext cx="316162" cy="774705"/>
          </a:xfrm>
          <a:custGeom>
            <a:avLst/>
            <a:gdLst/>
            <a:ahLst/>
            <a:cxnLst/>
            <a:rect l="l" t="t" r="r" b="b"/>
            <a:pathLst>
              <a:path w="1060423" h="259839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Round Same Side Corner Rectangle 36">
            <a:extLst>
              <a:ext uri="{FF2B5EF4-FFF2-40B4-BE49-F238E27FC236}">
                <a16:creationId xmlns:a16="http://schemas.microsoft.com/office/drawing/2014/main" id="{4666857F-712E-4630-AF16-FACFA6785428}"/>
              </a:ext>
            </a:extLst>
          </p:cNvPr>
          <p:cNvSpPr/>
          <p:nvPr userDrawn="1"/>
        </p:nvSpPr>
        <p:spPr>
          <a:xfrm>
            <a:off x="9209300" y="2626898"/>
            <a:ext cx="579306" cy="458009"/>
          </a:xfrm>
          <a:custGeom>
            <a:avLst/>
            <a:gdLst/>
            <a:ahLst/>
            <a:cxnLst/>
            <a:rect l="l" t="t" r="r" b="b"/>
            <a:pathLst>
              <a:path w="3219104" h="2545072">
                <a:moveTo>
                  <a:pt x="2779672" y="457200"/>
                </a:moveTo>
                <a:lnTo>
                  <a:pt x="2975888" y="457200"/>
                </a:lnTo>
                <a:cubicBezTo>
                  <a:pt x="3110212" y="457200"/>
                  <a:pt x="3219104" y="566092"/>
                  <a:pt x="3219104" y="700416"/>
                </a:cubicBezTo>
                <a:lnTo>
                  <a:pt x="3219104" y="2301856"/>
                </a:lnTo>
                <a:cubicBezTo>
                  <a:pt x="3219104" y="2436180"/>
                  <a:pt x="3110212" y="2545072"/>
                  <a:pt x="2975888" y="2545072"/>
                </a:cubicBezTo>
                <a:lnTo>
                  <a:pt x="2779672" y="2545072"/>
                </a:lnTo>
                <a:close/>
                <a:moveTo>
                  <a:pt x="243216" y="457200"/>
                </a:moveTo>
                <a:lnTo>
                  <a:pt x="439432" y="457200"/>
                </a:lnTo>
                <a:lnTo>
                  <a:pt x="439432" y="2545072"/>
                </a:lnTo>
                <a:lnTo>
                  <a:pt x="243216" y="2545072"/>
                </a:lnTo>
                <a:cubicBezTo>
                  <a:pt x="108892" y="2545072"/>
                  <a:pt x="0" y="2436180"/>
                  <a:pt x="0" y="2301856"/>
                </a:cubicBezTo>
                <a:lnTo>
                  <a:pt x="0" y="700416"/>
                </a:lnTo>
                <a:cubicBezTo>
                  <a:pt x="0" y="566092"/>
                  <a:pt x="108892" y="457200"/>
                  <a:pt x="243216" y="457200"/>
                </a:cubicBezTo>
                <a:close/>
                <a:moveTo>
                  <a:pt x="1428476" y="174246"/>
                </a:moveTo>
                <a:cubicBezTo>
                  <a:pt x="1372210" y="174246"/>
                  <a:pt x="1326598" y="219858"/>
                  <a:pt x="1326598" y="276124"/>
                </a:cubicBezTo>
                <a:lnTo>
                  <a:pt x="1326598" y="457200"/>
                </a:lnTo>
                <a:lnTo>
                  <a:pt x="1892506" y="457200"/>
                </a:lnTo>
                <a:lnTo>
                  <a:pt x="1892506" y="276124"/>
                </a:lnTo>
                <a:cubicBezTo>
                  <a:pt x="1892506" y="219858"/>
                  <a:pt x="1846894" y="174246"/>
                  <a:pt x="1790628" y="174246"/>
                </a:cubicBezTo>
                <a:close/>
                <a:moveTo>
                  <a:pt x="1285704" y="0"/>
                </a:moveTo>
                <a:lnTo>
                  <a:pt x="1933400" y="0"/>
                </a:lnTo>
                <a:cubicBezTo>
                  <a:pt x="2007048" y="0"/>
                  <a:pt x="2066752" y="59704"/>
                  <a:pt x="2066752" y="133352"/>
                </a:cubicBezTo>
                <a:lnTo>
                  <a:pt x="2066752" y="457200"/>
                </a:lnTo>
                <a:lnTo>
                  <a:pt x="2599672" y="457200"/>
                </a:lnTo>
                <a:lnTo>
                  <a:pt x="2599672" y="2545072"/>
                </a:lnTo>
                <a:lnTo>
                  <a:pt x="619432" y="2545072"/>
                </a:lnTo>
                <a:lnTo>
                  <a:pt x="619432" y="457200"/>
                </a:lnTo>
                <a:lnTo>
                  <a:pt x="1152352" y="457200"/>
                </a:lnTo>
                <a:lnTo>
                  <a:pt x="1152352" y="133352"/>
                </a:lnTo>
                <a:cubicBezTo>
                  <a:pt x="1152352" y="59704"/>
                  <a:pt x="1212056" y="0"/>
                  <a:pt x="1285704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5" name="Oval 21">
            <a:extLst>
              <a:ext uri="{FF2B5EF4-FFF2-40B4-BE49-F238E27FC236}">
                <a16:creationId xmlns:a16="http://schemas.microsoft.com/office/drawing/2014/main" id="{A349ACC0-5B39-4BE6-9C2A-9E79798FF07F}"/>
              </a:ext>
            </a:extLst>
          </p:cNvPr>
          <p:cNvSpPr>
            <a:spLocks noChangeAspect="1"/>
          </p:cNvSpPr>
          <p:nvPr userDrawn="1"/>
        </p:nvSpPr>
        <p:spPr>
          <a:xfrm>
            <a:off x="7052100" y="4713438"/>
            <a:ext cx="476931" cy="4809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6" name="Oval 32">
            <a:extLst>
              <a:ext uri="{FF2B5EF4-FFF2-40B4-BE49-F238E27FC236}">
                <a16:creationId xmlns:a16="http://schemas.microsoft.com/office/drawing/2014/main" id="{4DA77867-6C00-40DC-B665-8D7356E0F92B}"/>
              </a:ext>
            </a:extLst>
          </p:cNvPr>
          <p:cNvSpPr/>
          <p:nvPr userDrawn="1"/>
        </p:nvSpPr>
        <p:spPr>
          <a:xfrm>
            <a:off x="9307908" y="4680733"/>
            <a:ext cx="454128" cy="546324"/>
          </a:xfrm>
          <a:custGeom>
            <a:avLst/>
            <a:gdLst/>
            <a:ahLst/>
            <a:cxnLst/>
            <a:rect l="l" t="t" r="r" b="b"/>
            <a:pathLst>
              <a:path w="2671236" h="3213546">
                <a:moveTo>
                  <a:pt x="1336943" y="151152"/>
                </a:moveTo>
                <a:cubicBezTo>
                  <a:pt x="1223677" y="151152"/>
                  <a:pt x="1131857" y="242973"/>
                  <a:pt x="1131857" y="356239"/>
                </a:cubicBezTo>
                <a:cubicBezTo>
                  <a:pt x="1131857" y="469506"/>
                  <a:pt x="1223677" y="561326"/>
                  <a:pt x="1336943" y="561326"/>
                </a:cubicBezTo>
                <a:cubicBezTo>
                  <a:pt x="1450210" y="561326"/>
                  <a:pt x="1542030" y="469506"/>
                  <a:pt x="1542030" y="356239"/>
                </a:cubicBezTo>
                <a:cubicBezTo>
                  <a:pt x="1542030" y="242973"/>
                  <a:pt x="1450210" y="151152"/>
                  <a:pt x="1336943" y="151152"/>
                </a:cubicBezTo>
                <a:close/>
                <a:moveTo>
                  <a:pt x="1336943" y="0"/>
                </a:moveTo>
                <a:cubicBezTo>
                  <a:pt x="1533689" y="0"/>
                  <a:pt x="1693182" y="159493"/>
                  <a:pt x="1693182" y="356239"/>
                </a:cubicBezTo>
                <a:cubicBezTo>
                  <a:pt x="1693182" y="499348"/>
                  <a:pt x="1608797" y="622748"/>
                  <a:pt x="1486649" y="678491"/>
                </a:cubicBezTo>
                <a:lnTo>
                  <a:pt x="1504985" y="861628"/>
                </a:lnTo>
                <a:lnTo>
                  <a:pt x="2050955" y="861628"/>
                </a:lnTo>
                <a:cubicBezTo>
                  <a:pt x="2073924" y="808095"/>
                  <a:pt x="2127168" y="770742"/>
                  <a:pt x="2189136" y="770742"/>
                </a:cubicBezTo>
                <a:cubicBezTo>
                  <a:pt x="2272476" y="770742"/>
                  <a:pt x="2340037" y="838303"/>
                  <a:pt x="2340037" y="921643"/>
                </a:cubicBezTo>
                <a:cubicBezTo>
                  <a:pt x="2340037" y="1004983"/>
                  <a:pt x="2272476" y="1072544"/>
                  <a:pt x="2189136" y="1072544"/>
                </a:cubicBezTo>
                <a:cubicBezTo>
                  <a:pt x="2127168" y="1072544"/>
                  <a:pt x="2073924" y="1035191"/>
                  <a:pt x="2050955" y="981658"/>
                </a:cubicBezTo>
                <a:lnTo>
                  <a:pt x="1517002" y="981658"/>
                </a:lnTo>
                <a:lnTo>
                  <a:pt x="1678124" y="2590970"/>
                </a:lnTo>
                <a:cubicBezTo>
                  <a:pt x="2063444" y="2451708"/>
                  <a:pt x="2360829" y="2287813"/>
                  <a:pt x="2381761" y="1860600"/>
                </a:cubicBezTo>
                <a:cubicBezTo>
                  <a:pt x="2329006" y="1862811"/>
                  <a:pt x="2276981" y="1871755"/>
                  <a:pt x="2228094" y="1886075"/>
                </a:cubicBezTo>
                <a:cubicBezTo>
                  <a:pt x="2324645" y="1771974"/>
                  <a:pt x="2415523" y="1665436"/>
                  <a:pt x="2449665" y="1504055"/>
                </a:cubicBezTo>
                <a:cubicBezTo>
                  <a:pt x="2485699" y="1663545"/>
                  <a:pt x="2574685" y="1764408"/>
                  <a:pt x="2671236" y="1886075"/>
                </a:cubicBezTo>
                <a:cubicBezTo>
                  <a:pt x="2622475" y="1872164"/>
                  <a:pt x="2568855" y="1862858"/>
                  <a:pt x="2513341" y="1860541"/>
                </a:cubicBezTo>
                <a:cubicBezTo>
                  <a:pt x="2486075" y="2436981"/>
                  <a:pt x="2151724" y="2992040"/>
                  <a:pt x="1522375" y="3040581"/>
                </a:cubicBezTo>
                <a:cubicBezTo>
                  <a:pt x="1427529" y="3119259"/>
                  <a:pt x="1392747" y="3155891"/>
                  <a:pt x="1336943" y="3213546"/>
                </a:cubicBezTo>
                <a:cubicBezTo>
                  <a:pt x="1284048" y="3153728"/>
                  <a:pt x="1252174" y="3120936"/>
                  <a:pt x="1157234" y="3046101"/>
                </a:cubicBezTo>
                <a:cubicBezTo>
                  <a:pt x="592479" y="2980043"/>
                  <a:pt x="187829" y="2438320"/>
                  <a:pt x="160409" y="1860193"/>
                </a:cubicBezTo>
                <a:cubicBezTo>
                  <a:pt x="105366" y="1862056"/>
                  <a:pt x="50978" y="1871143"/>
                  <a:pt x="0" y="1886075"/>
                </a:cubicBezTo>
                <a:cubicBezTo>
                  <a:pt x="96552" y="1771974"/>
                  <a:pt x="187429" y="1665436"/>
                  <a:pt x="221571" y="1504055"/>
                </a:cubicBezTo>
                <a:cubicBezTo>
                  <a:pt x="257605" y="1663545"/>
                  <a:pt x="346591" y="1764408"/>
                  <a:pt x="443143" y="1886075"/>
                </a:cubicBezTo>
                <a:cubicBezTo>
                  <a:pt x="396276" y="1872705"/>
                  <a:pt x="344922" y="1863589"/>
                  <a:pt x="291687" y="1860996"/>
                </a:cubicBezTo>
                <a:cubicBezTo>
                  <a:pt x="313360" y="2289054"/>
                  <a:pt x="617325" y="2454996"/>
                  <a:pt x="1001768" y="2593980"/>
                </a:cubicBezTo>
                <a:lnTo>
                  <a:pt x="1157883" y="981658"/>
                </a:lnTo>
                <a:lnTo>
                  <a:pt x="666108" y="981658"/>
                </a:lnTo>
                <a:cubicBezTo>
                  <a:pt x="643139" y="1035191"/>
                  <a:pt x="589896" y="1072543"/>
                  <a:pt x="527928" y="1072543"/>
                </a:cubicBezTo>
                <a:cubicBezTo>
                  <a:pt x="444588" y="1072543"/>
                  <a:pt x="377027" y="1004982"/>
                  <a:pt x="377027" y="921642"/>
                </a:cubicBezTo>
                <a:cubicBezTo>
                  <a:pt x="377027" y="838302"/>
                  <a:pt x="444588" y="770741"/>
                  <a:pt x="527928" y="770741"/>
                </a:cubicBezTo>
                <a:cubicBezTo>
                  <a:pt x="589896" y="770741"/>
                  <a:pt x="643141" y="808095"/>
                  <a:pt x="666110" y="861628"/>
                </a:cubicBezTo>
                <a:lnTo>
                  <a:pt x="1169505" y="861628"/>
                </a:lnTo>
                <a:lnTo>
                  <a:pt x="1187237" y="678491"/>
                </a:lnTo>
                <a:cubicBezTo>
                  <a:pt x="1065090" y="622748"/>
                  <a:pt x="980704" y="499348"/>
                  <a:pt x="980704" y="356239"/>
                </a:cubicBezTo>
                <a:cubicBezTo>
                  <a:pt x="980704" y="159493"/>
                  <a:pt x="1140198" y="0"/>
                  <a:pt x="133694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1356744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Icone [d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ICONE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998CB39-A1E1-4246-B376-F2BC09B6BA33}"/>
              </a:ext>
            </a:extLst>
          </p:cNvPr>
          <p:cNvSpPr/>
          <p:nvPr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>
              <a:latin typeface="+mn-lt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F44CFB1-2D9D-4268-BE43-6A3C91929E53}"/>
              </a:ext>
            </a:extLst>
          </p:cNvPr>
          <p:cNvSpPr/>
          <p:nvPr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Half Frame 4">
            <a:extLst>
              <a:ext uri="{FF2B5EF4-FFF2-40B4-BE49-F238E27FC236}">
                <a16:creationId xmlns:a16="http://schemas.microsoft.com/office/drawing/2014/main" id="{944D1DC8-7EDA-403E-8502-7A62BF57EE8D}"/>
              </a:ext>
            </a:extLst>
          </p:cNvPr>
          <p:cNvSpPr/>
          <p:nvPr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E1810A91-F017-43C6-A5B7-8A351B85265A}"/>
              </a:ext>
            </a:extLst>
          </p:cNvPr>
          <p:cNvSpPr txBox="1"/>
          <p:nvPr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dirty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 dirty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9" name="TextBox 58">
            <a:extLst>
              <a:ext uri="{FF2B5EF4-FFF2-40B4-BE49-F238E27FC236}">
                <a16:creationId xmlns:a16="http://schemas.microsoft.com/office/drawing/2014/main" id="{DD2C1A10-F16B-4A9C-9349-FF5375832921}"/>
              </a:ext>
            </a:extLst>
          </p:cNvPr>
          <p:cNvSpPr txBox="1"/>
          <p:nvPr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dirty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 dirty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10" name="TextBox 60">
            <a:extLst>
              <a:ext uri="{FF2B5EF4-FFF2-40B4-BE49-F238E27FC236}">
                <a16:creationId xmlns:a16="http://schemas.microsoft.com/office/drawing/2014/main" id="{7F711571-11FF-4E23-B989-8643724C25C1}"/>
              </a:ext>
            </a:extLst>
          </p:cNvPr>
          <p:cNvSpPr txBox="1"/>
          <p:nvPr/>
        </p:nvSpPr>
        <p:spPr>
          <a:xfrm>
            <a:off x="630743" y="4191219"/>
            <a:ext cx="3357411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 dirty="0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SET DI ICONE COMPLETAMENTE MODIFICABILI</a:t>
            </a:r>
            <a:endParaRPr lang="en-US" altLang="ko-KR" sz="2800" b="1" dirty="0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C06E7C-3FF5-4AB5-95D0-B865241EB956}"/>
              </a:ext>
            </a:extLst>
          </p:cNvPr>
          <p:cNvSpPr txBox="1"/>
          <p:nvPr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 dirty="0">
                <a:solidFill>
                  <a:schemeClr val="bg1"/>
                </a:solidFill>
                <a:latin typeface="+mj-lt"/>
              </a:rPr>
              <a:t>d</a:t>
            </a:r>
          </a:p>
        </p:txBody>
      </p:sp>
      <p:sp>
        <p:nvSpPr>
          <p:cNvPr id="67" name="Teardrop 9">
            <a:extLst>
              <a:ext uri="{FF2B5EF4-FFF2-40B4-BE49-F238E27FC236}">
                <a16:creationId xmlns:a16="http://schemas.microsoft.com/office/drawing/2014/main" id="{8F3EFA02-572C-402D-B2A7-858E93964A06}"/>
              </a:ext>
            </a:extLst>
          </p:cNvPr>
          <p:cNvSpPr>
            <a:spLocks noChangeAspect="1"/>
          </p:cNvSpPr>
          <p:nvPr userDrawn="1"/>
        </p:nvSpPr>
        <p:spPr>
          <a:xfrm rot="18900000">
            <a:off x="9628730" y="2463456"/>
            <a:ext cx="512877" cy="428096"/>
          </a:xfrm>
          <a:custGeom>
            <a:avLst/>
            <a:gdLst/>
            <a:ahLst/>
            <a:cxnLst/>
            <a:rect l="l" t="t" r="r" b="b"/>
            <a:pathLst>
              <a:path w="3552042" h="3031575">
                <a:moveTo>
                  <a:pt x="1499560" y="1284945"/>
                </a:moveTo>
                <a:lnTo>
                  <a:pt x="1272419" y="1057805"/>
                </a:lnTo>
                <a:lnTo>
                  <a:pt x="1054631" y="1275593"/>
                </a:lnTo>
                <a:lnTo>
                  <a:pt x="836843" y="1057805"/>
                </a:lnTo>
                <a:lnTo>
                  <a:pt x="609703" y="1284945"/>
                </a:lnTo>
                <a:lnTo>
                  <a:pt x="827491" y="1502733"/>
                </a:lnTo>
                <a:lnTo>
                  <a:pt x="609703" y="1720522"/>
                </a:lnTo>
                <a:lnTo>
                  <a:pt x="836843" y="1947662"/>
                </a:lnTo>
                <a:lnTo>
                  <a:pt x="1054631" y="1729874"/>
                </a:lnTo>
                <a:lnTo>
                  <a:pt x="1272419" y="1947662"/>
                </a:lnTo>
                <a:lnTo>
                  <a:pt x="1499560" y="1720522"/>
                </a:lnTo>
                <a:lnTo>
                  <a:pt x="1281771" y="1502733"/>
                </a:lnTo>
                <a:close/>
                <a:moveTo>
                  <a:pt x="3552042" y="1021270"/>
                </a:moveTo>
                <a:cubicBezTo>
                  <a:pt x="3346428" y="1488389"/>
                  <a:pt x="3240687" y="1885112"/>
                  <a:pt x="3146822" y="2229032"/>
                </a:cubicBezTo>
                <a:cubicBezTo>
                  <a:pt x="3047091" y="2666397"/>
                  <a:pt x="2787512" y="3031575"/>
                  <a:pt x="2344279" y="3031575"/>
                </a:cubicBezTo>
                <a:cubicBezTo>
                  <a:pt x="1991740" y="3031575"/>
                  <a:pt x="1692293" y="2804263"/>
                  <a:pt x="1587926" y="2487045"/>
                </a:cubicBezTo>
                <a:cubicBezTo>
                  <a:pt x="1859795" y="2308350"/>
                  <a:pt x="2033031" y="1980125"/>
                  <a:pt x="2117061" y="1611614"/>
                </a:cubicBezTo>
                <a:cubicBezTo>
                  <a:pt x="2127904" y="1571883"/>
                  <a:pt x="2138872" y="1531598"/>
                  <a:pt x="2150086" y="1490753"/>
                </a:cubicBezTo>
                <a:cubicBezTo>
                  <a:pt x="2212338" y="1465032"/>
                  <a:pt x="2277652" y="1444164"/>
                  <a:pt x="2344279" y="1426490"/>
                </a:cubicBezTo>
                <a:cubicBezTo>
                  <a:pt x="2764465" y="1315024"/>
                  <a:pt x="3073190" y="1226884"/>
                  <a:pt x="3552042" y="1021270"/>
                </a:cubicBezTo>
                <a:close/>
                <a:moveTo>
                  <a:pt x="2557365" y="0"/>
                </a:moveTo>
                <a:cubicBezTo>
                  <a:pt x="2295797" y="594236"/>
                  <a:pt x="2161281" y="1098917"/>
                  <a:pt x="2041873" y="1536428"/>
                </a:cubicBezTo>
                <a:cubicBezTo>
                  <a:pt x="1915003" y="2092812"/>
                  <a:pt x="1584785" y="2557364"/>
                  <a:pt x="1020937" y="2557364"/>
                </a:cubicBezTo>
                <a:cubicBezTo>
                  <a:pt x="457089" y="2557364"/>
                  <a:pt x="0" y="2100276"/>
                  <a:pt x="0" y="1536428"/>
                </a:cubicBezTo>
                <a:cubicBezTo>
                  <a:pt x="0" y="972580"/>
                  <a:pt x="475939" y="660066"/>
                  <a:pt x="1020937" y="515492"/>
                </a:cubicBezTo>
                <a:cubicBezTo>
                  <a:pt x="1555467" y="373694"/>
                  <a:pt x="1948204" y="261568"/>
                  <a:pt x="255736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9" name="Donut 22">
            <a:extLst>
              <a:ext uri="{FF2B5EF4-FFF2-40B4-BE49-F238E27FC236}">
                <a16:creationId xmlns:a16="http://schemas.microsoft.com/office/drawing/2014/main" id="{BD72AC63-D535-48BE-BB6A-414EF935BA05}"/>
              </a:ext>
            </a:extLst>
          </p:cNvPr>
          <p:cNvSpPr>
            <a:spLocks noChangeAspect="1"/>
          </p:cNvSpPr>
          <p:nvPr userDrawn="1"/>
        </p:nvSpPr>
        <p:spPr>
          <a:xfrm>
            <a:off x="8851032" y="2572309"/>
            <a:ext cx="529812" cy="271370"/>
          </a:xfrm>
          <a:custGeom>
            <a:avLst/>
            <a:gdLst/>
            <a:ahLst/>
            <a:cxnLst/>
            <a:rect l="l" t="t" r="r" b="b"/>
            <a:pathLst>
              <a:path w="3372524" h="1727404">
                <a:moveTo>
                  <a:pt x="1758003" y="666958"/>
                </a:moveTo>
                <a:cubicBezTo>
                  <a:pt x="1703684" y="666958"/>
                  <a:pt x="1659649" y="710993"/>
                  <a:pt x="1659649" y="765312"/>
                </a:cubicBezTo>
                <a:cubicBezTo>
                  <a:pt x="1659649" y="819631"/>
                  <a:pt x="1703684" y="863666"/>
                  <a:pt x="1758003" y="863666"/>
                </a:cubicBezTo>
                <a:cubicBezTo>
                  <a:pt x="1812322" y="863666"/>
                  <a:pt x="1856357" y="819631"/>
                  <a:pt x="1856357" y="765312"/>
                </a:cubicBezTo>
                <a:cubicBezTo>
                  <a:pt x="1856357" y="710993"/>
                  <a:pt x="1812322" y="666958"/>
                  <a:pt x="1758003" y="666958"/>
                </a:cubicBezTo>
                <a:close/>
                <a:moveTo>
                  <a:pt x="1686261" y="586208"/>
                </a:moveTo>
                <a:cubicBezTo>
                  <a:pt x="1849880" y="586208"/>
                  <a:pt x="1982519" y="718847"/>
                  <a:pt x="1982519" y="882466"/>
                </a:cubicBezTo>
                <a:cubicBezTo>
                  <a:pt x="1982519" y="1046085"/>
                  <a:pt x="1849880" y="1178724"/>
                  <a:pt x="1686261" y="1178724"/>
                </a:cubicBezTo>
                <a:cubicBezTo>
                  <a:pt x="1522642" y="1178724"/>
                  <a:pt x="1390003" y="1046085"/>
                  <a:pt x="1390003" y="882466"/>
                </a:cubicBezTo>
                <a:cubicBezTo>
                  <a:pt x="1390003" y="718847"/>
                  <a:pt x="1522642" y="586208"/>
                  <a:pt x="1686261" y="586208"/>
                </a:cubicBezTo>
                <a:close/>
                <a:moveTo>
                  <a:pt x="1686262" y="448985"/>
                </a:moveTo>
                <a:cubicBezTo>
                  <a:pt x="1446857" y="448985"/>
                  <a:pt x="1252780" y="643062"/>
                  <a:pt x="1252780" y="882467"/>
                </a:cubicBezTo>
                <a:cubicBezTo>
                  <a:pt x="1252780" y="1121872"/>
                  <a:pt x="1446857" y="1315949"/>
                  <a:pt x="1686262" y="1315949"/>
                </a:cubicBezTo>
                <a:cubicBezTo>
                  <a:pt x="1925667" y="1315949"/>
                  <a:pt x="2119744" y="1121872"/>
                  <a:pt x="2119744" y="882467"/>
                </a:cubicBezTo>
                <a:cubicBezTo>
                  <a:pt x="2119744" y="643062"/>
                  <a:pt x="1925667" y="448985"/>
                  <a:pt x="1686262" y="448985"/>
                </a:cubicBezTo>
                <a:close/>
                <a:moveTo>
                  <a:pt x="1893261" y="271274"/>
                </a:moveTo>
                <a:cubicBezTo>
                  <a:pt x="2150128" y="355123"/>
                  <a:pt x="2334334" y="597283"/>
                  <a:pt x="2334334" y="882467"/>
                </a:cubicBezTo>
                <a:cubicBezTo>
                  <a:pt x="2334334" y="1103921"/>
                  <a:pt x="2223259" y="1299432"/>
                  <a:pt x="2053457" y="1415856"/>
                </a:cubicBezTo>
                <a:cubicBezTo>
                  <a:pt x="2494577" y="1286853"/>
                  <a:pt x="2931337" y="1005905"/>
                  <a:pt x="2940842" y="882353"/>
                </a:cubicBezTo>
                <a:lnTo>
                  <a:pt x="2946401" y="882364"/>
                </a:lnTo>
                <a:lnTo>
                  <a:pt x="2943679" y="877137"/>
                </a:lnTo>
                <a:lnTo>
                  <a:pt x="2946401" y="872130"/>
                </a:lnTo>
                <a:lnTo>
                  <a:pt x="2941077" y="872141"/>
                </a:lnTo>
                <a:cubicBezTo>
                  <a:pt x="2875996" y="732702"/>
                  <a:pt x="2369865" y="377972"/>
                  <a:pt x="1893261" y="271274"/>
                </a:cubicBezTo>
                <a:close/>
                <a:moveTo>
                  <a:pt x="1525754" y="256843"/>
                </a:moveTo>
                <a:cubicBezTo>
                  <a:pt x="984953" y="339274"/>
                  <a:pt x="426123" y="752145"/>
                  <a:pt x="426123" y="877021"/>
                </a:cubicBezTo>
                <a:lnTo>
                  <a:pt x="426123" y="877247"/>
                </a:lnTo>
                <a:cubicBezTo>
                  <a:pt x="439083" y="984175"/>
                  <a:pt x="877625" y="1311577"/>
                  <a:pt x="1355183" y="1436828"/>
                </a:cubicBezTo>
                <a:cubicBezTo>
                  <a:pt x="1164798" y="1325758"/>
                  <a:pt x="1038190" y="1118898"/>
                  <a:pt x="1038190" y="882467"/>
                </a:cubicBezTo>
                <a:cubicBezTo>
                  <a:pt x="1038190" y="580157"/>
                  <a:pt x="1245184" y="326193"/>
                  <a:pt x="1525754" y="256843"/>
                </a:cubicBezTo>
                <a:close/>
                <a:moveTo>
                  <a:pt x="1682713" y="0"/>
                </a:moveTo>
                <a:cubicBezTo>
                  <a:pt x="2385858" y="36225"/>
                  <a:pt x="3265322" y="653066"/>
                  <a:pt x="3365400" y="875412"/>
                </a:cubicBezTo>
                <a:lnTo>
                  <a:pt x="3372524" y="875397"/>
                </a:lnTo>
                <a:lnTo>
                  <a:pt x="3368881" y="882344"/>
                </a:lnTo>
                <a:lnTo>
                  <a:pt x="3372524" y="889597"/>
                </a:lnTo>
                <a:lnTo>
                  <a:pt x="3365086" y="889581"/>
                </a:lnTo>
                <a:cubicBezTo>
                  <a:pt x="3348713" y="1110249"/>
                  <a:pt x="2385134" y="1692746"/>
                  <a:pt x="1682713" y="1727404"/>
                </a:cubicBezTo>
                <a:cubicBezTo>
                  <a:pt x="901706" y="1708470"/>
                  <a:pt x="21301" y="1064732"/>
                  <a:pt x="0" y="882497"/>
                </a:cubicBezTo>
                <a:lnTo>
                  <a:pt x="0" y="882184"/>
                </a:lnTo>
                <a:cubicBezTo>
                  <a:pt x="0" y="691908"/>
                  <a:pt x="901706" y="19770"/>
                  <a:pt x="168271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79" name="Freeform 108">
            <a:extLst>
              <a:ext uri="{FF2B5EF4-FFF2-40B4-BE49-F238E27FC236}">
                <a16:creationId xmlns:a16="http://schemas.microsoft.com/office/drawing/2014/main" id="{3E97A564-77F8-4357-845E-E47178E544A4}"/>
              </a:ext>
            </a:extLst>
          </p:cNvPr>
          <p:cNvSpPr/>
          <p:nvPr userDrawn="1"/>
        </p:nvSpPr>
        <p:spPr>
          <a:xfrm>
            <a:off x="7191835" y="2416730"/>
            <a:ext cx="501857" cy="554554"/>
          </a:xfrm>
          <a:custGeom>
            <a:avLst/>
            <a:gdLst/>
            <a:ahLst/>
            <a:cxnLst/>
            <a:rect l="l" t="t" r="r" b="b"/>
            <a:pathLst>
              <a:path w="341005" h="376812">
                <a:moveTo>
                  <a:pt x="179590" y="105941"/>
                </a:moveTo>
                <a:cubicBezTo>
                  <a:pt x="189466" y="103284"/>
                  <a:pt x="200229" y="106383"/>
                  <a:pt x="207502" y="113978"/>
                </a:cubicBezTo>
                <a:lnTo>
                  <a:pt x="205155" y="116193"/>
                </a:lnTo>
                <a:cubicBezTo>
                  <a:pt x="198727" y="109493"/>
                  <a:pt x="189244" y="106732"/>
                  <a:pt x="180543" y="109027"/>
                </a:cubicBezTo>
                <a:cubicBezTo>
                  <a:pt x="171284" y="111470"/>
                  <a:pt x="164597" y="119184"/>
                  <a:pt x="163491" y="128699"/>
                </a:cubicBezTo>
                <a:lnTo>
                  <a:pt x="160301" y="128192"/>
                </a:lnTo>
                <a:cubicBezTo>
                  <a:pt x="160626" y="125509"/>
                  <a:pt x="161343" y="122953"/>
                  <a:pt x="162397" y="120583"/>
                </a:cubicBezTo>
                <a:cubicBezTo>
                  <a:pt x="163188" y="118806"/>
                  <a:pt x="164168" y="117134"/>
                  <a:pt x="165317" y="115593"/>
                </a:cubicBezTo>
                <a:close/>
                <a:moveTo>
                  <a:pt x="184774" y="76800"/>
                </a:moveTo>
                <a:cubicBezTo>
                  <a:pt x="189722" y="75892"/>
                  <a:pt x="194950" y="76276"/>
                  <a:pt x="199898" y="78055"/>
                </a:cubicBezTo>
                <a:lnTo>
                  <a:pt x="198784" y="81085"/>
                </a:lnTo>
                <a:cubicBezTo>
                  <a:pt x="190044" y="77951"/>
                  <a:pt x="180324" y="79705"/>
                  <a:pt x="173557" y="85636"/>
                </a:cubicBezTo>
                <a:cubicBezTo>
                  <a:pt x="166357" y="91948"/>
                  <a:pt x="163808" y="101834"/>
                  <a:pt x="167057" y="110845"/>
                </a:cubicBezTo>
                <a:lnTo>
                  <a:pt x="163976" y="111813"/>
                </a:lnTo>
                <a:cubicBezTo>
                  <a:pt x="161264" y="104174"/>
                  <a:pt x="162206" y="95982"/>
                  <a:pt x="166259" y="89343"/>
                </a:cubicBezTo>
                <a:lnTo>
                  <a:pt x="171329" y="83298"/>
                </a:lnTo>
                <a:cubicBezTo>
                  <a:pt x="175158" y="79908"/>
                  <a:pt x="179826" y="77708"/>
                  <a:pt x="184774" y="76800"/>
                </a:cubicBezTo>
                <a:close/>
                <a:moveTo>
                  <a:pt x="179076" y="24908"/>
                </a:moveTo>
                <a:cubicBezTo>
                  <a:pt x="173882" y="25821"/>
                  <a:pt x="169065" y="28595"/>
                  <a:pt x="165693" y="33023"/>
                </a:cubicBezTo>
                <a:lnTo>
                  <a:pt x="165081" y="32645"/>
                </a:lnTo>
                <a:lnTo>
                  <a:pt x="164343" y="33841"/>
                </a:lnTo>
                <a:lnTo>
                  <a:pt x="159156" y="28989"/>
                </a:lnTo>
                <a:cubicBezTo>
                  <a:pt x="147650" y="21890"/>
                  <a:pt x="132568" y="25462"/>
                  <a:pt x="125468" y="36968"/>
                </a:cubicBezTo>
                <a:cubicBezTo>
                  <a:pt x="125028" y="37682"/>
                  <a:pt x="124628" y="38410"/>
                  <a:pt x="124607" y="39302"/>
                </a:cubicBezTo>
                <a:cubicBezTo>
                  <a:pt x="121192" y="53871"/>
                  <a:pt x="126621" y="67918"/>
                  <a:pt x="137512" y="72288"/>
                </a:cubicBezTo>
                <a:lnTo>
                  <a:pt x="136408" y="75373"/>
                </a:lnTo>
                <a:cubicBezTo>
                  <a:pt x="125065" y="70889"/>
                  <a:pt x="118824" y="57470"/>
                  <a:pt x="120792" y="42874"/>
                </a:cubicBezTo>
                <a:cubicBezTo>
                  <a:pt x="110219" y="38045"/>
                  <a:pt x="97555" y="41998"/>
                  <a:pt x="91229" y="52250"/>
                </a:cubicBezTo>
                <a:cubicBezTo>
                  <a:pt x="86215" y="60377"/>
                  <a:pt x="87164" y="68019"/>
                  <a:pt x="90995" y="75559"/>
                </a:cubicBezTo>
                <a:cubicBezTo>
                  <a:pt x="88405" y="77546"/>
                  <a:pt x="86197" y="80074"/>
                  <a:pt x="84391" y="83001"/>
                </a:cubicBezTo>
                <a:cubicBezTo>
                  <a:pt x="75261" y="97799"/>
                  <a:pt x="79855" y="117197"/>
                  <a:pt x="94653" y="126328"/>
                </a:cubicBezTo>
                <a:cubicBezTo>
                  <a:pt x="99603" y="129383"/>
                  <a:pt x="105068" y="130901"/>
                  <a:pt x="110449" y="130283"/>
                </a:cubicBezTo>
                <a:cubicBezTo>
                  <a:pt x="111461" y="121556"/>
                  <a:pt x="114239" y="112980"/>
                  <a:pt x="118788" y="105103"/>
                </a:cubicBezTo>
                <a:lnTo>
                  <a:pt x="122060" y="106993"/>
                </a:lnTo>
                <a:cubicBezTo>
                  <a:pt x="117549" y="114804"/>
                  <a:pt x="114885" y="123345"/>
                  <a:pt x="114602" y="132066"/>
                </a:cubicBezTo>
                <a:cubicBezTo>
                  <a:pt x="118189" y="142541"/>
                  <a:pt x="127538" y="149533"/>
                  <a:pt x="138054" y="150704"/>
                </a:cubicBezTo>
                <a:lnTo>
                  <a:pt x="138622" y="157584"/>
                </a:lnTo>
                <a:cubicBezTo>
                  <a:pt x="141809" y="168599"/>
                  <a:pt x="152592" y="175355"/>
                  <a:pt x="163536" y="173320"/>
                </a:cubicBezTo>
                <a:lnTo>
                  <a:pt x="163736" y="174011"/>
                </a:lnTo>
                <a:lnTo>
                  <a:pt x="165086" y="173621"/>
                </a:lnTo>
                <a:lnTo>
                  <a:pt x="165671" y="180699"/>
                </a:lnTo>
                <a:cubicBezTo>
                  <a:pt x="169429" y="193686"/>
                  <a:pt x="183003" y="201168"/>
                  <a:pt x="195990" y="197411"/>
                </a:cubicBezTo>
                <a:cubicBezTo>
                  <a:pt x="196796" y="197178"/>
                  <a:pt x="197581" y="196907"/>
                  <a:pt x="198196" y="196260"/>
                </a:cubicBezTo>
                <a:cubicBezTo>
                  <a:pt x="209934" y="188156"/>
                  <a:pt x="215400" y="175007"/>
                  <a:pt x="211155" y="164763"/>
                </a:cubicBezTo>
                <a:cubicBezTo>
                  <a:pt x="205121" y="170199"/>
                  <a:pt x="196738" y="172687"/>
                  <a:pt x="188343" y="171472"/>
                </a:cubicBezTo>
                <a:lnTo>
                  <a:pt x="188829" y="168281"/>
                </a:lnTo>
                <a:cubicBezTo>
                  <a:pt x="198020" y="169602"/>
                  <a:pt x="207192" y="165939"/>
                  <a:pt x="212635" y="158774"/>
                </a:cubicBezTo>
                <a:cubicBezTo>
                  <a:pt x="218427" y="151149"/>
                  <a:pt x="218946" y="140953"/>
                  <a:pt x="213960" y="132774"/>
                </a:cubicBezTo>
                <a:lnTo>
                  <a:pt x="216785" y="131210"/>
                </a:lnTo>
                <a:cubicBezTo>
                  <a:pt x="222366" y="140465"/>
                  <a:pt x="221779" y="151983"/>
                  <a:pt x="215286" y="160619"/>
                </a:cubicBezTo>
                <a:lnTo>
                  <a:pt x="213805" y="162105"/>
                </a:lnTo>
                <a:cubicBezTo>
                  <a:pt x="218946" y="172938"/>
                  <a:pt x="214526" y="186813"/>
                  <a:pt x="203421" y="196175"/>
                </a:cubicBezTo>
                <a:cubicBezTo>
                  <a:pt x="208012" y="206854"/>
                  <a:pt x="220050" y="212429"/>
                  <a:pt x="231622" y="209082"/>
                </a:cubicBezTo>
                <a:cubicBezTo>
                  <a:pt x="239377" y="206838"/>
                  <a:pt x="243741" y="201989"/>
                  <a:pt x="246092" y="195539"/>
                </a:cubicBezTo>
                <a:cubicBezTo>
                  <a:pt x="255042" y="199507"/>
                  <a:pt x="265290" y="198199"/>
                  <a:pt x="272958" y="192601"/>
                </a:cubicBezTo>
                <a:lnTo>
                  <a:pt x="276795" y="193971"/>
                </a:lnTo>
                <a:cubicBezTo>
                  <a:pt x="289009" y="194016"/>
                  <a:pt x="298363" y="193248"/>
                  <a:pt x="304258" y="183694"/>
                </a:cubicBezTo>
                <a:cubicBezTo>
                  <a:pt x="309343" y="175453"/>
                  <a:pt x="308953" y="165378"/>
                  <a:pt x="303795" y="157923"/>
                </a:cubicBezTo>
                <a:cubicBezTo>
                  <a:pt x="298315" y="164420"/>
                  <a:pt x="291041" y="168177"/>
                  <a:pt x="283702" y="168174"/>
                </a:cubicBezTo>
                <a:lnTo>
                  <a:pt x="283555" y="164527"/>
                </a:lnTo>
                <a:cubicBezTo>
                  <a:pt x="293404" y="164978"/>
                  <a:pt x="303289" y="157339"/>
                  <a:pt x="308110" y="145450"/>
                </a:cubicBezTo>
                <a:cubicBezTo>
                  <a:pt x="311022" y="136198"/>
                  <a:pt x="308752" y="126109"/>
                  <a:pt x="302169" y="119023"/>
                </a:cubicBezTo>
                <a:cubicBezTo>
                  <a:pt x="296249" y="127191"/>
                  <a:pt x="286098" y="131525"/>
                  <a:pt x="275782" y="130309"/>
                </a:cubicBezTo>
                <a:lnTo>
                  <a:pt x="276183" y="127106"/>
                </a:lnTo>
                <a:cubicBezTo>
                  <a:pt x="285405" y="128184"/>
                  <a:pt x="294478" y="124281"/>
                  <a:pt x="299730" y="116974"/>
                </a:cubicBezTo>
                <a:lnTo>
                  <a:pt x="300207" y="116045"/>
                </a:lnTo>
                <a:cubicBezTo>
                  <a:pt x="300079" y="107222"/>
                  <a:pt x="295342" y="98867"/>
                  <a:pt x="287259" y="93880"/>
                </a:cubicBezTo>
                <a:cubicBezTo>
                  <a:pt x="284295" y="92051"/>
                  <a:pt x="281129" y="90828"/>
                  <a:pt x="277855" y="90561"/>
                </a:cubicBezTo>
                <a:cubicBezTo>
                  <a:pt x="271916" y="104194"/>
                  <a:pt x="259881" y="112708"/>
                  <a:pt x="248172" y="111695"/>
                </a:cubicBezTo>
                <a:cubicBezTo>
                  <a:pt x="248002" y="114741"/>
                  <a:pt x="246936" y="117719"/>
                  <a:pt x="245089" y="120348"/>
                </a:cubicBezTo>
                <a:cubicBezTo>
                  <a:pt x="241307" y="125729"/>
                  <a:pt x="234825" y="128827"/>
                  <a:pt x="228007" y="128511"/>
                </a:cubicBezTo>
                <a:lnTo>
                  <a:pt x="228158" y="125380"/>
                </a:lnTo>
                <a:cubicBezTo>
                  <a:pt x="233848" y="125642"/>
                  <a:pt x="239262" y="123097"/>
                  <a:pt x="242439" y="118667"/>
                </a:cubicBezTo>
                <a:cubicBezTo>
                  <a:pt x="244071" y="116391"/>
                  <a:pt x="244987" y="113796"/>
                  <a:pt x="245116" y="111152"/>
                </a:cubicBezTo>
                <a:lnTo>
                  <a:pt x="243716" y="110904"/>
                </a:lnTo>
                <a:lnTo>
                  <a:pt x="244539" y="108155"/>
                </a:lnTo>
                <a:cubicBezTo>
                  <a:pt x="244792" y="106166"/>
                  <a:pt x="244131" y="104285"/>
                  <a:pt x="243078" y="102544"/>
                </a:cubicBezTo>
                <a:cubicBezTo>
                  <a:pt x="240257" y="97875"/>
                  <a:pt x="235048" y="94922"/>
                  <a:pt x="229344" y="94755"/>
                </a:cubicBezTo>
                <a:lnTo>
                  <a:pt x="229436" y="91621"/>
                </a:lnTo>
                <a:cubicBezTo>
                  <a:pt x="236268" y="91821"/>
                  <a:pt x="242499" y="95409"/>
                  <a:pt x="245850" y="101072"/>
                </a:cubicBezTo>
                <a:cubicBezTo>
                  <a:pt x="247129" y="103235"/>
                  <a:pt x="247915" y="105575"/>
                  <a:pt x="248037" y="107973"/>
                </a:cubicBezTo>
                <a:cubicBezTo>
                  <a:pt x="258268" y="109553"/>
                  <a:pt x="268981" y="102051"/>
                  <a:pt x="274232" y="89778"/>
                </a:cubicBezTo>
                <a:cubicBezTo>
                  <a:pt x="278708" y="77339"/>
                  <a:pt x="274020" y="63056"/>
                  <a:pt x="262316" y="55834"/>
                </a:cubicBezTo>
                <a:cubicBezTo>
                  <a:pt x="257734" y="53007"/>
                  <a:pt x="252666" y="51626"/>
                  <a:pt x="247691" y="52231"/>
                </a:cubicBezTo>
                <a:cubicBezTo>
                  <a:pt x="248705" y="60913"/>
                  <a:pt x="245967" y="69020"/>
                  <a:pt x="239739" y="74185"/>
                </a:cubicBezTo>
                <a:lnTo>
                  <a:pt x="237649" y="71664"/>
                </a:lnTo>
                <a:cubicBezTo>
                  <a:pt x="244579" y="65918"/>
                  <a:pt x="246481" y="55888"/>
                  <a:pt x="243151" y="45920"/>
                </a:cubicBezTo>
                <a:cubicBezTo>
                  <a:pt x="241194" y="40124"/>
                  <a:pt x="237183" y="35004"/>
                  <a:pt x="231542" y="31523"/>
                </a:cubicBezTo>
                <a:cubicBezTo>
                  <a:pt x="221392" y="25261"/>
                  <a:pt x="208864" y="26095"/>
                  <a:pt x="199763" y="32668"/>
                </a:cubicBezTo>
                <a:lnTo>
                  <a:pt x="194721" y="27952"/>
                </a:lnTo>
                <a:cubicBezTo>
                  <a:pt x="189842" y="24941"/>
                  <a:pt x="184271" y="23995"/>
                  <a:pt x="179076" y="24908"/>
                </a:cubicBezTo>
                <a:close/>
                <a:moveTo>
                  <a:pt x="190632" y="62"/>
                </a:moveTo>
                <a:cubicBezTo>
                  <a:pt x="300121" y="2329"/>
                  <a:pt x="391248" y="125645"/>
                  <a:pt x="309641" y="225160"/>
                </a:cubicBezTo>
                <a:cubicBezTo>
                  <a:pt x="282892" y="251229"/>
                  <a:pt x="279266" y="288859"/>
                  <a:pt x="302841" y="374772"/>
                </a:cubicBezTo>
                <a:lnTo>
                  <a:pt x="121266" y="376812"/>
                </a:lnTo>
                <a:lnTo>
                  <a:pt x="109025" y="322355"/>
                </a:lnTo>
                <a:cubicBezTo>
                  <a:pt x="76580" y="333165"/>
                  <a:pt x="40716" y="329924"/>
                  <a:pt x="28778" y="318327"/>
                </a:cubicBezTo>
                <a:cubicBezTo>
                  <a:pt x="22923" y="311868"/>
                  <a:pt x="25422" y="291738"/>
                  <a:pt x="32859" y="276164"/>
                </a:cubicBezTo>
                <a:cubicBezTo>
                  <a:pt x="35235" y="270344"/>
                  <a:pt x="23179" y="268321"/>
                  <a:pt x="20618" y="259843"/>
                </a:cubicBezTo>
                <a:cubicBezTo>
                  <a:pt x="19440" y="251965"/>
                  <a:pt x="27377" y="251682"/>
                  <a:pt x="30757" y="247602"/>
                </a:cubicBezTo>
                <a:lnTo>
                  <a:pt x="18516" y="238938"/>
                </a:lnTo>
                <a:cubicBezTo>
                  <a:pt x="12669" y="232923"/>
                  <a:pt x="25811" y="221592"/>
                  <a:pt x="29458" y="212919"/>
                </a:cubicBezTo>
                <a:cubicBezTo>
                  <a:pt x="16679" y="208924"/>
                  <a:pt x="7006" y="203466"/>
                  <a:pt x="307" y="196983"/>
                </a:cubicBezTo>
                <a:cubicBezTo>
                  <a:pt x="-2572" y="186228"/>
                  <a:pt x="15339" y="171234"/>
                  <a:pt x="31089" y="151672"/>
                </a:cubicBezTo>
                <a:cubicBezTo>
                  <a:pt x="47602" y="132201"/>
                  <a:pt x="33821" y="117353"/>
                  <a:pt x="46470" y="75544"/>
                </a:cubicBezTo>
                <a:cubicBezTo>
                  <a:pt x="66559" y="23813"/>
                  <a:pt x="114124" y="-1423"/>
                  <a:pt x="190632" y="6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Oval 8">
            <a:extLst>
              <a:ext uri="{FF2B5EF4-FFF2-40B4-BE49-F238E27FC236}">
                <a16:creationId xmlns:a16="http://schemas.microsoft.com/office/drawing/2014/main" id="{87876D39-A472-4F5B-A065-D6655705A017}"/>
              </a:ext>
            </a:extLst>
          </p:cNvPr>
          <p:cNvSpPr/>
          <p:nvPr userDrawn="1"/>
        </p:nvSpPr>
        <p:spPr>
          <a:xfrm>
            <a:off x="8026937" y="2429072"/>
            <a:ext cx="527152" cy="529870"/>
          </a:xfrm>
          <a:custGeom>
            <a:avLst/>
            <a:gdLst/>
            <a:ahLst/>
            <a:cxnLst/>
            <a:rect l="l" t="t" r="r" b="b"/>
            <a:pathLst>
              <a:path w="3068057" h="3083879">
                <a:moveTo>
                  <a:pt x="1943022" y="0"/>
                </a:moveTo>
                <a:cubicBezTo>
                  <a:pt x="2091435" y="0"/>
                  <a:pt x="2214809" y="107202"/>
                  <a:pt x="2232575" y="249298"/>
                </a:cubicBezTo>
                <a:cubicBezTo>
                  <a:pt x="2066806" y="323095"/>
                  <a:pt x="1966497" y="475331"/>
                  <a:pt x="1992863" y="623272"/>
                </a:cubicBezTo>
                <a:lnTo>
                  <a:pt x="2032344" y="614884"/>
                </a:lnTo>
                <a:cubicBezTo>
                  <a:pt x="2007703" y="472429"/>
                  <a:pt x="2119863" y="324636"/>
                  <a:pt x="2294697" y="266187"/>
                </a:cubicBezTo>
                <a:cubicBezTo>
                  <a:pt x="2304190" y="260641"/>
                  <a:pt x="2314409" y="260119"/>
                  <a:pt x="2324748" y="260119"/>
                </a:cubicBezTo>
                <a:cubicBezTo>
                  <a:pt x="2491310" y="260119"/>
                  <a:pt x="2626336" y="395145"/>
                  <a:pt x="2626336" y="561708"/>
                </a:cubicBezTo>
                <a:lnTo>
                  <a:pt x="2609021" y="647481"/>
                </a:lnTo>
                <a:lnTo>
                  <a:pt x="2626336" y="647481"/>
                </a:lnTo>
                <a:lnTo>
                  <a:pt x="2626336" y="656343"/>
                </a:lnTo>
                <a:cubicBezTo>
                  <a:pt x="2762823" y="669742"/>
                  <a:pt x="2867295" y="786613"/>
                  <a:pt x="2867295" y="927882"/>
                </a:cubicBezTo>
                <a:lnTo>
                  <a:pt x="2850464" y="1011252"/>
                </a:lnTo>
                <a:cubicBezTo>
                  <a:pt x="2978255" y="1064152"/>
                  <a:pt x="3068057" y="1190111"/>
                  <a:pt x="3068057" y="1337042"/>
                </a:cubicBezTo>
                <a:cubicBezTo>
                  <a:pt x="3068057" y="1418703"/>
                  <a:pt x="3040320" y="1493884"/>
                  <a:pt x="2992210" y="1551889"/>
                </a:cubicBezTo>
                <a:cubicBezTo>
                  <a:pt x="2909241" y="1651289"/>
                  <a:pt x="2791782" y="1696238"/>
                  <a:pt x="2686704" y="1660749"/>
                </a:cubicBezTo>
                <a:lnTo>
                  <a:pt x="2673794" y="1698968"/>
                </a:lnTo>
                <a:cubicBezTo>
                  <a:pt x="2768232" y="1730865"/>
                  <a:pt x="2870956" y="1707121"/>
                  <a:pt x="2955415" y="1640323"/>
                </a:cubicBezTo>
                <a:cubicBezTo>
                  <a:pt x="2993943" y="1688574"/>
                  <a:pt x="3012247" y="1750635"/>
                  <a:pt x="3012247" y="1816968"/>
                </a:cubicBezTo>
                <a:cubicBezTo>
                  <a:pt x="3012247" y="1986406"/>
                  <a:pt x="2892829" y="2127952"/>
                  <a:pt x="2733451" y="2161496"/>
                </a:cubicBezTo>
                <a:cubicBezTo>
                  <a:pt x="2570803" y="2185843"/>
                  <a:pt x="2422847" y="2122052"/>
                  <a:pt x="2373218" y="2004561"/>
                </a:cubicBezTo>
                <a:cubicBezTo>
                  <a:pt x="2397575" y="1987765"/>
                  <a:pt x="2417022" y="1964396"/>
                  <a:pt x="2431421" y="1936987"/>
                </a:cubicBezTo>
                <a:cubicBezTo>
                  <a:pt x="2469123" y="1865220"/>
                  <a:pt x="2466430" y="1776674"/>
                  <a:pt x="2424327" y="1703750"/>
                </a:cubicBezTo>
                <a:lnTo>
                  <a:pt x="2390880" y="1723060"/>
                </a:lnTo>
                <a:cubicBezTo>
                  <a:pt x="2426033" y="1783948"/>
                  <a:pt x="2428758" y="1857660"/>
                  <a:pt x="2398065" y="1917447"/>
                </a:cubicBezTo>
                <a:cubicBezTo>
                  <a:pt x="2386618" y="1939743"/>
                  <a:pt x="2371177" y="1958844"/>
                  <a:pt x="2348681" y="1969064"/>
                </a:cubicBezTo>
                <a:lnTo>
                  <a:pt x="2314536" y="1978212"/>
                </a:lnTo>
                <a:lnTo>
                  <a:pt x="2320989" y="1994504"/>
                </a:lnTo>
                <a:cubicBezTo>
                  <a:pt x="2292439" y="2010252"/>
                  <a:pt x="2259301" y="2017439"/>
                  <a:pt x="2224883" y="2015050"/>
                </a:cubicBezTo>
                <a:cubicBezTo>
                  <a:pt x="2157880" y="2010397"/>
                  <a:pt x="2096183" y="1970105"/>
                  <a:pt x="2062112" y="1908746"/>
                </a:cubicBezTo>
                <a:lnTo>
                  <a:pt x="2028307" y="1927422"/>
                </a:lnTo>
                <a:cubicBezTo>
                  <a:pt x="2069101" y="2000945"/>
                  <a:pt x="2143517" y="2048870"/>
                  <a:pt x="2224395" y="2053708"/>
                </a:cubicBezTo>
                <a:cubicBezTo>
                  <a:pt x="2263912" y="2056070"/>
                  <a:pt x="2302036" y="2047984"/>
                  <a:pt x="2335071" y="2030056"/>
                </a:cubicBezTo>
                <a:cubicBezTo>
                  <a:pt x="2400196" y="2159379"/>
                  <a:pt x="2567325" y="2230480"/>
                  <a:pt x="2748680" y="2204554"/>
                </a:cubicBezTo>
                <a:cubicBezTo>
                  <a:pt x="2767068" y="2240602"/>
                  <a:pt x="2774723" y="2281713"/>
                  <a:pt x="2774723" y="2324613"/>
                </a:cubicBezTo>
                <a:cubicBezTo>
                  <a:pt x="2774723" y="2444667"/>
                  <a:pt x="2714770" y="2550720"/>
                  <a:pt x="2619461" y="2609132"/>
                </a:cubicBezTo>
                <a:cubicBezTo>
                  <a:pt x="2594093" y="2739763"/>
                  <a:pt x="2496512" y="2844553"/>
                  <a:pt x="2368919" y="2876858"/>
                </a:cubicBezTo>
                <a:cubicBezTo>
                  <a:pt x="2184369" y="2908073"/>
                  <a:pt x="2016372" y="2826285"/>
                  <a:pt x="1978290" y="2684161"/>
                </a:cubicBezTo>
                <a:lnTo>
                  <a:pt x="1939323" y="2694602"/>
                </a:lnTo>
                <a:cubicBezTo>
                  <a:pt x="1970494" y="2810931"/>
                  <a:pt x="2075973" y="2892306"/>
                  <a:pt x="2210223" y="2912307"/>
                </a:cubicBezTo>
                <a:cubicBezTo>
                  <a:pt x="2165434" y="3014618"/>
                  <a:pt x="2062317" y="3083879"/>
                  <a:pt x="1943022" y="3083879"/>
                </a:cubicBezTo>
                <a:cubicBezTo>
                  <a:pt x="1804718" y="3083879"/>
                  <a:pt x="1736151" y="2990782"/>
                  <a:pt x="1657612" y="2862428"/>
                </a:cubicBezTo>
                <a:cubicBezTo>
                  <a:pt x="1632100" y="2775963"/>
                  <a:pt x="1598588" y="2449530"/>
                  <a:pt x="1653064" y="2147091"/>
                </a:cubicBezTo>
                <a:cubicBezTo>
                  <a:pt x="1775302" y="2294672"/>
                  <a:pt x="1947360" y="2360889"/>
                  <a:pt x="2101389" y="2319520"/>
                </a:cubicBezTo>
                <a:lnTo>
                  <a:pt x="2085913" y="2268654"/>
                </a:lnTo>
                <a:cubicBezTo>
                  <a:pt x="1935632" y="2308197"/>
                  <a:pt x="1765039" y="2228547"/>
                  <a:pt x="1652548" y="2065927"/>
                </a:cubicBezTo>
                <a:cubicBezTo>
                  <a:pt x="1594744" y="1988631"/>
                  <a:pt x="1552933" y="1543383"/>
                  <a:pt x="1647107" y="1210118"/>
                </a:cubicBezTo>
                <a:cubicBezTo>
                  <a:pt x="1757451" y="1073526"/>
                  <a:pt x="1924310" y="1023711"/>
                  <a:pt x="2044795" y="1095494"/>
                </a:cubicBezTo>
                <a:lnTo>
                  <a:pt x="2046624" y="1092427"/>
                </a:lnTo>
                <a:cubicBezTo>
                  <a:pt x="2044963" y="1115904"/>
                  <a:pt x="2049817" y="1139574"/>
                  <a:pt x="2059741" y="1162003"/>
                </a:cubicBezTo>
                <a:cubicBezTo>
                  <a:pt x="2085174" y="1219476"/>
                  <a:pt x="2140055" y="1259997"/>
                  <a:pt x="2204060" y="1268556"/>
                </a:cubicBezTo>
                <a:lnTo>
                  <a:pt x="2208020" y="1238949"/>
                </a:lnTo>
                <a:cubicBezTo>
                  <a:pt x="2154665" y="1231814"/>
                  <a:pt x="2108853" y="1198319"/>
                  <a:pt x="2087448" y="1150798"/>
                </a:cubicBezTo>
                <a:cubicBezTo>
                  <a:pt x="2064784" y="1100476"/>
                  <a:pt x="2073123" y="1042569"/>
                  <a:pt x="2109077" y="1000639"/>
                </a:cubicBezTo>
                <a:cubicBezTo>
                  <a:pt x="2142987" y="961090"/>
                  <a:pt x="2196315" y="941798"/>
                  <a:pt x="2249471" y="949847"/>
                </a:cubicBezTo>
                <a:lnTo>
                  <a:pt x="2253988" y="920317"/>
                </a:lnTo>
                <a:cubicBezTo>
                  <a:pt x="2190211" y="910645"/>
                  <a:pt x="2126205" y="934132"/>
                  <a:pt x="2085632" y="982099"/>
                </a:cubicBezTo>
                <a:lnTo>
                  <a:pt x="2052614" y="1055246"/>
                </a:lnTo>
                <a:cubicBezTo>
                  <a:pt x="1928226" y="988072"/>
                  <a:pt x="1765306" y="1028878"/>
                  <a:pt x="1646726" y="1149851"/>
                </a:cubicBezTo>
                <a:cubicBezTo>
                  <a:pt x="1576863" y="1018908"/>
                  <a:pt x="1584053" y="461235"/>
                  <a:pt x="1633436" y="269593"/>
                </a:cubicBezTo>
                <a:cubicBezTo>
                  <a:pt x="1697428" y="119029"/>
                  <a:pt x="1776459" y="0"/>
                  <a:pt x="1943022" y="0"/>
                </a:cubicBezTo>
                <a:close/>
                <a:moveTo>
                  <a:pt x="1125035" y="0"/>
                </a:moveTo>
                <a:cubicBezTo>
                  <a:pt x="1263339" y="0"/>
                  <a:pt x="1331906" y="93097"/>
                  <a:pt x="1410445" y="221451"/>
                </a:cubicBezTo>
                <a:cubicBezTo>
                  <a:pt x="1435957" y="307916"/>
                  <a:pt x="1469469" y="634350"/>
                  <a:pt x="1414993" y="936788"/>
                </a:cubicBezTo>
                <a:cubicBezTo>
                  <a:pt x="1292755" y="789207"/>
                  <a:pt x="1120697" y="722990"/>
                  <a:pt x="966668" y="764359"/>
                </a:cubicBezTo>
                <a:lnTo>
                  <a:pt x="982144" y="815225"/>
                </a:lnTo>
                <a:cubicBezTo>
                  <a:pt x="1132425" y="775682"/>
                  <a:pt x="1303018" y="855332"/>
                  <a:pt x="1415509" y="1017952"/>
                </a:cubicBezTo>
                <a:cubicBezTo>
                  <a:pt x="1473313" y="1095249"/>
                  <a:pt x="1515123" y="1540497"/>
                  <a:pt x="1420950" y="1873762"/>
                </a:cubicBezTo>
                <a:cubicBezTo>
                  <a:pt x="1310606" y="2010353"/>
                  <a:pt x="1143747" y="2060168"/>
                  <a:pt x="1023262" y="1988385"/>
                </a:cubicBezTo>
                <a:lnTo>
                  <a:pt x="1021433" y="1991453"/>
                </a:lnTo>
                <a:cubicBezTo>
                  <a:pt x="1023094" y="1967976"/>
                  <a:pt x="1018240" y="1944306"/>
                  <a:pt x="1008316" y="1921877"/>
                </a:cubicBezTo>
                <a:cubicBezTo>
                  <a:pt x="982883" y="1864403"/>
                  <a:pt x="928002" y="1823883"/>
                  <a:pt x="863997" y="1815323"/>
                </a:cubicBezTo>
                <a:lnTo>
                  <a:pt x="860037" y="1844930"/>
                </a:lnTo>
                <a:cubicBezTo>
                  <a:pt x="913392" y="1852066"/>
                  <a:pt x="959204" y="1885560"/>
                  <a:pt x="980609" y="1933082"/>
                </a:cubicBezTo>
                <a:cubicBezTo>
                  <a:pt x="1003273" y="1983404"/>
                  <a:pt x="994934" y="2041310"/>
                  <a:pt x="958980" y="2083241"/>
                </a:cubicBezTo>
                <a:cubicBezTo>
                  <a:pt x="925070" y="2122789"/>
                  <a:pt x="871742" y="2142082"/>
                  <a:pt x="818586" y="2134033"/>
                </a:cubicBezTo>
                <a:lnTo>
                  <a:pt x="814069" y="2163562"/>
                </a:lnTo>
                <a:cubicBezTo>
                  <a:pt x="877846" y="2173235"/>
                  <a:pt x="941852" y="2149747"/>
                  <a:pt x="982425" y="2101780"/>
                </a:cubicBezTo>
                <a:lnTo>
                  <a:pt x="1015443" y="2028633"/>
                </a:lnTo>
                <a:cubicBezTo>
                  <a:pt x="1139831" y="2095808"/>
                  <a:pt x="1302751" y="2055001"/>
                  <a:pt x="1421331" y="1934029"/>
                </a:cubicBezTo>
                <a:cubicBezTo>
                  <a:pt x="1491194" y="2064971"/>
                  <a:pt x="1484003" y="2622644"/>
                  <a:pt x="1434621" y="2814287"/>
                </a:cubicBezTo>
                <a:cubicBezTo>
                  <a:pt x="1370629" y="2964850"/>
                  <a:pt x="1291598" y="3083879"/>
                  <a:pt x="1125035" y="3083879"/>
                </a:cubicBezTo>
                <a:cubicBezTo>
                  <a:pt x="976622" y="3083879"/>
                  <a:pt x="853248" y="2976677"/>
                  <a:pt x="835482" y="2834581"/>
                </a:cubicBezTo>
                <a:cubicBezTo>
                  <a:pt x="1001251" y="2760784"/>
                  <a:pt x="1101560" y="2608549"/>
                  <a:pt x="1075194" y="2460607"/>
                </a:cubicBezTo>
                <a:lnTo>
                  <a:pt x="1035713" y="2468996"/>
                </a:lnTo>
                <a:cubicBezTo>
                  <a:pt x="1060354" y="2611450"/>
                  <a:pt x="948194" y="2759243"/>
                  <a:pt x="773360" y="2817692"/>
                </a:cubicBezTo>
                <a:cubicBezTo>
                  <a:pt x="763867" y="2823239"/>
                  <a:pt x="753648" y="2823760"/>
                  <a:pt x="743309" y="2823760"/>
                </a:cubicBezTo>
                <a:cubicBezTo>
                  <a:pt x="576747" y="2823760"/>
                  <a:pt x="441721" y="2688734"/>
                  <a:pt x="441721" y="2522172"/>
                </a:cubicBezTo>
                <a:lnTo>
                  <a:pt x="459036" y="2436399"/>
                </a:lnTo>
                <a:lnTo>
                  <a:pt x="441721" y="2436399"/>
                </a:lnTo>
                <a:lnTo>
                  <a:pt x="441721" y="2427537"/>
                </a:lnTo>
                <a:cubicBezTo>
                  <a:pt x="305234" y="2414137"/>
                  <a:pt x="200762" y="2297266"/>
                  <a:pt x="200762" y="2155997"/>
                </a:cubicBezTo>
                <a:lnTo>
                  <a:pt x="217593" y="2072628"/>
                </a:lnTo>
                <a:cubicBezTo>
                  <a:pt x="89802" y="2019727"/>
                  <a:pt x="0" y="1893768"/>
                  <a:pt x="0" y="1746838"/>
                </a:cubicBezTo>
                <a:cubicBezTo>
                  <a:pt x="0" y="1665177"/>
                  <a:pt x="27737" y="1589996"/>
                  <a:pt x="75847" y="1531990"/>
                </a:cubicBezTo>
                <a:cubicBezTo>
                  <a:pt x="158816" y="1432590"/>
                  <a:pt x="276275" y="1387641"/>
                  <a:pt x="381353" y="1423131"/>
                </a:cubicBezTo>
                <a:lnTo>
                  <a:pt x="394263" y="1384911"/>
                </a:lnTo>
                <a:cubicBezTo>
                  <a:pt x="299825" y="1353014"/>
                  <a:pt x="197101" y="1376758"/>
                  <a:pt x="112642" y="1443556"/>
                </a:cubicBezTo>
                <a:cubicBezTo>
                  <a:pt x="74114" y="1395305"/>
                  <a:pt x="55810" y="1333244"/>
                  <a:pt x="55810" y="1266911"/>
                </a:cubicBezTo>
                <a:cubicBezTo>
                  <a:pt x="55810" y="1097473"/>
                  <a:pt x="175228" y="955927"/>
                  <a:pt x="334606" y="922383"/>
                </a:cubicBezTo>
                <a:cubicBezTo>
                  <a:pt x="497254" y="898036"/>
                  <a:pt x="645210" y="961827"/>
                  <a:pt x="694839" y="1079319"/>
                </a:cubicBezTo>
                <a:cubicBezTo>
                  <a:pt x="670482" y="1096114"/>
                  <a:pt x="651035" y="1119484"/>
                  <a:pt x="636636" y="1146893"/>
                </a:cubicBezTo>
                <a:cubicBezTo>
                  <a:pt x="598934" y="1218660"/>
                  <a:pt x="601627" y="1307205"/>
                  <a:pt x="643730" y="1380130"/>
                </a:cubicBezTo>
                <a:lnTo>
                  <a:pt x="677177" y="1360819"/>
                </a:lnTo>
                <a:cubicBezTo>
                  <a:pt x="642024" y="1299932"/>
                  <a:pt x="639299" y="1226219"/>
                  <a:pt x="669992" y="1166433"/>
                </a:cubicBezTo>
                <a:cubicBezTo>
                  <a:pt x="681439" y="1144136"/>
                  <a:pt x="696880" y="1125036"/>
                  <a:pt x="719376" y="1114815"/>
                </a:cubicBezTo>
                <a:lnTo>
                  <a:pt x="753521" y="1105667"/>
                </a:lnTo>
                <a:lnTo>
                  <a:pt x="747068" y="1089375"/>
                </a:lnTo>
                <a:cubicBezTo>
                  <a:pt x="775618" y="1073627"/>
                  <a:pt x="808756" y="1066440"/>
                  <a:pt x="843174" y="1068829"/>
                </a:cubicBezTo>
                <a:cubicBezTo>
                  <a:pt x="910177" y="1073482"/>
                  <a:pt x="971874" y="1113774"/>
                  <a:pt x="1005945" y="1175134"/>
                </a:cubicBezTo>
                <a:lnTo>
                  <a:pt x="1039750" y="1156458"/>
                </a:lnTo>
                <a:cubicBezTo>
                  <a:pt x="998956" y="1082934"/>
                  <a:pt x="924540" y="1035010"/>
                  <a:pt x="843662" y="1030172"/>
                </a:cubicBezTo>
                <a:cubicBezTo>
                  <a:pt x="804145" y="1027809"/>
                  <a:pt x="766021" y="1035895"/>
                  <a:pt x="732986" y="1053824"/>
                </a:cubicBezTo>
                <a:cubicBezTo>
                  <a:pt x="667861" y="924500"/>
                  <a:pt x="500732" y="853399"/>
                  <a:pt x="319377" y="879325"/>
                </a:cubicBezTo>
                <a:cubicBezTo>
                  <a:pt x="300989" y="843277"/>
                  <a:pt x="293334" y="802167"/>
                  <a:pt x="293334" y="759266"/>
                </a:cubicBezTo>
                <a:cubicBezTo>
                  <a:pt x="293334" y="639212"/>
                  <a:pt x="353287" y="533159"/>
                  <a:pt x="448596" y="474747"/>
                </a:cubicBezTo>
                <a:cubicBezTo>
                  <a:pt x="473964" y="344116"/>
                  <a:pt x="571545" y="239326"/>
                  <a:pt x="699138" y="207021"/>
                </a:cubicBezTo>
                <a:cubicBezTo>
                  <a:pt x="883688" y="175806"/>
                  <a:pt x="1051685" y="257594"/>
                  <a:pt x="1089767" y="399718"/>
                </a:cubicBezTo>
                <a:lnTo>
                  <a:pt x="1128734" y="389277"/>
                </a:lnTo>
                <a:cubicBezTo>
                  <a:pt x="1097563" y="272948"/>
                  <a:pt x="992084" y="191573"/>
                  <a:pt x="857834" y="171572"/>
                </a:cubicBezTo>
                <a:cubicBezTo>
                  <a:pt x="902623" y="69261"/>
                  <a:pt x="1005740" y="0"/>
                  <a:pt x="112503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81" name="Group 110">
            <a:extLst>
              <a:ext uri="{FF2B5EF4-FFF2-40B4-BE49-F238E27FC236}">
                <a16:creationId xmlns:a16="http://schemas.microsoft.com/office/drawing/2014/main" id="{51803928-13A3-4D6B-BB5C-38875510B7EF}"/>
              </a:ext>
            </a:extLst>
          </p:cNvPr>
          <p:cNvGrpSpPr/>
          <p:nvPr userDrawn="1"/>
        </p:nvGrpSpPr>
        <p:grpSpPr>
          <a:xfrm>
            <a:off x="6353199" y="2416730"/>
            <a:ext cx="501857" cy="554554"/>
            <a:chOff x="4835382" y="73243"/>
            <a:chExt cx="2920830" cy="3227535"/>
          </a:xfrm>
          <a:solidFill>
            <a:schemeClr val="bg1">
              <a:lumMod val="50000"/>
            </a:schemeClr>
          </a:solidFill>
        </p:grpSpPr>
        <p:sp>
          <p:nvSpPr>
            <p:cNvPr id="82" name="Freeform 111">
              <a:extLst>
                <a:ext uri="{FF2B5EF4-FFF2-40B4-BE49-F238E27FC236}">
                  <a16:creationId xmlns:a16="http://schemas.microsoft.com/office/drawing/2014/main" id="{94947049-4381-4CAB-A09D-8032312B4462}"/>
                </a:ext>
              </a:extLst>
            </p:cNvPr>
            <p:cNvSpPr/>
            <p:nvPr/>
          </p:nvSpPr>
          <p:spPr>
            <a:xfrm>
              <a:off x="4835382" y="73243"/>
              <a:ext cx="2920830" cy="3227535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91405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895970" y="5891405"/>
                  </a:lnTo>
                  <a:lnTo>
                    <a:pt x="4734863" y="5859508"/>
                  </a:lnTo>
                  <a:cubicBezTo>
                    <a:pt x="4366268" y="4516262"/>
                    <a:pt x="4422975" y="3927926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83" name="Oval 37">
              <a:extLst>
                <a:ext uri="{FF2B5EF4-FFF2-40B4-BE49-F238E27FC236}">
                  <a16:creationId xmlns:a16="http://schemas.microsoft.com/office/drawing/2014/main" id="{777ADC0E-5E07-4489-8D6F-2EC850284065}"/>
                </a:ext>
              </a:extLst>
            </p:cNvPr>
            <p:cNvSpPr/>
            <p:nvPr/>
          </p:nvSpPr>
          <p:spPr>
            <a:xfrm rot="18100542">
              <a:off x="5907878" y="-58593"/>
              <a:ext cx="1436045" cy="2141152"/>
            </a:xfrm>
            <a:custGeom>
              <a:avLst/>
              <a:gdLst/>
              <a:ahLst/>
              <a:cxnLst/>
              <a:rect l="l" t="t" r="r" b="b"/>
              <a:pathLst>
                <a:path w="1170491" h="1745209">
                  <a:moveTo>
                    <a:pt x="429221" y="671495"/>
                  </a:moveTo>
                  <a:cubicBezTo>
                    <a:pt x="415869" y="670322"/>
                    <a:pt x="402356" y="670624"/>
                    <a:pt x="388917" y="672439"/>
                  </a:cubicBezTo>
                  <a:cubicBezTo>
                    <a:pt x="370997" y="674859"/>
                    <a:pt x="353207" y="679968"/>
                    <a:pt x="336101" y="687858"/>
                  </a:cubicBezTo>
                  <a:lnTo>
                    <a:pt x="344770" y="708640"/>
                  </a:lnTo>
                  <a:cubicBezTo>
                    <a:pt x="405276" y="680369"/>
                    <a:pt x="475531" y="691805"/>
                    <a:pt x="523918" y="737799"/>
                  </a:cubicBezTo>
                  <a:cubicBezTo>
                    <a:pt x="569388" y="781022"/>
                    <a:pt x="587723" y="847396"/>
                    <a:pt x="571504" y="910067"/>
                  </a:cubicBezTo>
                  <a:lnTo>
                    <a:pt x="593243" y="915886"/>
                  </a:lnTo>
                  <a:cubicBezTo>
                    <a:pt x="611678" y="844923"/>
                    <a:pt x="590662" y="769719"/>
                    <a:pt x="538740" y="720849"/>
                  </a:cubicBezTo>
                  <a:cubicBezTo>
                    <a:pt x="507886" y="691808"/>
                    <a:pt x="469277" y="675014"/>
                    <a:pt x="429221" y="671495"/>
                  </a:cubicBezTo>
                  <a:close/>
                  <a:moveTo>
                    <a:pt x="588421" y="580980"/>
                  </a:moveTo>
                  <a:cubicBezTo>
                    <a:pt x="534186" y="581239"/>
                    <a:pt x="482134" y="605639"/>
                    <a:pt x="446738" y="649695"/>
                  </a:cubicBezTo>
                  <a:lnTo>
                    <a:pt x="463760" y="664437"/>
                  </a:lnTo>
                  <a:cubicBezTo>
                    <a:pt x="505329" y="612166"/>
                    <a:pt x="573320" y="591099"/>
                    <a:pt x="637132" y="610714"/>
                  </a:cubicBezTo>
                  <a:cubicBezTo>
                    <a:pt x="697098" y="629147"/>
                    <a:pt x="743088" y="680397"/>
                    <a:pt x="756495" y="743730"/>
                  </a:cubicBezTo>
                  <a:lnTo>
                    <a:pt x="778549" y="739251"/>
                  </a:lnTo>
                  <a:cubicBezTo>
                    <a:pt x="763432" y="667508"/>
                    <a:pt x="711108" y="609548"/>
                    <a:pt x="642848" y="588934"/>
                  </a:cubicBezTo>
                  <a:cubicBezTo>
                    <a:pt x="624821" y="583490"/>
                    <a:pt x="606500" y="580894"/>
                    <a:pt x="588421" y="580980"/>
                  </a:cubicBezTo>
                  <a:close/>
                  <a:moveTo>
                    <a:pt x="533817" y="0"/>
                  </a:moveTo>
                  <a:cubicBezTo>
                    <a:pt x="617807" y="1"/>
                    <a:pt x="687626" y="60667"/>
                    <a:pt x="697680" y="141081"/>
                  </a:cubicBezTo>
                  <a:cubicBezTo>
                    <a:pt x="603869" y="182843"/>
                    <a:pt x="547102" y="268997"/>
                    <a:pt x="562024" y="352718"/>
                  </a:cubicBezTo>
                  <a:lnTo>
                    <a:pt x="584367" y="347971"/>
                  </a:lnTo>
                  <a:cubicBezTo>
                    <a:pt x="570422" y="267354"/>
                    <a:pt x="633895" y="183716"/>
                    <a:pt x="732836" y="150639"/>
                  </a:cubicBezTo>
                  <a:cubicBezTo>
                    <a:pt x="738208" y="147500"/>
                    <a:pt x="743991" y="147205"/>
                    <a:pt x="749842" y="147205"/>
                  </a:cubicBezTo>
                  <a:cubicBezTo>
                    <a:pt x="844103" y="147205"/>
                    <a:pt x="920515" y="223618"/>
                    <a:pt x="920515" y="317877"/>
                  </a:cubicBezTo>
                  <a:lnTo>
                    <a:pt x="910716" y="366417"/>
                  </a:lnTo>
                  <a:lnTo>
                    <a:pt x="920515" y="366418"/>
                  </a:lnTo>
                  <a:lnTo>
                    <a:pt x="920515" y="371433"/>
                  </a:lnTo>
                  <a:cubicBezTo>
                    <a:pt x="997755" y="379016"/>
                    <a:pt x="1056877" y="445155"/>
                    <a:pt x="1056877" y="525101"/>
                  </a:cubicBezTo>
                  <a:lnTo>
                    <a:pt x="1047351" y="572282"/>
                  </a:lnTo>
                  <a:cubicBezTo>
                    <a:pt x="1119671" y="602218"/>
                    <a:pt x="1170491" y="673500"/>
                    <a:pt x="1170491" y="756650"/>
                  </a:cubicBezTo>
                  <a:cubicBezTo>
                    <a:pt x="1170490" y="802863"/>
                    <a:pt x="1154794" y="845409"/>
                    <a:pt x="1127569" y="878235"/>
                  </a:cubicBezTo>
                  <a:cubicBezTo>
                    <a:pt x="1080615" y="934488"/>
                    <a:pt x="1014142" y="959925"/>
                    <a:pt x="954678" y="939840"/>
                  </a:cubicBezTo>
                  <a:lnTo>
                    <a:pt x="947373" y="961469"/>
                  </a:lnTo>
                  <a:cubicBezTo>
                    <a:pt x="1000817" y="979520"/>
                    <a:pt x="1058949" y="966083"/>
                    <a:pt x="1106746" y="928282"/>
                  </a:cubicBezTo>
                  <a:cubicBezTo>
                    <a:pt x="1128548" y="955588"/>
                    <a:pt x="1138907" y="990708"/>
                    <a:pt x="1138907" y="1028247"/>
                  </a:cubicBezTo>
                  <a:cubicBezTo>
                    <a:pt x="1138907" y="1124134"/>
                    <a:pt x="1071328" y="1204237"/>
                    <a:pt x="981133" y="1223220"/>
                  </a:cubicBezTo>
                  <a:cubicBezTo>
                    <a:pt x="889088" y="1236998"/>
                    <a:pt x="805358" y="1200898"/>
                    <a:pt x="777272" y="1134408"/>
                  </a:cubicBezTo>
                  <a:cubicBezTo>
                    <a:pt x="791057" y="1124903"/>
                    <a:pt x="802061" y="1111678"/>
                    <a:pt x="810210" y="1096167"/>
                  </a:cubicBezTo>
                  <a:cubicBezTo>
                    <a:pt x="831546" y="1055553"/>
                    <a:pt x="830022" y="1005443"/>
                    <a:pt x="806195" y="964175"/>
                  </a:cubicBezTo>
                  <a:lnTo>
                    <a:pt x="787267" y="975103"/>
                  </a:lnTo>
                  <a:cubicBezTo>
                    <a:pt x="807161" y="1009560"/>
                    <a:pt x="808703" y="1051275"/>
                    <a:pt x="791333" y="1085110"/>
                  </a:cubicBezTo>
                  <a:cubicBezTo>
                    <a:pt x="784855" y="1097727"/>
                    <a:pt x="776117" y="1108536"/>
                    <a:pt x="763385" y="1114320"/>
                  </a:cubicBezTo>
                  <a:lnTo>
                    <a:pt x="744063" y="1119497"/>
                  </a:lnTo>
                  <a:lnTo>
                    <a:pt x="747716" y="1128718"/>
                  </a:lnTo>
                  <a:cubicBezTo>
                    <a:pt x="731558" y="1137628"/>
                    <a:pt x="712804" y="1141697"/>
                    <a:pt x="693327" y="1140344"/>
                  </a:cubicBezTo>
                  <a:cubicBezTo>
                    <a:pt x="655409" y="1137711"/>
                    <a:pt x="620494" y="1114908"/>
                    <a:pt x="601213" y="1080185"/>
                  </a:cubicBezTo>
                  <a:lnTo>
                    <a:pt x="582082" y="1090754"/>
                  </a:lnTo>
                  <a:cubicBezTo>
                    <a:pt x="605167" y="1132362"/>
                    <a:pt x="647281" y="1159482"/>
                    <a:pt x="693051" y="1162221"/>
                  </a:cubicBezTo>
                  <a:cubicBezTo>
                    <a:pt x="715413" y="1163558"/>
                    <a:pt x="736989" y="1158982"/>
                    <a:pt x="755684" y="1148835"/>
                  </a:cubicBezTo>
                  <a:cubicBezTo>
                    <a:pt x="792539" y="1222022"/>
                    <a:pt x="887119" y="1262260"/>
                    <a:pt x="989751" y="1247587"/>
                  </a:cubicBezTo>
                  <a:cubicBezTo>
                    <a:pt x="1000157" y="1267987"/>
                    <a:pt x="1004489" y="1291252"/>
                    <a:pt x="1004488" y="1315531"/>
                  </a:cubicBezTo>
                  <a:cubicBezTo>
                    <a:pt x="1004488" y="1381750"/>
                    <a:pt x="972258" y="1440443"/>
                    <a:pt x="920375" y="1473506"/>
                  </a:cubicBezTo>
                  <a:lnTo>
                    <a:pt x="913116" y="1474079"/>
                  </a:lnTo>
                  <a:cubicBezTo>
                    <a:pt x="850536" y="1469665"/>
                    <a:pt x="794159" y="1430126"/>
                    <a:pt x="766796" y="1371458"/>
                  </a:cubicBezTo>
                  <a:lnTo>
                    <a:pt x="746323" y="1380801"/>
                  </a:lnTo>
                  <a:cubicBezTo>
                    <a:pt x="776874" y="1446464"/>
                    <a:pt x="839753" y="1490827"/>
                    <a:pt x="909888" y="1496052"/>
                  </a:cubicBezTo>
                  <a:cubicBezTo>
                    <a:pt x="891948" y="1561049"/>
                    <a:pt x="840393" y="1611456"/>
                    <a:pt x="774838" y="1628054"/>
                  </a:cubicBezTo>
                  <a:cubicBezTo>
                    <a:pt x="686646" y="1642970"/>
                    <a:pt x="605133" y="1612285"/>
                    <a:pt x="571751" y="1552195"/>
                  </a:cubicBezTo>
                  <a:lnTo>
                    <a:pt x="550649" y="1566422"/>
                  </a:lnTo>
                  <a:cubicBezTo>
                    <a:pt x="577499" y="1609979"/>
                    <a:pt x="626419" y="1639383"/>
                    <a:pt x="685031" y="1648114"/>
                  </a:cubicBezTo>
                  <a:cubicBezTo>
                    <a:pt x="659684" y="1706013"/>
                    <a:pt x="601329" y="1745210"/>
                    <a:pt x="533818" y="1745209"/>
                  </a:cubicBezTo>
                  <a:cubicBezTo>
                    <a:pt x="455549" y="1745210"/>
                    <a:pt x="416747" y="1692524"/>
                    <a:pt x="372301" y="1619888"/>
                  </a:cubicBezTo>
                  <a:lnTo>
                    <a:pt x="366380" y="1592106"/>
                  </a:lnTo>
                  <a:cubicBezTo>
                    <a:pt x="305091" y="1567105"/>
                    <a:pt x="259811" y="1511085"/>
                    <a:pt x="250590" y="1443452"/>
                  </a:cubicBezTo>
                  <a:cubicBezTo>
                    <a:pt x="203712" y="1453117"/>
                    <a:pt x="158965" y="1444975"/>
                    <a:pt x="117260" y="1407178"/>
                  </a:cubicBezTo>
                  <a:cubicBezTo>
                    <a:pt x="55030" y="1350772"/>
                    <a:pt x="44039" y="1258933"/>
                    <a:pt x="90593" y="1192598"/>
                  </a:cubicBezTo>
                  <a:cubicBezTo>
                    <a:pt x="186799" y="1224213"/>
                    <a:pt x="285304" y="1199642"/>
                    <a:pt x="330760" y="1129474"/>
                  </a:cubicBezTo>
                  <a:lnTo>
                    <a:pt x="344999" y="1132822"/>
                  </a:lnTo>
                  <a:cubicBezTo>
                    <a:pt x="420009" y="1139731"/>
                    <a:pt x="490500" y="1101048"/>
                    <a:pt x="524987" y="1034051"/>
                  </a:cubicBezTo>
                  <a:lnTo>
                    <a:pt x="505360" y="1023014"/>
                  </a:lnTo>
                  <a:cubicBezTo>
                    <a:pt x="475089" y="1082544"/>
                    <a:pt x="412689" y="1116790"/>
                    <a:pt x="346243" y="1110339"/>
                  </a:cubicBezTo>
                  <a:cubicBezTo>
                    <a:pt x="283801" y="1104277"/>
                    <a:pt x="228486" y="1063265"/>
                    <a:pt x="202679" y="1003895"/>
                  </a:cubicBezTo>
                  <a:lnTo>
                    <a:pt x="181967" y="1012696"/>
                  </a:lnTo>
                  <a:cubicBezTo>
                    <a:pt x="205492" y="1066954"/>
                    <a:pt x="250941" y="1107583"/>
                    <a:pt x="305288" y="1123484"/>
                  </a:cubicBezTo>
                  <a:cubicBezTo>
                    <a:pt x="260051" y="1186174"/>
                    <a:pt x="162021" y="1201884"/>
                    <a:pt x="70961" y="1161909"/>
                  </a:cubicBezTo>
                  <a:cubicBezTo>
                    <a:pt x="64874" y="1160625"/>
                    <a:pt x="60391" y="1156961"/>
                    <a:pt x="56055" y="1153032"/>
                  </a:cubicBezTo>
                  <a:cubicBezTo>
                    <a:pt x="-13786" y="1089729"/>
                    <a:pt x="-19088" y="981796"/>
                    <a:pt x="44214" y="911953"/>
                  </a:cubicBezTo>
                  <a:lnTo>
                    <a:pt x="84073" y="882569"/>
                  </a:lnTo>
                  <a:lnTo>
                    <a:pt x="76811" y="875989"/>
                  </a:lnTo>
                  <a:lnTo>
                    <a:pt x="80179" y="872273"/>
                  </a:lnTo>
                  <a:cubicBezTo>
                    <a:pt x="28040" y="814783"/>
                    <a:pt x="28651" y="726072"/>
                    <a:pt x="82340" y="666836"/>
                  </a:cubicBezTo>
                  <a:lnTo>
                    <a:pt x="121082" y="638275"/>
                  </a:lnTo>
                  <a:cubicBezTo>
                    <a:pt x="89526" y="571593"/>
                    <a:pt x="96788" y="490523"/>
                    <a:pt x="145805" y="430894"/>
                  </a:cubicBezTo>
                  <a:cubicBezTo>
                    <a:pt x="198586" y="400645"/>
                    <a:pt x="259015" y="385179"/>
                    <a:pt x="321878" y="383347"/>
                  </a:cubicBezTo>
                  <a:lnTo>
                    <a:pt x="321111" y="357014"/>
                  </a:lnTo>
                  <a:cubicBezTo>
                    <a:pt x="257723" y="358862"/>
                    <a:pt x="196668" y="373772"/>
                    <a:pt x="141180" y="399723"/>
                  </a:cubicBezTo>
                  <a:cubicBezTo>
                    <a:pt x="117813" y="370058"/>
                    <a:pt x="106816" y="332072"/>
                    <a:pt x="106816" y="291518"/>
                  </a:cubicBezTo>
                  <a:cubicBezTo>
                    <a:pt x="106816" y="170286"/>
                    <a:pt x="205094" y="72008"/>
                    <a:pt x="326327" y="72008"/>
                  </a:cubicBezTo>
                  <a:cubicBezTo>
                    <a:pt x="350305" y="72008"/>
                    <a:pt x="373385" y="75853"/>
                    <a:pt x="394659" y="83948"/>
                  </a:cubicBezTo>
                  <a:cubicBezTo>
                    <a:pt x="425371" y="33609"/>
                    <a:pt x="467237" y="0"/>
                    <a:pt x="5338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84" name="Rectangle 19">
            <a:extLst>
              <a:ext uri="{FF2B5EF4-FFF2-40B4-BE49-F238E27FC236}">
                <a16:creationId xmlns:a16="http://schemas.microsoft.com/office/drawing/2014/main" id="{2F06181C-847F-40DF-87F7-F4665221F59B}"/>
              </a:ext>
            </a:extLst>
          </p:cNvPr>
          <p:cNvSpPr/>
          <p:nvPr userDrawn="1"/>
        </p:nvSpPr>
        <p:spPr>
          <a:xfrm>
            <a:off x="5542040" y="2446822"/>
            <a:ext cx="449751" cy="494370"/>
          </a:xfrm>
          <a:custGeom>
            <a:avLst/>
            <a:gdLst/>
            <a:ahLst/>
            <a:cxnLst/>
            <a:rect l="l" t="t" r="r" b="b"/>
            <a:pathLst>
              <a:path w="2926108" h="3216409">
                <a:moveTo>
                  <a:pt x="1150286" y="2039882"/>
                </a:moveTo>
                <a:cubicBezTo>
                  <a:pt x="1216487" y="2110220"/>
                  <a:pt x="1249586" y="2238485"/>
                  <a:pt x="1348889" y="2250897"/>
                </a:cubicBezTo>
                <a:cubicBezTo>
                  <a:pt x="1452327" y="2213659"/>
                  <a:pt x="1530941" y="2147458"/>
                  <a:pt x="1597142" y="2052295"/>
                </a:cubicBezTo>
                <a:cubicBezTo>
                  <a:pt x="1634380" y="2030228"/>
                  <a:pt x="1712994" y="2049536"/>
                  <a:pt x="1721269" y="2072982"/>
                </a:cubicBezTo>
                <a:cubicBezTo>
                  <a:pt x="1533700" y="2362611"/>
                  <a:pt x="1615072" y="2763954"/>
                  <a:pt x="1568179" y="2830155"/>
                </a:cubicBezTo>
                <a:cubicBezTo>
                  <a:pt x="1391644" y="2965315"/>
                  <a:pt x="1231658" y="2893598"/>
                  <a:pt x="1063398" y="2925319"/>
                </a:cubicBezTo>
                <a:cubicBezTo>
                  <a:pt x="925479" y="2954282"/>
                  <a:pt x="820660" y="3107371"/>
                  <a:pt x="686879" y="3148747"/>
                </a:cubicBezTo>
                <a:cubicBezTo>
                  <a:pt x="536548" y="3184606"/>
                  <a:pt x="373804" y="3224602"/>
                  <a:pt x="215198" y="3214948"/>
                </a:cubicBezTo>
                <a:cubicBezTo>
                  <a:pt x="93829" y="3209431"/>
                  <a:pt x="71763" y="3046687"/>
                  <a:pt x="136584" y="2925318"/>
                </a:cubicBezTo>
                <a:cubicBezTo>
                  <a:pt x="168305" y="2828775"/>
                  <a:pt x="121415" y="2802571"/>
                  <a:pt x="107623" y="2710165"/>
                </a:cubicBezTo>
                <a:cubicBezTo>
                  <a:pt x="111150" y="2693172"/>
                  <a:pt x="127647" y="2691385"/>
                  <a:pt x="158288" y="2695563"/>
                </a:cubicBezTo>
                <a:lnTo>
                  <a:pt x="158288" y="2626239"/>
                </a:lnTo>
                <a:lnTo>
                  <a:pt x="266288" y="2626239"/>
                </a:lnTo>
                <a:lnTo>
                  <a:pt x="266288" y="2708276"/>
                </a:lnTo>
                <a:lnTo>
                  <a:pt x="307224" y="2711894"/>
                </a:lnTo>
                <a:lnTo>
                  <a:pt x="307224" y="2626239"/>
                </a:lnTo>
                <a:lnTo>
                  <a:pt x="415224" y="2626239"/>
                </a:lnTo>
                <a:lnTo>
                  <a:pt x="415224" y="2711420"/>
                </a:lnTo>
                <a:cubicBezTo>
                  <a:pt x="428487" y="2711947"/>
                  <a:pt x="442136" y="2710942"/>
                  <a:pt x="456160" y="2708700"/>
                </a:cubicBezTo>
                <a:lnTo>
                  <a:pt x="456160" y="2617963"/>
                </a:lnTo>
                <a:lnTo>
                  <a:pt x="564160" y="2617963"/>
                </a:lnTo>
                <a:lnTo>
                  <a:pt x="564160" y="2692500"/>
                </a:lnTo>
                <a:cubicBezTo>
                  <a:pt x="577696" y="2691220"/>
                  <a:pt x="591289" y="2688332"/>
                  <a:pt x="605096" y="2684680"/>
                </a:cubicBezTo>
                <a:lnTo>
                  <a:pt x="605096" y="2601411"/>
                </a:lnTo>
                <a:lnTo>
                  <a:pt x="713096" y="2601411"/>
                </a:lnTo>
                <a:lnTo>
                  <a:pt x="713096" y="2654658"/>
                </a:lnTo>
                <a:lnTo>
                  <a:pt x="754032" y="2641463"/>
                </a:lnTo>
                <a:lnTo>
                  <a:pt x="754032" y="2580721"/>
                </a:lnTo>
                <a:lnTo>
                  <a:pt x="862032" y="2580721"/>
                </a:lnTo>
                <a:lnTo>
                  <a:pt x="862032" y="2599792"/>
                </a:lnTo>
                <a:cubicBezTo>
                  <a:pt x="897454" y="2584791"/>
                  <a:pt x="934214" y="2567836"/>
                  <a:pt x="972371" y="2548802"/>
                </a:cubicBezTo>
                <a:cubicBezTo>
                  <a:pt x="1030297" y="2506047"/>
                  <a:pt x="939271" y="2219176"/>
                  <a:pt x="947546" y="2122633"/>
                </a:cubicBezTo>
                <a:cubicBezTo>
                  <a:pt x="957201" y="2082636"/>
                  <a:pt x="1082706" y="2067466"/>
                  <a:pt x="1150286" y="2039882"/>
                </a:cubicBezTo>
                <a:close/>
                <a:moveTo>
                  <a:pt x="394278" y="1320337"/>
                </a:moveTo>
                <a:cubicBezTo>
                  <a:pt x="356565" y="1315036"/>
                  <a:pt x="316914" y="1320983"/>
                  <a:pt x="277262" y="1344774"/>
                </a:cubicBezTo>
                <a:cubicBezTo>
                  <a:pt x="169686" y="1368221"/>
                  <a:pt x="281399" y="1532343"/>
                  <a:pt x="314500" y="1626128"/>
                </a:cubicBezTo>
                <a:cubicBezTo>
                  <a:pt x="335188" y="1715776"/>
                  <a:pt x="306225" y="1838523"/>
                  <a:pt x="376563" y="1820593"/>
                </a:cubicBezTo>
                <a:cubicBezTo>
                  <a:pt x="535169" y="1786113"/>
                  <a:pt x="681363" y="1673020"/>
                  <a:pt x="628954" y="1493726"/>
                </a:cubicBezTo>
                <a:cubicBezTo>
                  <a:pt x="603094" y="1453384"/>
                  <a:pt x="507414" y="1336241"/>
                  <a:pt x="394278" y="1320337"/>
                </a:cubicBezTo>
                <a:close/>
                <a:moveTo>
                  <a:pt x="1526804" y="66"/>
                </a:moveTo>
                <a:cubicBezTo>
                  <a:pt x="2066065" y="2824"/>
                  <a:pt x="2621877" y="129710"/>
                  <a:pt x="2896335" y="1038593"/>
                </a:cubicBezTo>
                <a:cubicBezTo>
                  <a:pt x="3057700" y="1564063"/>
                  <a:pt x="2532230" y="2366749"/>
                  <a:pt x="2064686" y="2292273"/>
                </a:cubicBezTo>
                <a:cubicBezTo>
                  <a:pt x="1885392" y="2267447"/>
                  <a:pt x="1950214" y="2015056"/>
                  <a:pt x="1555767" y="1940580"/>
                </a:cubicBezTo>
                <a:cubicBezTo>
                  <a:pt x="1179249" y="1868862"/>
                  <a:pt x="732393" y="2186075"/>
                  <a:pt x="554478" y="2159871"/>
                </a:cubicBezTo>
                <a:cubicBezTo>
                  <a:pt x="466211" y="2141942"/>
                  <a:pt x="394493" y="1904722"/>
                  <a:pt x="364151" y="1932305"/>
                </a:cubicBezTo>
                <a:cubicBezTo>
                  <a:pt x="322774" y="1970922"/>
                  <a:pt x="405526" y="2146079"/>
                  <a:pt x="467589" y="2205384"/>
                </a:cubicBezTo>
                <a:cubicBezTo>
                  <a:pt x="525515" y="2241243"/>
                  <a:pt x="732393" y="2202626"/>
                  <a:pt x="873070" y="2139183"/>
                </a:cubicBezTo>
                <a:cubicBezTo>
                  <a:pt x="913066" y="2128149"/>
                  <a:pt x="870312" y="2253655"/>
                  <a:pt x="877208" y="2333648"/>
                </a:cubicBezTo>
                <a:lnTo>
                  <a:pt x="862033" y="2337135"/>
                </a:lnTo>
                <a:lnTo>
                  <a:pt x="862033" y="2415799"/>
                </a:lnTo>
                <a:lnTo>
                  <a:pt x="754033" y="2415799"/>
                </a:lnTo>
                <a:lnTo>
                  <a:pt x="754033" y="2360695"/>
                </a:lnTo>
                <a:lnTo>
                  <a:pt x="713097" y="2366601"/>
                </a:lnTo>
                <a:lnTo>
                  <a:pt x="713097" y="2428213"/>
                </a:lnTo>
                <a:lnTo>
                  <a:pt x="605097" y="2428213"/>
                </a:lnTo>
                <a:lnTo>
                  <a:pt x="605097" y="2379641"/>
                </a:lnTo>
                <a:lnTo>
                  <a:pt x="564161" y="2382960"/>
                </a:lnTo>
                <a:lnTo>
                  <a:pt x="564161" y="2436489"/>
                </a:lnTo>
                <a:lnTo>
                  <a:pt x="456161" y="2436489"/>
                </a:lnTo>
                <a:lnTo>
                  <a:pt x="456161" y="2388351"/>
                </a:lnTo>
                <a:lnTo>
                  <a:pt x="415225" y="2389346"/>
                </a:lnTo>
                <a:lnTo>
                  <a:pt x="415225" y="2436489"/>
                </a:lnTo>
                <a:lnTo>
                  <a:pt x="307225" y="2436489"/>
                </a:lnTo>
                <a:lnTo>
                  <a:pt x="307225" y="2386989"/>
                </a:lnTo>
                <a:cubicBezTo>
                  <a:pt x="293173" y="2387203"/>
                  <a:pt x="279516" y="2386340"/>
                  <a:pt x="266289" y="2385150"/>
                </a:cubicBezTo>
                <a:lnTo>
                  <a:pt x="266289" y="2428213"/>
                </a:lnTo>
                <a:lnTo>
                  <a:pt x="158289" y="2428213"/>
                </a:lnTo>
                <a:lnTo>
                  <a:pt x="158289" y="2370613"/>
                </a:lnTo>
                <a:cubicBezTo>
                  <a:pt x="107017" y="2360332"/>
                  <a:pt x="72014" y="2345184"/>
                  <a:pt x="62108" y="2325373"/>
                </a:cubicBezTo>
                <a:cubicBezTo>
                  <a:pt x="37284" y="2261930"/>
                  <a:pt x="103484" y="2223314"/>
                  <a:pt x="124172" y="2172284"/>
                </a:cubicBezTo>
                <a:cubicBezTo>
                  <a:pt x="111759" y="2144700"/>
                  <a:pt x="74522" y="2141942"/>
                  <a:pt x="86934" y="2089533"/>
                </a:cubicBezTo>
                <a:cubicBezTo>
                  <a:pt x="96588" y="2053674"/>
                  <a:pt x="242782" y="2030228"/>
                  <a:pt x="264849" y="1994369"/>
                </a:cubicBezTo>
                <a:cubicBezTo>
                  <a:pt x="273125" y="1919892"/>
                  <a:pt x="-4093" y="1721291"/>
                  <a:pt x="45" y="1671639"/>
                </a:cubicBezTo>
                <a:cubicBezTo>
                  <a:pt x="12458" y="1619230"/>
                  <a:pt x="124172" y="1558546"/>
                  <a:pt x="190373" y="1477174"/>
                </a:cubicBezTo>
                <a:cubicBezTo>
                  <a:pt x="222094" y="1438557"/>
                  <a:pt x="80038" y="1267538"/>
                  <a:pt x="91072" y="1224783"/>
                </a:cubicBezTo>
                <a:cubicBezTo>
                  <a:pt x="111760" y="1092381"/>
                  <a:pt x="240023" y="943429"/>
                  <a:pt x="264849" y="703451"/>
                </a:cubicBezTo>
                <a:cubicBezTo>
                  <a:pt x="342084" y="332450"/>
                  <a:pt x="961338" y="-5451"/>
                  <a:pt x="1526804" y="6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6" name="Rounded Rectangle 31">
            <a:extLst>
              <a:ext uri="{FF2B5EF4-FFF2-40B4-BE49-F238E27FC236}">
                <a16:creationId xmlns:a16="http://schemas.microsoft.com/office/drawing/2014/main" id="{9A53D727-5CF8-4F81-A3FE-E40A1BCF0018}"/>
              </a:ext>
            </a:extLst>
          </p:cNvPr>
          <p:cNvSpPr>
            <a:spLocks noChangeAspect="1"/>
          </p:cNvSpPr>
          <p:nvPr userDrawn="1"/>
        </p:nvSpPr>
        <p:spPr>
          <a:xfrm>
            <a:off x="5580598" y="3571006"/>
            <a:ext cx="372634" cy="529812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7" name="Oval 47">
            <a:extLst>
              <a:ext uri="{FF2B5EF4-FFF2-40B4-BE49-F238E27FC236}">
                <a16:creationId xmlns:a16="http://schemas.microsoft.com/office/drawing/2014/main" id="{5DD41494-7BB8-4DD8-BA6E-DB8BE87CC239}"/>
              </a:ext>
            </a:extLst>
          </p:cNvPr>
          <p:cNvSpPr>
            <a:spLocks noChangeAspect="1"/>
          </p:cNvSpPr>
          <p:nvPr userDrawn="1"/>
        </p:nvSpPr>
        <p:spPr>
          <a:xfrm>
            <a:off x="8847296" y="4500774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303187" y="480874"/>
                </a:moveTo>
                <a:lnTo>
                  <a:pt x="1303187" y="1303187"/>
                </a:lnTo>
                <a:lnTo>
                  <a:pt x="480874" y="1303187"/>
                </a:lnTo>
                <a:lnTo>
                  <a:pt x="480874" y="1936813"/>
                </a:lnTo>
                <a:lnTo>
                  <a:pt x="1303187" y="1936813"/>
                </a:lnTo>
                <a:lnTo>
                  <a:pt x="1303187" y="2759126"/>
                </a:lnTo>
                <a:lnTo>
                  <a:pt x="1936813" y="2759126"/>
                </a:lnTo>
                <a:lnTo>
                  <a:pt x="1936813" y="1936813"/>
                </a:lnTo>
                <a:lnTo>
                  <a:pt x="2759126" y="1936813"/>
                </a:lnTo>
                <a:lnTo>
                  <a:pt x="2759126" y="1303187"/>
                </a:lnTo>
                <a:lnTo>
                  <a:pt x="1936813" y="1303187"/>
                </a:lnTo>
                <a:lnTo>
                  <a:pt x="1936813" y="480874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8" name="Oval 50">
            <a:extLst>
              <a:ext uri="{FF2B5EF4-FFF2-40B4-BE49-F238E27FC236}">
                <a16:creationId xmlns:a16="http://schemas.microsoft.com/office/drawing/2014/main" id="{C62A3CDD-75C2-400E-AB0B-8C0749B75158}"/>
              </a:ext>
            </a:extLst>
          </p:cNvPr>
          <p:cNvSpPr>
            <a:spLocks noChangeAspect="1"/>
          </p:cNvSpPr>
          <p:nvPr userDrawn="1"/>
        </p:nvSpPr>
        <p:spPr>
          <a:xfrm>
            <a:off x="6369580" y="357100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9" name="Heart 17">
            <a:extLst>
              <a:ext uri="{FF2B5EF4-FFF2-40B4-BE49-F238E27FC236}">
                <a16:creationId xmlns:a16="http://schemas.microsoft.com/office/drawing/2014/main" id="{9AECB8D8-DE7E-441E-A7D8-011002AA5062}"/>
              </a:ext>
            </a:extLst>
          </p:cNvPr>
          <p:cNvSpPr/>
          <p:nvPr userDrawn="1"/>
        </p:nvSpPr>
        <p:spPr>
          <a:xfrm>
            <a:off x="8865289" y="3588496"/>
            <a:ext cx="501299" cy="491506"/>
          </a:xfrm>
          <a:custGeom>
            <a:avLst/>
            <a:gdLst/>
            <a:ahLst/>
            <a:cxnLst/>
            <a:rect l="l" t="t" r="r" b="b"/>
            <a:pathLst>
              <a:path w="3263621" h="3199863">
                <a:moveTo>
                  <a:pt x="1896188" y="786599"/>
                </a:moveTo>
                <a:cubicBezTo>
                  <a:pt x="1878938" y="786251"/>
                  <a:pt x="1861335" y="789280"/>
                  <a:pt x="1844305" y="796082"/>
                </a:cubicBezTo>
                <a:cubicBezTo>
                  <a:pt x="1792333" y="816839"/>
                  <a:pt x="1760707" y="866742"/>
                  <a:pt x="1761231" y="919486"/>
                </a:cubicBezTo>
                <a:lnTo>
                  <a:pt x="1573886" y="1618665"/>
                </a:lnTo>
                <a:lnTo>
                  <a:pt x="1438574" y="1113672"/>
                </a:lnTo>
                <a:cubicBezTo>
                  <a:pt x="1424335" y="1060531"/>
                  <a:pt x="1379808" y="1023594"/>
                  <a:pt x="1328543" y="1016456"/>
                </a:cubicBezTo>
                <a:cubicBezTo>
                  <a:pt x="1320071" y="1015276"/>
                  <a:pt x="1311415" y="1014911"/>
                  <a:pt x="1302836" y="1018067"/>
                </a:cubicBezTo>
                <a:lnTo>
                  <a:pt x="1300556" y="1017667"/>
                </a:lnTo>
                <a:cubicBezTo>
                  <a:pt x="1298914" y="1017711"/>
                  <a:pt x="1297275" y="1017786"/>
                  <a:pt x="1295680" y="1018515"/>
                </a:cubicBezTo>
                <a:lnTo>
                  <a:pt x="1275904" y="1019755"/>
                </a:lnTo>
                <a:cubicBezTo>
                  <a:pt x="1273459" y="1020410"/>
                  <a:pt x="1271049" y="1021129"/>
                  <a:pt x="1269080" y="1023145"/>
                </a:cubicBezTo>
                <a:cubicBezTo>
                  <a:pt x="1229892" y="1033156"/>
                  <a:pt x="1196286" y="1061513"/>
                  <a:pt x="1180414" y="1102068"/>
                </a:cubicBezTo>
                <a:lnTo>
                  <a:pt x="902406" y="1812437"/>
                </a:lnTo>
                <a:lnTo>
                  <a:pt x="612897" y="1812437"/>
                </a:lnTo>
                <a:cubicBezTo>
                  <a:pt x="539543" y="1812437"/>
                  <a:pt x="480078" y="1871902"/>
                  <a:pt x="480078" y="1945256"/>
                </a:cubicBezTo>
                <a:cubicBezTo>
                  <a:pt x="480078" y="2018610"/>
                  <a:pt x="539543" y="2078075"/>
                  <a:pt x="612897" y="2078075"/>
                </a:cubicBezTo>
                <a:lnTo>
                  <a:pt x="966673" y="2078075"/>
                </a:lnTo>
                <a:cubicBezTo>
                  <a:pt x="1008666" y="2088839"/>
                  <a:pt x="1051924" y="2075535"/>
                  <a:pt x="1081835" y="2045978"/>
                </a:cubicBezTo>
                <a:cubicBezTo>
                  <a:pt x="1105846" y="2028294"/>
                  <a:pt x="1122213" y="2001701"/>
                  <a:pt x="1125659" y="1970866"/>
                </a:cubicBezTo>
                <a:lnTo>
                  <a:pt x="1284498" y="1565001"/>
                </a:lnTo>
                <a:lnTo>
                  <a:pt x="1443089" y="2156868"/>
                </a:lnTo>
                <a:cubicBezTo>
                  <a:pt x="1455914" y="2204733"/>
                  <a:pt x="1493311" y="2239452"/>
                  <a:pt x="1538593" y="2249086"/>
                </a:cubicBezTo>
                <a:lnTo>
                  <a:pt x="1542015" y="2250785"/>
                </a:lnTo>
                <a:cubicBezTo>
                  <a:pt x="1542604" y="2250943"/>
                  <a:pt x="1543193" y="2251097"/>
                  <a:pt x="1543870" y="2250902"/>
                </a:cubicBezTo>
                <a:cubicBezTo>
                  <a:pt x="1553422" y="2254514"/>
                  <a:pt x="1563610" y="2255524"/>
                  <a:pt x="1573886" y="2252783"/>
                </a:cubicBezTo>
                <a:cubicBezTo>
                  <a:pt x="1584162" y="2255524"/>
                  <a:pt x="1594351" y="2254515"/>
                  <a:pt x="1603903" y="2250901"/>
                </a:cubicBezTo>
                <a:lnTo>
                  <a:pt x="1605758" y="2250785"/>
                </a:lnTo>
                <a:cubicBezTo>
                  <a:pt x="1606974" y="2250459"/>
                  <a:pt x="1608181" y="2250118"/>
                  <a:pt x="1609178" y="2249086"/>
                </a:cubicBezTo>
                <a:cubicBezTo>
                  <a:pt x="1654461" y="2239453"/>
                  <a:pt x="1691859" y="2204734"/>
                  <a:pt x="1704684" y="2156868"/>
                </a:cubicBezTo>
                <a:lnTo>
                  <a:pt x="1921541" y="1347547"/>
                </a:lnTo>
                <a:lnTo>
                  <a:pt x="2181705" y="1998928"/>
                </a:lnTo>
                <a:cubicBezTo>
                  <a:pt x="2205326" y="2058070"/>
                  <a:pt x="2266689" y="2090865"/>
                  <a:pt x="2326593" y="2078075"/>
                </a:cubicBezTo>
                <a:lnTo>
                  <a:pt x="2671200" y="2078075"/>
                </a:lnTo>
                <a:cubicBezTo>
                  <a:pt x="2744554" y="2078075"/>
                  <a:pt x="2804019" y="2018610"/>
                  <a:pt x="2804019" y="1945256"/>
                </a:cubicBezTo>
                <a:cubicBezTo>
                  <a:pt x="2804019" y="1871902"/>
                  <a:pt x="2744554" y="1812437"/>
                  <a:pt x="2671200" y="1812437"/>
                </a:cubicBezTo>
                <a:lnTo>
                  <a:pt x="2393261" y="1812437"/>
                </a:lnTo>
                <a:lnTo>
                  <a:pt x="2016914" y="870162"/>
                </a:lnTo>
                <a:cubicBezTo>
                  <a:pt x="1996508" y="819071"/>
                  <a:pt x="1947937" y="787642"/>
                  <a:pt x="1896188" y="786599"/>
                </a:cubicBezTo>
                <a:close/>
                <a:moveTo>
                  <a:pt x="773454" y="106"/>
                </a:moveTo>
                <a:cubicBezTo>
                  <a:pt x="1097282" y="5742"/>
                  <a:pt x="1441967" y="238301"/>
                  <a:pt x="1631811" y="769863"/>
                </a:cubicBezTo>
                <a:cubicBezTo>
                  <a:pt x="2306811" y="-1120137"/>
                  <a:pt x="4939311" y="769863"/>
                  <a:pt x="1631811" y="3199863"/>
                </a:cubicBezTo>
                <a:cubicBezTo>
                  <a:pt x="-745455" y="1453301"/>
                  <a:pt x="-54107" y="-14297"/>
                  <a:pt x="773454" y="10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4" name="Rounded Rectangle 17">
            <a:extLst>
              <a:ext uri="{FF2B5EF4-FFF2-40B4-BE49-F238E27FC236}">
                <a16:creationId xmlns:a16="http://schemas.microsoft.com/office/drawing/2014/main" id="{5C8805BF-16F8-4295-9990-A2C5F7A8D1CB}"/>
              </a:ext>
            </a:extLst>
          </p:cNvPr>
          <p:cNvSpPr>
            <a:spLocks noChangeAspect="1"/>
          </p:cNvSpPr>
          <p:nvPr userDrawn="1"/>
        </p:nvSpPr>
        <p:spPr>
          <a:xfrm>
            <a:off x="5600420" y="4575423"/>
            <a:ext cx="332990" cy="529812"/>
          </a:xfrm>
          <a:custGeom>
            <a:avLst/>
            <a:gdLst/>
            <a:ahLst/>
            <a:cxnLst/>
            <a:rect l="l" t="t" r="r" b="b"/>
            <a:pathLst>
              <a:path w="2016224" h="3207971">
                <a:moveTo>
                  <a:pt x="854575" y="1382799"/>
                </a:moveTo>
                <a:lnTo>
                  <a:pt x="854575" y="1686462"/>
                </a:lnTo>
                <a:lnTo>
                  <a:pt x="550912" y="1686462"/>
                </a:lnTo>
                <a:lnTo>
                  <a:pt x="550912" y="1993536"/>
                </a:lnTo>
                <a:lnTo>
                  <a:pt x="854575" y="1993536"/>
                </a:lnTo>
                <a:lnTo>
                  <a:pt x="854575" y="2297199"/>
                </a:lnTo>
                <a:lnTo>
                  <a:pt x="1161649" y="2297199"/>
                </a:lnTo>
                <a:lnTo>
                  <a:pt x="1161649" y="1993536"/>
                </a:lnTo>
                <a:lnTo>
                  <a:pt x="1465312" y="1993536"/>
                </a:lnTo>
                <a:lnTo>
                  <a:pt x="1465312" y="1686462"/>
                </a:lnTo>
                <a:lnTo>
                  <a:pt x="1161649" y="1686462"/>
                </a:lnTo>
                <a:lnTo>
                  <a:pt x="1161649" y="1382799"/>
                </a:lnTo>
                <a:close/>
                <a:moveTo>
                  <a:pt x="397285" y="941591"/>
                </a:moveTo>
                <a:lnTo>
                  <a:pt x="1618940" y="941591"/>
                </a:lnTo>
                <a:lnTo>
                  <a:pt x="1618940" y="2738407"/>
                </a:lnTo>
                <a:lnTo>
                  <a:pt x="397285" y="2738407"/>
                </a:lnTo>
                <a:close/>
                <a:moveTo>
                  <a:pt x="305673" y="849979"/>
                </a:moveTo>
                <a:lnTo>
                  <a:pt x="305673" y="2830019"/>
                </a:lnTo>
                <a:lnTo>
                  <a:pt x="1710552" y="2830019"/>
                </a:lnTo>
                <a:lnTo>
                  <a:pt x="1710552" y="849979"/>
                </a:lnTo>
                <a:close/>
                <a:moveTo>
                  <a:pt x="240515" y="472027"/>
                </a:moveTo>
                <a:lnTo>
                  <a:pt x="1775709" y="472027"/>
                </a:lnTo>
                <a:cubicBezTo>
                  <a:pt x="1908542" y="472027"/>
                  <a:pt x="2016224" y="579709"/>
                  <a:pt x="2016224" y="712542"/>
                </a:cubicBezTo>
                <a:lnTo>
                  <a:pt x="2016224" y="2967456"/>
                </a:lnTo>
                <a:cubicBezTo>
                  <a:pt x="2016224" y="3100289"/>
                  <a:pt x="1908542" y="3207971"/>
                  <a:pt x="1775709" y="3207971"/>
                </a:cubicBezTo>
                <a:lnTo>
                  <a:pt x="240515" y="3207971"/>
                </a:lnTo>
                <a:cubicBezTo>
                  <a:pt x="107682" y="3207971"/>
                  <a:pt x="0" y="3100289"/>
                  <a:pt x="0" y="2967456"/>
                </a:cubicBezTo>
                <a:lnTo>
                  <a:pt x="0" y="712542"/>
                </a:lnTo>
                <a:cubicBezTo>
                  <a:pt x="0" y="579709"/>
                  <a:pt x="107682" y="472027"/>
                  <a:pt x="240515" y="472027"/>
                </a:cubicBezTo>
                <a:close/>
                <a:moveTo>
                  <a:pt x="515787" y="0"/>
                </a:moveTo>
                <a:lnTo>
                  <a:pt x="1500437" y="0"/>
                </a:lnTo>
                <a:cubicBezTo>
                  <a:pt x="1541893" y="0"/>
                  <a:pt x="1575500" y="33607"/>
                  <a:pt x="1575500" y="75063"/>
                </a:cubicBezTo>
                <a:lnTo>
                  <a:pt x="1575500" y="367990"/>
                </a:lnTo>
                <a:lnTo>
                  <a:pt x="440724" y="367990"/>
                </a:lnTo>
                <a:lnTo>
                  <a:pt x="440724" y="75063"/>
                </a:lnTo>
                <a:cubicBezTo>
                  <a:pt x="440724" y="33607"/>
                  <a:pt x="474331" y="0"/>
                  <a:pt x="515787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95" name="Oval 21">
            <a:extLst>
              <a:ext uri="{FF2B5EF4-FFF2-40B4-BE49-F238E27FC236}">
                <a16:creationId xmlns:a16="http://schemas.microsoft.com/office/drawing/2014/main" id="{17C8EDD3-182A-4444-8804-6B165D158D7C}"/>
              </a:ext>
            </a:extLst>
          </p:cNvPr>
          <p:cNvSpPr>
            <a:spLocks noChangeAspect="1"/>
          </p:cNvSpPr>
          <p:nvPr userDrawn="1"/>
        </p:nvSpPr>
        <p:spPr>
          <a:xfrm>
            <a:off x="9668004" y="4500774"/>
            <a:ext cx="529812" cy="52981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799999" y="306000"/>
                </a:moveTo>
                <a:lnTo>
                  <a:pt x="1440000" y="306000"/>
                </a:lnTo>
                <a:lnTo>
                  <a:pt x="1440000" y="1308231"/>
                </a:lnTo>
                <a:lnTo>
                  <a:pt x="572043" y="807116"/>
                </a:lnTo>
                <a:lnTo>
                  <a:pt x="392043" y="1118885"/>
                </a:lnTo>
                <a:lnTo>
                  <a:pt x="1260000" y="1620000"/>
                </a:lnTo>
                <a:lnTo>
                  <a:pt x="392043" y="2121116"/>
                </a:lnTo>
                <a:lnTo>
                  <a:pt x="572043" y="2432885"/>
                </a:lnTo>
                <a:lnTo>
                  <a:pt x="1440000" y="1931769"/>
                </a:lnTo>
                <a:lnTo>
                  <a:pt x="1440000" y="2934000"/>
                </a:lnTo>
                <a:lnTo>
                  <a:pt x="1800000" y="2934000"/>
                </a:lnTo>
                <a:lnTo>
                  <a:pt x="1800000" y="1931769"/>
                </a:lnTo>
                <a:lnTo>
                  <a:pt x="2667957" y="2432884"/>
                </a:lnTo>
                <a:lnTo>
                  <a:pt x="2847957" y="2121116"/>
                </a:lnTo>
                <a:lnTo>
                  <a:pt x="1980000" y="1620000"/>
                </a:lnTo>
                <a:lnTo>
                  <a:pt x="2847958" y="1118885"/>
                </a:lnTo>
                <a:lnTo>
                  <a:pt x="2667957" y="807116"/>
                </a:lnTo>
                <a:lnTo>
                  <a:pt x="1800000" y="1308231"/>
                </a:ln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6" name="Oval 25">
            <a:extLst>
              <a:ext uri="{FF2B5EF4-FFF2-40B4-BE49-F238E27FC236}">
                <a16:creationId xmlns:a16="http://schemas.microsoft.com/office/drawing/2014/main" id="{C994C385-1A45-4B4D-8CA8-3F1FB687B8CC}"/>
              </a:ext>
            </a:extLst>
          </p:cNvPr>
          <p:cNvSpPr>
            <a:spLocks noChangeAspect="1"/>
          </p:cNvSpPr>
          <p:nvPr userDrawn="1"/>
        </p:nvSpPr>
        <p:spPr>
          <a:xfrm>
            <a:off x="7178218" y="3571006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0" name="Round Same Side Corner Rectangle 8">
            <a:extLst>
              <a:ext uri="{FF2B5EF4-FFF2-40B4-BE49-F238E27FC236}">
                <a16:creationId xmlns:a16="http://schemas.microsoft.com/office/drawing/2014/main" id="{1D866EB4-1A21-4C9B-833F-63F5AC425A97}"/>
              </a:ext>
            </a:extLst>
          </p:cNvPr>
          <p:cNvSpPr/>
          <p:nvPr userDrawn="1"/>
        </p:nvSpPr>
        <p:spPr>
          <a:xfrm>
            <a:off x="8029293" y="5500016"/>
            <a:ext cx="522441" cy="523242"/>
          </a:xfrm>
          <a:custGeom>
            <a:avLst/>
            <a:gdLst/>
            <a:ahLst/>
            <a:cxnLst/>
            <a:rect l="l" t="t" r="r" b="b"/>
            <a:pathLst>
              <a:path w="3197597" h="3202496">
                <a:moveTo>
                  <a:pt x="601421" y="1611393"/>
                </a:moveTo>
                <a:lnTo>
                  <a:pt x="2596176" y="1611393"/>
                </a:lnTo>
                <a:cubicBezTo>
                  <a:pt x="2928331" y="1611393"/>
                  <a:pt x="3197594" y="1880656"/>
                  <a:pt x="3197594" y="2212811"/>
                </a:cubicBezTo>
                <a:lnTo>
                  <a:pt x="3197594" y="2776360"/>
                </a:lnTo>
                <a:lnTo>
                  <a:pt x="3197597" y="2776360"/>
                </a:lnTo>
                <a:lnTo>
                  <a:pt x="3197597" y="2914824"/>
                </a:lnTo>
                <a:lnTo>
                  <a:pt x="3197198" y="2914824"/>
                </a:lnTo>
                <a:lnTo>
                  <a:pt x="3197198" y="3202496"/>
                </a:lnTo>
                <a:lnTo>
                  <a:pt x="398" y="3202496"/>
                </a:lnTo>
                <a:lnTo>
                  <a:pt x="398" y="2914824"/>
                </a:lnTo>
                <a:lnTo>
                  <a:pt x="0" y="2914824"/>
                </a:lnTo>
                <a:lnTo>
                  <a:pt x="0" y="2212811"/>
                </a:lnTo>
                <a:cubicBezTo>
                  <a:pt x="0" y="1880656"/>
                  <a:pt x="269266" y="1611393"/>
                  <a:pt x="601421" y="1611393"/>
                </a:cubicBezTo>
                <a:close/>
                <a:moveTo>
                  <a:pt x="1598801" y="0"/>
                </a:moveTo>
                <a:cubicBezTo>
                  <a:pt x="1998649" y="0"/>
                  <a:pt x="2322791" y="324142"/>
                  <a:pt x="2322791" y="723993"/>
                </a:cubicBezTo>
                <a:cubicBezTo>
                  <a:pt x="2322791" y="1123843"/>
                  <a:pt x="1998649" y="1447985"/>
                  <a:pt x="1598801" y="1447985"/>
                </a:cubicBezTo>
                <a:cubicBezTo>
                  <a:pt x="1198951" y="1447985"/>
                  <a:pt x="874809" y="1123843"/>
                  <a:pt x="874809" y="723993"/>
                </a:cubicBezTo>
                <a:cubicBezTo>
                  <a:pt x="874809" y="324142"/>
                  <a:pt x="1198951" y="0"/>
                  <a:pt x="159880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1" name="Rounded Rectangle 51">
            <a:extLst>
              <a:ext uri="{FF2B5EF4-FFF2-40B4-BE49-F238E27FC236}">
                <a16:creationId xmlns:a16="http://schemas.microsoft.com/office/drawing/2014/main" id="{AAE26734-FD50-4DAF-B283-B03D10D719D9}"/>
              </a:ext>
            </a:extLst>
          </p:cNvPr>
          <p:cNvSpPr/>
          <p:nvPr userDrawn="1"/>
        </p:nvSpPr>
        <p:spPr>
          <a:xfrm rot="16200000" flipH="1">
            <a:off x="5496132" y="5556095"/>
            <a:ext cx="541566" cy="510026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2" name="Isosceles Triangle 5">
            <a:extLst>
              <a:ext uri="{FF2B5EF4-FFF2-40B4-BE49-F238E27FC236}">
                <a16:creationId xmlns:a16="http://schemas.microsoft.com/office/drawing/2014/main" id="{F89F892F-E4B7-4487-9BFC-6BDE293A9FD6}"/>
              </a:ext>
            </a:extLst>
          </p:cNvPr>
          <p:cNvSpPr>
            <a:spLocks noChangeAspect="1"/>
          </p:cNvSpPr>
          <p:nvPr userDrawn="1"/>
        </p:nvSpPr>
        <p:spPr>
          <a:xfrm>
            <a:off x="7240653" y="4661937"/>
            <a:ext cx="404220" cy="403783"/>
          </a:xfrm>
          <a:custGeom>
            <a:avLst/>
            <a:gdLst/>
            <a:ahLst/>
            <a:cxnLst/>
            <a:rect l="l" t="t" r="r" b="b"/>
            <a:pathLst>
              <a:path w="3229104" h="3225610">
                <a:moveTo>
                  <a:pt x="2311104" y="907633"/>
                </a:moveTo>
                <a:lnTo>
                  <a:pt x="3229104" y="907633"/>
                </a:lnTo>
                <a:lnTo>
                  <a:pt x="1769979" y="3097491"/>
                </a:lnTo>
                <a:close/>
                <a:moveTo>
                  <a:pt x="823" y="907633"/>
                </a:moveTo>
                <a:lnTo>
                  <a:pt x="918823" y="907633"/>
                </a:lnTo>
                <a:lnTo>
                  <a:pt x="1498048" y="3135591"/>
                </a:lnTo>
                <a:close/>
                <a:moveTo>
                  <a:pt x="1036980" y="907632"/>
                </a:moveTo>
                <a:lnTo>
                  <a:pt x="2192122" y="907632"/>
                </a:lnTo>
                <a:lnTo>
                  <a:pt x="1614551" y="3225610"/>
                </a:lnTo>
                <a:close/>
                <a:moveTo>
                  <a:pt x="2769693" y="0"/>
                </a:moveTo>
                <a:lnTo>
                  <a:pt x="3229104" y="792088"/>
                </a:lnTo>
                <a:lnTo>
                  <a:pt x="2310282" y="792088"/>
                </a:lnTo>
                <a:close/>
                <a:moveTo>
                  <a:pt x="1732713" y="0"/>
                </a:moveTo>
                <a:lnTo>
                  <a:pt x="2651535" y="0"/>
                </a:lnTo>
                <a:lnTo>
                  <a:pt x="2192124" y="792088"/>
                </a:lnTo>
                <a:close/>
                <a:moveTo>
                  <a:pt x="1614553" y="0"/>
                </a:moveTo>
                <a:lnTo>
                  <a:pt x="2073964" y="792088"/>
                </a:lnTo>
                <a:lnTo>
                  <a:pt x="1155142" y="792088"/>
                </a:lnTo>
                <a:close/>
                <a:moveTo>
                  <a:pt x="577571" y="0"/>
                </a:moveTo>
                <a:lnTo>
                  <a:pt x="1496393" y="0"/>
                </a:lnTo>
                <a:lnTo>
                  <a:pt x="1036982" y="792088"/>
                </a:lnTo>
                <a:close/>
                <a:moveTo>
                  <a:pt x="459411" y="0"/>
                </a:moveTo>
                <a:lnTo>
                  <a:pt x="918822" y="792088"/>
                </a:lnTo>
                <a:lnTo>
                  <a:pt x="0" y="79208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3" name="Trapezoid 22">
            <a:extLst>
              <a:ext uri="{FF2B5EF4-FFF2-40B4-BE49-F238E27FC236}">
                <a16:creationId xmlns:a16="http://schemas.microsoft.com/office/drawing/2014/main" id="{DBF446E4-992A-479B-8F23-77AED253D7F5}"/>
              </a:ext>
            </a:extLst>
          </p:cNvPr>
          <p:cNvSpPr>
            <a:spLocks noChangeAspect="1"/>
          </p:cNvSpPr>
          <p:nvPr userDrawn="1"/>
        </p:nvSpPr>
        <p:spPr>
          <a:xfrm>
            <a:off x="8025607" y="4602271"/>
            <a:ext cx="529812" cy="269525"/>
          </a:xfrm>
          <a:custGeom>
            <a:avLst/>
            <a:gdLst/>
            <a:ahLst/>
            <a:cxnLst/>
            <a:rect l="l" t="t" r="r" b="b"/>
            <a:pathLst>
              <a:path w="3261500" h="1659188">
                <a:moveTo>
                  <a:pt x="121102" y="1436888"/>
                </a:moveTo>
                <a:lnTo>
                  <a:pt x="3045452" y="1436888"/>
                </a:lnTo>
                <a:cubicBezTo>
                  <a:pt x="3001437" y="1508238"/>
                  <a:pt x="2956882" y="1580993"/>
                  <a:pt x="2918729" y="1659188"/>
                </a:cubicBezTo>
                <a:lnTo>
                  <a:pt x="202648" y="1659188"/>
                </a:lnTo>
                <a:cubicBezTo>
                  <a:pt x="188127" y="1585004"/>
                  <a:pt x="156049" y="1510828"/>
                  <a:pt x="121102" y="1436888"/>
                </a:cubicBezTo>
                <a:close/>
                <a:moveTo>
                  <a:pt x="2814967" y="1119413"/>
                </a:moveTo>
                <a:lnTo>
                  <a:pt x="2814967" y="1227413"/>
                </a:lnTo>
                <a:lnTo>
                  <a:pt x="2922967" y="1227413"/>
                </a:lnTo>
                <a:lnTo>
                  <a:pt x="2922967" y="1119413"/>
                </a:lnTo>
                <a:close/>
                <a:moveTo>
                  <a:pt x="2600074" y="1119413"/>
                </a:moveTo>
                <a:lnTo>
                  <a:pt x="2600074" y="1227413"/>
                </a:lnTo>
                <a:lnTo>
                  <a:pt x="2708074" y="1227413"/>
                </a:lnTo>
                <a:lnTo>
                  <a:pt x="2708074" y="1119413"/>
                </a:lnTo>
                <a:close/>
                <a:moveTo>
                  <a:pt x="2385182" y="1119413"/>
                </a:moveTo>
                <a:lnTo>
                  <a:pt x="2385182" y="1227413"/>
                </a:lnTo>
                <a:lnTo>
                  <a:pt x="2493182" y="1227413"/>
                </a:lnTo>
                <a:lnTo>
                  <a:pt x="2493182" y="1119413"/>
                </a:lnTo>
                <a:close/>
                <a:moveTo>
                  <a:pt x="1716569" y="1119413"/>
                </a:moveTo>
                <a:lnTo>
                  <a:pt x="1716569" y="1227413"/>
                </a:lnTo>
                <a:lnTo>
                  <a:pt x="1824569" y="1227413"/>
                </a:lnTo>
                <a:lnTo>
                  <a:pt x="1824569" y="1119413"/>
                </a:lnTo>
                <a:close/>
                <a:moveTo>
                  <a:pt x="1501676" y="1119413"/>
                </a:moveTo>
                <a:lnTo>
                  <a:pt x="1501676" y="1227413"/>
                </a:lnTo>
                <a:lnTo>
                  <a:pt x="1609676" y="1227413"/>
                </a:lnTo>
                <a:lnTo>
                  <a:pt x="1609676" y="1119413"/>
                </a:lnTo>
                <a:close/>
                <a:moveTo>
                  <a:pt x="1286784" y="1119413"/>
                </a:moveTo>
                <a:lnTo>
                  <a:pt x="1286784" y="1227413"/>
                </a:lnTo>
                <a:lnTo>
                  <a:pt x="1394784" y="1227413"/>
                </a:lnTo>
                <a:lnTo>
                  <a:pt x="1394784" y="1119413"/>
                </a:lnTo>
                <a:close/>
                <a:moveTo>
                  <a:pt x="1071892" y="1119413"/>
                </a:moveTo>
                <a:lnTo>
                  <a:pt x="1071892" y="1227413"/>
                </a:lnTo>
                <a:lnTo>
                  <a:pt x="1179892" y="1227413"/>
                </a:lnTo>
                <a:lnTo>
                  <a:pt x="1179892" y="1119413"/>
                </a:lnTo>
                <a:close/>
                <a:moveTo>
                  <a:pt x="857000" y="1119413"/>
                </a:moveTo>
                <a:lnTo>
                  <a:pt x="857000" y="1227413"/>
                </a:lnTo>
                <a:lnTo>
                  <a:pt x="965000" y="1227413"/>
                </a:lnTo>
                <a:lnTo>
                  <a:pt x="965000" y="1119413"/>
                </a:lnTo>
                <a:close/>
                <a:moveTo>
                  <a:pt x="642108" y="1119413"/>
                </a:moveTo>
                <a:lnTo>
                  <a:pt x="642108" y="1227413"/>
                </a:lnTo>
                <a:lnTo>
                  <a:pt x="750108" y="1227413"/>
                </a:lnTo>
                <a:lnTo>
                  <a:pt x="750108" y="1119413"/>
                </a:lnTo>
                <a:close/>
                <a:moveTo>
                  <a:pt x="427216" y="1119413"/>
                </a:moveTo>
                <a:lnTo>
                  <a:pt x="427216" y="1227413"/>
                </a:lnTo>
                <a:lnTo>
                  <a:pt x="535216" y="1227413"/>
                </a:lnTo>
                <a:lnTo>
                  <a:pt x="535216" y="1119413"/>
                </a:lnTo>
                <a:close/>
                <a:moveTo>
                  <a:pt x="356387" y="794045"/>
                </a:moveTo>
                <a:lnTo>
                  <a:pt x="310667" y="896924"/>
                </a:lnTo>
                <a:lnTo>
                  <a:pt x="2620886" y="908354"/>
                </a:lnTo>
                <a:lnTo>
                  <a:pt x="2540130" y="801665"/>
                </a:lnTo>
                <a:close/>
                <a:moveTo>
                  <a:pt x="382676" y="631248"/>
                </a:moveTo>
                <a:lnTo>
                  <a:pt x="363625" y="730317"/>
                </a:lnTo>
                <a:lnTo>
                  <a:pt x="2492522" y="737937"/>
                </a:lnTo>
                <a:lnTo>
                  <a:pt x="2418771" y="631248"/>
                </a:lnTo>
                <a:close/>
                <a:moveTo>
                  <a:pt x="1756650" y="318899"/>
                </a:moveTo>
                <a:lnTo>
                  <a:pt x="1756650" y="477608"/>
                </a:lnTo>
                <a:lnTo>
                  <a:pt x="1900650" y="477608"/>
                </a:lnTo>
                <a:lnTo>
                  <a:pt x="1900650" y="318899"/>
                </a:lnTo>
                <a:close/>
                <a:moveTo>
                  <a:pt x="1470038" y="318899"/>
                </a:moveTo>
                <a:lnTo>
                  <a:pt x="1470038" y="477608"/>
                </a:lnTo>
                <a:lnTo>
                  <a:pt x="1614038" y="477608"/>
                </a:lnTo>
                <a:lnTo>
                  <a:pt x="1614038" y="318899"/>
                </a:lnTo>
                <a:close/>
                <a:moveTo>
                  <a:pt x="1183427" y="318899"/>
                </a:moveTo>
                <a:lnTo>
                  <a:pt x="1183427" y="477608"/>
                </a:lnTo>
                <a:lnTo>
                  <a:pt x="1327427" y="477608"/>
                </a:lnTo>
                <a:lnTo>
                  <a:pt x="1327427" y="318899"/>
                </a:lnTo>
                <a:close/>
                <a:moveTo>
                  <a:pt x="896816" y="318899"/>
                </a:moveTo>
                <a:lnTo>
                  <a:pt x="896816" y="477608"/>
                </a:lnTo>
                <a:lnTo>
                  <a:pt x="1040816" y="477608"/>
                </a:lnTo>
                <a:lnTo>
                  <a:pt x="1040816" y="318899"/>
                </a:lnTo>
                <a:close/>
                <a:moveTo>
                  <a:pt x="1190618" y="0"/>
                </a:moveTo>
                <a:lnTo>
                  <a:pt x="1271830" y="0"/>
                </a:lnTo>
                <a:lnTo>
                  <a:pt x="1308266" y="193836"/>
                </a:lnTo>
                <a:lnTo>
                  <a:pt x="1977660" y="193836"/>
                </a:lnTo>
                <a:lnTo>
                  <a:pt x="2138144" y="525639"/>
                </a:lnTo>
                <a:lnTo>
                  <a:pt x="2421400" y="525639"/>
                </a:lnTo>
                <a:lnTo>
                  <a:pt x="2750195" y="950920"/>
                </a:lnTo>
                <a:lnTo>
                  <a:pt x="3261500" y="937238"/>
                </a:lnTo>
                <a:cubicBezTo>
                  <a:pt x="3244841" y="1097170"/>
                  <a:pt x="3172191" y="1230845"/>
                  <a:pt x="3089450" y="1364888"/>
                </a:cubicBezTo>
                <a:lnTo>
                  <a:pt x="88044" y="1364888"/>
                </a:lnTo>
                <a:cubicBezTo>
                  <a:pt x="35437" y="1251413"/>
                  <a:pt x="-11245" y="1137942"/>
                  <a:pt x="2399" y="1024450"/>
                </a:cubicBezTo>
                <a:lnTo>
                  <a:pt x="197767" y="1019222"/>
                </a:lnTo>
                <a:lnTo>
                  <a:pt x="321162" y="525639"/>
                </a:lnTo>
                <a:lnTo>
                  <a:pt x="681951" y="525639"/>
                </a:lnTo>
                <a:lnTo>
                  <a:pt x="764901" y="193836"/>
                </a:lnTo>
                <a:lnTo>
                  <a:pt x="930048" y="193836"/>
                </a:lnTo>
                <a:lnTo>
                  <a:pt x="966373" y="588"/>
                </a:lnTo>
                <a:lnTo>
                  <a:pt x="1047585" y="588"/>
                </a:lnTo>
                <a:lnTo>
                  <a:pt x="1083910" y="193836"/>
                </a:lnTo>
                <a:lnTo>
                  <a:pt x="1154183" y="19383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4" name="Rounded Rectangle 20">
            <a:extLst>
              <a:ext uri="{FF2B5EF4-FFF2-40B4-BE49-F238E27FC236}">
                <a16:creationId xmlns:a16="http://schemas.microsoft.com/office/drawing/2014/main" id="{1789E7CD-A723-4452-8ECB-345E97F057A9}"/>
              </a:ext>
            </a:extLst>
          </p:cNvPr>
          <p:cNvSpPr>
            <a:spLocks noChangeAspect="1"/>
          </p:cNvSpPr>
          <p:nvPr userDrawn="1"/>
        </p:nvSpPr>
        <p:spPr>
          <a:xfrm rot="2160000">
            <a:off x="9687397" y="3557025"/>
            <a:ext cx="491028" cy="529812"/>
          </a:xfrm>
          <a:custGeom>
            <a:avLst/>
            <a:gdLst/>
            <a:ahLst/>
            <a:cxnLst/>
            <a:rect l="l" t="t" r="r" b="b"/>
            <a:pathLst>
              <a:path w="2735240" h="2951283">
                <a:moveTo>
                  <a:pt x="945240" y="943134"/>
                </a:moveTo>
                <a:cubicBezTo>
                  <a:pt x="504657" y="1263236"/>
                  <a:pt x="406988" y="1879894"/>
                  <a:pt x="727090" y="2320477"/>
                </a:cubicBezTo>
                <a:cubicBezTo>
                  <a:pt x="1047193" y="2761060"/>
                  <a:pt x="1663850" y="2858729"/>
                  <a:pt x="2104434" y="2538627"/>
                </a:cubicBezTo>
                <a:cubicBezTo>
                  <a:pt x="2545017" y="2218524"/>
                  <a:pt x="2642686" y="1601867"/>
                  <a:pt x="2322584" y="1161283"/>
                </a:cubicBezTo>
                <a:cubicBezTo>
                  <a:pt x="2003839" y="722570"/>
                  <a:pt x="1391052" y="623866"/>
                  <a:pt x="951049" y="939346"/>
                </a:cubicBezTo>
                <a:lnTo>
                  <a:pt x="1557721" y="1618250"/>
                </a:lnTo>
                <a:cubicBezTo>
                  <a:pt x="1596798" y="1621348"/>
                  <a:pt x="1633874" y="1641400"/>
                  <a:pt x="1658719" y="1675596"/>
                </a:cubicBezTo>
                <a:cubicBezTo>
                  <a:pt x="1705470" y="1739944"/>
                  <a:pt x="1691206" y="1830007"/>
                  <a:pt x="1626858" y="1876758"/>
                </a:cubicBezTo>
                <a:cubicBezTo>
                  <a:pt x="1562511" y="1923509"/>
                  <a:pt x="1472448" y="1909245"/>
                  <a:pt x="1425696" y="1844897"/>
                </a:cubicBezTo>
                <a:cubicBezTo>
                  <a:pt x="1398776" y="1807844"/>
                  <a:pt x="1392087" y="1762265"/>
                  <a:pt x="1405709" y="1721944"/>
                </a:cubicBezTo>
                <a:lnTo>
                  <a:pt x="950242" y="939871"/>
                </a:lnTo>
                <a:cubicBezTo>
                  <a:pt x="948462" y="940800"/>
                  <a:pt x="946850" y="941964"/>
                  <a:pt x="945240" y="943134"/>
                </a:cubicBezTo>
                <a:close/>
                <a:moveTo>
                  <a:pt x="390013" y="178929"/>
                </a:moveTo>
                <a:cubicBezTo>
                  <a:pt x="223423" y="299964"/>
                  <a:pt x="186493" y="533130"/>
                  <a:pt x="307528" y="699721"/>
                </a:cubicBezTo>
                <a:cubicBezTo>
                  <a:pt x="392822" y="817118"/>
                  <a:pt x="533802" y="870124"/>
                  <a:pt x="667672" y="847235"/>
                </a:cubicBezTo>
                <a:lnTo>
                  <a:pt x="556452" y="694153"/>
                </a:lnTo>
                <a:lnTo>
                  <a:pt x="528500" y="714461"/>
                </a:lnTo>
                <a:cubicBezTo>
                  <a:pt x="498835" y="736014"/>
                  <a:pt x="457314" y="729437"/>
                  <a:pt x="435761" y="699772"/>
                </a:cubicBezTo>
                <a:lnTo>
                  <a:pt x="341779" y="570418"/>
                </a:lnTo>
                <a:cubicBezTo>
                  <a:pt x="320226" y="540753"/>
                  <a:pt x="326803" y="499231"/>
                  <a:pt x="356468" y="477679"/>
                </a:cubicBezTo>
                <a:lnTo>
                  <a:pt x="684509" y="239343"/>
                </a:lnTo>
                <a:cubicBezTo>
                  <a:pt x="714174" y="217790"/>
                  <a:pt x="755695" y="224366"/>
                  <a:pt x="777248" y="254031"/>
                </a:cubicBezTo>
                <a:lnTo>
                  <a:pt x="871230" y="383386"/>
                </a:lnTo>
                <a:cubicBezTo>
                  <a:pt x="892782" y="413051"/>
                  <a:pt x="886206" y="454572"/>
                  <a:pt x="856541" y="476125"/>
                </a:cubicBezTo>
                <a:lnTo>
                  <a:pt x="828590" y="496433"/>
                </a:lnTo>
                <a:lnTo>
                  <a:pt x="939810" y="649514"/>
                </a:lnTo>
                <a:cubicBezTo>
                  <a:pt x="1002947" y="529270"/>
                  <a:pt x="996100" y="378811"/>
                  <a:pt x="910806" y="261414"/>
                </a:cubicBezTo>
                <a:cubicBezTo>
                  <a:pt x="789771" y="94824"/>
                  <a:pt x="556604" y="57894"/>
                  <a:pt x="390013" y="178929"/>
                </a:cubicBezTo>
                <a:close/>
                <a:moveTo>
                  <a:pt x="326716" y="91807"/>
                </a:moveTo>
                <a:cubicBezTo>
                  <a:pt x="541423" y="-64186"/>
                  <a:pt x="841934" y="-16590"/>
                  <a:pt x="997927" y="198117"/>
                </a:cubicBezTo>
                <a:cubicBezTo>
                  <a:pt x="1090326" y="325293"/>
                  <a:pt x="1111296" y="482575"/>
                  <a:pt x="1067359" y="621566"/>
                </a:cubicBezTo>
                <a:cubicBezTo>
                  <a:pt x="1125087" y="596400"/>
                  <a:pt x="1184605" y="577365"/>
                  <a:pt x="1244892" y="563339"/>
                </a:cubicBezTo>
                <a:lnTo>
                  <a:pt x="1244892" y="425809"/>
                </a:lnTo>
                <a:lnTo>
                  <a:pt x="1238396" y="425809"/>
                </a:lnTo>
                <a:cubicBezTo>
                  <a:pt x="1203300" y="425809"/>
                  <a:pt x="1174849" y="397358"/>
                  <a:pt x="1174849" y="362262"/>
                </a:cubicBezTo>
                <a:lnTo>
                  <a:pt x="1174849" y="209229"/>
                </a:lnTo>
                <a:cubicBezTo>
                  <a:pt x="1174849" y="191681"/>
                  <a:pt x="1181962" y="175794"/>
                  <a:pt x="1193462" y="164294"/>
                </a:cubicBezTo>
                <a:cubicBezTo>
                  <a:pt x="1204961" y="152795"/>
                  <a:pt x="1220848" y="145682"/>
                  <a:pt x="1238396" y="145682"/>
                </a:cubicBezTo>
                <a:lnTo>
                  <a:pt x="1484804" y="145682"/>
                </a:lnTo>
                <a:cubicBezTo>
                  <a:pt x="1519900" y="145682"/>
                  <a:pt x="1548351" y="174133"/>
                  <a:pt x="1548351" y="209229"/>
                </a:cubicBezTo>
                <a:lnTo>
                  <a:pt x="1548351" y="362262"/>
                </a:lnTo>
                <a:cubicBezTo>
                  <a:pt x="1548351" y="397358"/>
                  <a:pt x="1519900" y="425809"/>
                  <a:pt x="1484804" y="425809"/>
                </a:cubicBezTo>
                <a:lnTo>
                  <a:pt x="1478305" y="425809"/>
                </a:lnTo>
                <a:lnTo>
                  <a:pt x="1478305" y="531522"/>
                </a:lnTo>
                <a:cubicBezTo>
                  <a:pt x="1867969" y="516696"/>
                  <a:pt x="2257580" y="690299"/>
                  <a:pt x="2504004" y="1029474"/>
                </a:cubicBezTo>
                <a:cubicBezTo>
                  <a:pt x="2896903" y="1570253"/>
                  <a:pt x="2777023" y="2327148"/>
                  <a:pt x="2236244" y="2720047"/>
                </a:cubicBezTo>
                <a:cubicBezTo>
                  <a:pt x="1695464" y="3112946"/>
                  <a:pt x="938569" y="2993066"/>
                  <a:pt x="545670" y="2452287"/>
                </a:cubicBezTo>
                <a:cubicBezTo>
                  <a:pt x="302842" y="2118063"/>
                  <a:pt x="255883" y="1701289"/>
                  <a:pt x="383624" y="1339097"/>
                </a:cubicBezTo>
                <a:lnTo>
                  <a:pt x="271337" y="1301981"/>
                </a:lnTo>
                <a:lnTo>
                  <a:pt x="269200" y="1308446"/>
                </a:lnTo>
                <a:cubicBezTo>
                  <a:pt x="258184" y="1341768"/>
                  <a:pt x="222242" y="1359852"/>
                  <a:pt x="188919" y="1348836"/>
                </a:cubicBezTo>
                <a:lnTo>
                  <a:pt x="43619" y="1300805"/>
                </a:lnTo>
                <a:cubicBezTo>
                  <a:pt x="10297" y="1289790"/>
                  <a:pt x="-7787" y="1253847"/>
                  <a:pt x="3228" y="1220525"/>
                </a:cubicBezTo>
                <a:lnTo>
                  <a:pt x="80565" y="986568"/>
                </a:lnTo>
                <a:cubicBezTo>
                  <a:pt x="86073" y="969906"/>
                  <a:pt x="97812" y="957056"/>
                  <a:pt x="112340" y="949746"/>
                </a:cubicBezTo>
                <a:cubicBezTo>
                  <a:pt x="126869" y="942436"/>
                  <a:pt x="144185" y="940669"/>
                  <a:pt x="160847" y="946177"/>
                </a:cubicBezTo>
                <a:lnTo>
                  <a:pt x="306147" y="994208"/>
                </a:lnTo>
                <a:cubicBezTo>
                  <a:pt x="339468" y="1005223"/>
                  <a:pt x="357552" y="1041166"/>
                  <a:pt x="346537" y="1074488"/>
                </a:cubicBezTo>
                <a:lnTo>
                  <a:pt x="344596" y="1080361"/>
                </a:lnTo>
                <a:lnTo>
                  <a:pt x="482601" y="1125980"/>
                </a:lnTo>
                <a:cubicBezTo>
                  <a:pt x="516519" y="1067404"/>
                  <a:pt x="556040" y="1011588"/>
                  <a:pt x="601675" y="959905"/>
                </a:cubicBezTo>
                <a:cubicBezTo>
                  <a:pt x="455910" y="958740"/>
                  <a:pt x="312806" y="890195"/>
                  <a:pt x="220407" y="763018"/>
                </a:cubicBezTo>
                <a:cubicBezTo>
                  <a:pt x="64413" y="548311"/>
                  <a:pt x="112009" y="247801"/>
                  <a:pt x="326716" y="91807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5" name="Trapezoid 28">
            <a:extLst>
              <a:ext uri="{FF2B5EF4-FFF2-40B4-BE49-F238E27FC236}">
                <a16:creationId xmlns:a16="http://schemas.microsoft.com/office/drawing/2014/main" id="{E59EA893-1C42-4B80-9D0D-D1A8FF84C3B0}"/>
              </a:ext>
            </a:extLst>
          </p:cNvPr>
          <p:cNvSpPr>
            <a:spLocks noChangeAspect="1"/>
          </p:cNvSpPr>
          <p:nvPr userDrawn="1"/>
        </p:nvSpPr>
        <p:spPr>
          <a:xfrm>
            <a:off x="8071926" y="3588496"/>
            <a:ext cx="437175" cy="529812"/>
          </a:xfrm>
          <a:custGeom>
            <a:avLst/>
            <a:gdLst/>
            <a:ahLst/>
            <a:cxnLst/>
            <a:rect l="l" t="t" r="r" b="b"/>
            <a:pathLst>
              <a:path w="2664297" h="3228846">
                <a:moveTo>
                  <a:pt x="2006233" y="1910002"/>
                </a:moveTo>
                <a:cubicBezTo>
                  <a:pt x="2195393" y="2270441"/>
                  <a:pt x="2396463" y="2592453"/>
                  <a:pt x="2218318" y="2693318"/>
                </a:cubicBezTo>
                <a:cubicBezTo>
                  <a:pt x="1760490" y="2959655"/>
                  <a:pt x="875097" y="3011972"/>
                  <a:pt x="413381" y="2693318"/>
                </a:cubicBezTo>
                <a:cubicBezTo>
                  <a:pt x="278026" y="2578660"/>
                  <a:pt x="448417" y="2270210"/>
                  <a:pt x="622358" y="1918652"/>
                </a:cubicBezTo>
                <a:close/>
                <a:moveTo>
                  <a:pt x="998355" y="318176"/>
                </a:moveTo>
                <a:lnTo>
                  <a:pt x="1054483" y="938365"/>
                </a:lnTo>
                <a:cubicBezTo>
                  <a:pt x="1073419" y="1202005"/>
                  <a:pt x="-94533" y="2544942"/>
                  <a:pt x="263185" y="2803859"/>
                </a:cubicBezTo>
                <a:cubicBezTo>
                  <a:pt x="799752" y="3120272"/>
                  <a:pt x="1828684" y="3068324"/>
                  <a:pt x="2360732" y="2803859"/>
                </a:cubicBezTo>
                <a:cubicBezTo>
                  <a:pt x="2817826" y="2582721"/>
                  <a:pt x="1567592" y="1249230"/>
                  <a:pt x="1559424" y="938364"/>
                </a:cubicBezTo>
                <a:lnTo>
                  <a:pt x="1635785" y="320808"/>
                </a:lnTo>
                <a:lnTo>
                  <a:pt x="1616510" y="323841"/>
                </a:lnTo>
                <a:cubicBezTo>
                  <a:pt x="1541035" y="362546"/>
                  <a:pt x="1432716" y="386340"/>
                  <a:pt x="1312455" y="386340"/>
                </a:cubicBezTo>
                <a:cubicBezTo>
                  <a:pt x="1186664" y="386340"/>
                  <a:pt x="1073940" y="360308"/>
                  <a:pt x="998355" y="318176"/>
                </a:cubicBezTo>
                <a:close/>
                <a:moveTo>
                  <a:pt x="1312455" y="60748"/>
                </a:moveTo>
                <a:cubicBezTo>
                  <a:pt x="1155275" y="60748"/>
                  <a:pt x="1027857" y="120035"/>
                  <a:pt x="1027857" y="193171"/>
                </a:cubicBezTo>
                <a:cubicBezTo>
                  <a:pt x="1027857" y="266307"/>
                  <a:pt x="1155275" y="325594"/>
                  <a:pt x="1312455" y="325594"/>
                </a:cubicBezTo>
                <a:cubicBezTo>
                  <a:pt x="1469634" y="325594"/>
                  <a:pt x="1597052" y="266307"/>
                  <a:pt x="1597052" y="193171"/>
                </a:cubicBezTo>
                <a:cubicBezTo>
                  <a:pt x="1597052" y="120035"/>
                  <a:pt x="1469634" y="60748"/>
                  <a:pt x="1312455" y="60748"/>
                </a:cubicBezTo>
                <a:close/>
                <a:moveTo>
                  <a:pt x="1312455" y="0"/>
                </a:moveTo>
                <a:cubicBezTo>
                  <a:pt x="1537130" y="0"/>
                  <a:pt x="1720121" y="83046"/>
                  <a:pt x="1726235" y="186847"/>
                </a:cubicBezTo>
                <a:cubicBezTo>
                  <a:pt x="1726742" y="186524"/>
                  <a:pt x="1727174" y="186120"/>
                  <a:pt x="1727606" y="185717"/>
                </a:cubicBezTo>
                <a:lnTo>
                  <a:pt x="1727102" y="190850"/>
                </a:lnTo>
                <a:cubicBezTo>
                  <a:pt x="1727595" y="191614"/>
                  <a:pt x="1727605" y="192391"/>
                  <a:pt x="1727605" y="193170"/>
                </a:cubicBezTo>
                <a:lnTo>
                  <a:pt x="1726271" y="199326"/>
                </a:lnTo>
                <a:lnTo>
                  <a:pt x="1655630" y="919826"/>
                </a:lnTo>
                <a:cubicBezTo>
                  <a:pt x="1665213" y="1268678"/>
                  <a:pt x="3079202" y="2735754"/>
                  <a:pt x="2542920" y="2983914"/>
                </a:cubicBezTo>
                <a:cubicBezTo>
                  <a:pt x="1918698" y="3280693"/>
                  <a:pt x="711513" y="3338989"/>
                  <a:pt x="81991" y="2983914"/>
                </a:cubicBezTo>
                <a:cubicBezTo>
                  <a:pt x="-337699" y="2693358"/>
                  <a:pt x="991496" y="1215684"/>
                  <a:pt x="969280" y="919828"/>
                </a:cubicBezTo>
                <a:lnTo>
                  <a:pt x="898640" y="199335"/>
                </a:lnTo>
                <a:cubicBezTo>
                  <a:pt x="897375" y="197339"/>
                  <a:pt x="897304" y="195258"/>
                  <a:pt x="897304" y="193170"/>
                </a:cubicBezTo>
                <a:lnTo>
                  <a:pt x="897808" y="190847"/>
                </a:lnTo>
                <a:lnTo>
                  <a:pt x="897305" y="185717"/>
                </a:lnTo>
                <a:lnTo>
                  <a:pt x="898687" y="186789"/>
                </a:lnTo>
                <a:cubicBezTo>
                  <a:pt x="904857" y="83015"/>
                  <a:pt x="1087821" y="0"/>
                  <a:pt x="131245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106" name="Rounded Rectangle 2">
            <a:extLst>
              <a:ext uri="{FF2B5EF4-FFF2-40B4-BE49-F238E27FC236}">
                <a16:creationId xmlns:a16="http://schemas.microsoft.com/office/drawing/2014/main" id="{1B712871-AA18-4BEF-BA7D-5156262E1A7E}"/>
              </a:ext>
            </a:extLst>
          </p:cNvPr>
          <p:cNvSpPr/>
          <p:nvPr userDrawn="1"/>
        </p:nvSpPr>
        <p:spPr>
          <a:xfrm>
            <a:off x="6344495" y="1416893"/>
            <a:ext cx="519265" cy="519265"/>
          </a:xfrm>
          <a:custGeom>
            <a:avLst/>
            <a:gdLst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338560 w 3960440"/>
              <a:gd name="connsiteY3" fmla="*/ 1981614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71732 w 3960440"/>
              <a:gd name="connsiteY2" fmla="*/ 2285845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796414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182276 w 3960440"/>
              <a:gd name="connsiteY4" fmla="*/ 1442314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873721 w 3960440"/>
              <a:gd name="connsiteY10" fmla="*/ 1156628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25929 w 3960440"/>
              <a:gd name="connsiteY11" fmla="*/ 1392629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21788 w 3960440"/>
              <a:gd name="connsiteY12" fmla="*/ 1897758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03335 w 3960440"/>
              <a:gd name="connsiteY14" fmla="*/ 2485692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10984 w 3960440"/>
              <a:gd name="connsiteY8" fmla="*/ 2071653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072459 w 3960440"/>
              <a:gd name="connsiteY9" fmla="*/ 1512703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38586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30780 w 3960440"/>
              <a:gd name="connsiteY6" fmla="*/ 1554106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24394 w 3960440"/>
              <a:gd name="connsiteY7" fmla="*/ 2278672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1995341 w 3960440"/>
              <a:gd name="connsiteY8" fmla="*/ 2082197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66603 w 3960440"/>
              <a:gd name="connsiteY14" fmla="*/ 2506778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283619 w 3960440"/>
              <a:gd name="connsiteY15" fmla="*/ 2688571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44820 w 3960440"/>
              <a:gd name="connsiteY16" fmla="*/ 1595509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2134565 w 3960440"/>
              <a:gd name="connsiteY17" fmla="*/ 477605 h 3960000"/>
              <a:gd name="connsiteX18" fmla="*/ 1979373 w 3960440"/>
              <a:gd name="connsiteY18" fmla="*/ 472350 h 3960000"/>
              <a:gd name="connsiteX19" fmla="*/ 436907 w 3960440"/>
              <a:gd name="connsiteY19" fmla="*/ 0 h 3960000"/>
              <a:gd name="connsiteX20" fmla="*/ 3523533 w 3960440"/>
              <a:gd name="connsiteY20" fmla="*/ 0 h 3960000"/>
              <a:gd name="connsiteX21" fmla="*/ 3960440 w 3960440"/>
              <a:gd name="connsiteY21" fmla="*/ 436907 h 3960000"/>
              <a:gd name="connsiteX22" fmla="*/ 3960440 w 3960440"/>
              <a:gd name="connsiteY22" fmla="*/ 3523093 h 3960000"/>
              <a:gd name="connsiteX23" fmla="*/ 3523533 w 3960440"/>
              <a:gd name="connsiteY23" fmla="*/ 3960000 h 3960000"/>
              <a:gd name="connsiteX24" fmla="*/ 436907 w 3960440"/>
              <a:gd name="connsiteY24" fmla="*/ 3960000 h 3960000"/>
              <a:gd name="connsiteX25" fmla="*/ 0 w 3960440"/>
              <a:gd name="connsiteY25" fmla="*/ 3523093 h 3960000"/>
              <a:gd name="connsiteX26" fmla="*/ 0 w 3960440"/>
              <a:gd name="connsiteY26" fmla="*/ 436907 h 3960000"/>
              <a:gd name="connsiteX27" fmla="*/ 436907 w 3960440"/>
              <a:gd name="connsiteY27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296382 w 3960440"/>
              <a:gd name="connsiteY3" fmla="*/ 1907811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  <a:gd name="connsiteX0" fmla="*/ 1979373 w 3960440"/>
              <a:gd name="connsiteY0" fmla="*/ 472350 h 3960000"/>
              <a:gd name="connsiteX1" fmla="*/ 813783 w 3960440"/>
              <a:gd name="connsiteY1" fmla="*/ 1434034 h 3960000"/>
              <a:gd name="connsiteX2" fmla="*/ 1119009 w 3960440"/>
              <a:gd name="connsiteY2" fmla="*/ 2222584 h 3960000"/>
              <a:gd name="connsiteX3" fmla="*/ 1328015 w 3960440"/>
              <a:gd name="connsiteY3" fmla="*/ 1812920 h 3960000"/>
              <a:gd name="connsiteX4" fmla="*/ 1234998 w 3960440"/>
              <a:gd name="connsiteY4" fmla="*/ 1431771 h 3960000"/>
              <a:gd name="connsiteX5" fmla="*/ 2217373 w 3960440"/>
              <a:gd name="connsiteY5" fmla="*/ 891303 h 3960000"/>
              <a:gd name="connsiteX6" fmla="*/ 2783502 w 3960440"/>
              <a:gd name="connsiteY6" fmla="*/ 1606823 h 3960000"/>
              <a:gd name="connsiteX7" fmla="*/ 2456028 w 3960440"/>
              <a:gd name="connsiteY7" fmla="*/ 2225955 h 3960000"/>
              <a:gd name="connsiteX8" fmla="*/ 2026974 w 3960440"/>
              <a:gd name="connsiteY8" fmla="*/ 2018938 h 3960000"/>
              <a:gd name="connsiteX9" fmla="*/ 2135727 w 3960440"/>
              <a:gd name="connsiteY9" fmla="*/ 1554876 h 3960000"/>
              <a:gd name="connsiteX10" fmla="*/ 1915898 w 3960440"/>
              <a:gd name="connsiteY10" fmla="*/ 1219889 h 3960000"/>
              <a:gd name="connsiteX11" fmla="*/ 1589196 w 3960440"/>
              <a:gd name="connsiteY11" fmla="*/ 1434803 h 3960000"/>
              <a:gd name="connsiteX12" fmla="*/ 1574511 w 3960440"/>
              <a:gd name="connsiteY12" fmla="*/ 1939931 h 3960000"/>
              <a:gd name="connsiteX13" fmla="*/ 1339611 w 3960440"/>
              <a:gd name="connsiteY13" fmla="*/ 3487664 h 3960000"/>
              <a:gd name="connsiteX14" fmla="*/ 1887692 w 3960440"/>
              <a:gd name="connsiteY14" fmla="*/ 2422431 h 3960000"/>
              <a:gd name="connsiteX15" fmla="*/ 2336342 w 3960440"/>
              <a:gd name="connsiteY15" fmla="*/ 2720202 h 3960000"/>
              <a:gd name="connsiteX16" fmla="*/ 3176454 w 3960440"/>
              <a:gd name="connsiteY16" fmla="*/ 1627140 h 3960000"/>
              <a:gd name="connsiteX17" fmla="*/ 1979373 w 3960440"/>
              <a:gd name="connsiteY17" fmla="*/ 472350 h 3960000"/>
              <a:gd name="connsiteX18" fmla="*/ 436907 w 3960440"/>
              <a:gd name="connsiteY18" fmla="*/ 0 h 3960000"/>
              <a:gd name="connsiteX19" fmla="*/ 3523533 w 3960440"/>
              <a:gd name="connsiteY19" fmla="*/ 0 h 3960000"/>
              <a:gd name="connsiteX20" fmla="*/ 3960440 w 3960440"/>
              <a:gd name="connsiteY20" fmla="*/ 436907 h 3960000"/>
              <a:gd name="connsiteX21" fmla="*/ 3960440 w 3960440"/>
              <a:gd name="connsiteY21" fmla="*/ 3523093 h 3960000"/>
              <a:gd name="connsiteX22" fmla="*/ 3523533 w 3960440"/>
              <a:gd name="connsiteY22" fmla="*/ 3960000 h 3960000"/>
              <a:gd name="connsiteX23" fmla="*/ 436907 w 3960440"/>
              <a:gd name="connsiteY23" fmla="*/ 3960000 h 3960000"/>
              <a:gd name="connsiteX24" fmla="*/ 0 w 3960440"/>
              <a:gd name="connsiteY24" fmla="*/ 3523093 h 3960000"/>
              <a:gd name="connsiteX25" fmla="*/ 0 w 3960440"/>
              <a:gd name="connsiteY25" fmla="*/ 436907 h 3960000"/>
              <a:gd name="connsiteX26" fmla="*/ 436907 w 3960440"/>
              <a:gd name="connsiteY26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60440" h="3960000">
                <a:moveTo>
                  <a:pt x="1979373" y="472350"/>
                </a:moveTo>
                <a:cubicBezTo>
                  <a:pt x="1228307" y="485871"/>
                  <a:pt x="850011" y="1078219"/>
                  <a:pt x="813783" y="1434034"/>
                </a:cubicBezTo>
                <a:cubicBezTo>
                  <a:pt x="787561" y="1781828"/>
                  <a:pt x="889690" y="2005359"/>
                  <a:pt x="1119009" y="2222584"/>
                </a:cubicBezTo>
                <a:cubicBezTo>
                  <a:pt x="1178964" y="2123026"/>
                  <a:pt x="1260199" y="1908547"/>
                  <a:pt x="1328015" y="1812920"/>
                </a:cubicBezTo>
                <a:cubicBezTo>
                  <a:pt x="1222115" y="1647651"/>
                  <a:pt x="1255483" y="1756375"/>
                  <a:pt x="1234998" y="1431771"/>
                </a:cubicBezTo>
                <a:cubicBezTo>
                  <a:pt x="1331609" y="922504"/>
                  <a:pt x="1719145" y="812633"/>
                  <a:pt x="2217373" y="891303"/>
                </a:cubicBezTo>
                <a:cubicBezTo>
                  <a:pt x="2693518" y="1016895"/>
                  <a:pt x="2787642" y="1344599"/>
                  <a:pt x="2783502" y="1606823"/>
                </a:cubicBezTo>
                <a:cubicBezTo>
                  <a:pt x="2771081" y="1743454"/>
                  <a:pt x="2679609" y="2064482"/>
                  <a:pt x="2456028" y="2225955"/>
                </a:cubicBezTo>
                <a:cubicBezTo>
                  <a:pt x="2192422" y="2399851"/>
                  <a:pt x="2004893" y="2209395"/>
                  <a:pt x="2026974" y="2018938"/>
                </a:cubicBezTo>
                <a:cubicBezTo>
                  <a:pt x="2072519" y="1810540"/>
                  <a:pt x="2086043" y="1754994"/>
                  <a:pt x="2135727" y="1554876"/>
                </a:cubicBezTo>
                <a:cubicBezTo>
                  <a:pt x="2195073" y="1382360"/>
                  <a:pt x="2084273" y="1259912"/>
                  <a:pt x="1915898" y="1219889"/>
                </a:cubicBezTo>
                <a:cubicBezTo>
                  <a:pt x="1750283" y="1186766"/>
                  <a:pt x="1626460" y="1331294"/>
                  <a:pt x="1589196" y="1434803"/>
                </a:cubicBezTo>
                <a:cubicBezTo>
                  <a:pt x="1499489" y="1732912"/>
                  <a:pt x="1614533" y="1824000"/>
                  <a:pt x="1574511" y="1939931"/>
                </a:cubicBezTo>
                <a:cubicBezTo>
                  <a:pt x="1332991" y="2671400"/>
                  <a:pt x="1220920" y="3468343"/>
                  <a:pt x="1339611" y="3487664"/>
                </a:cubicBezTo>
                <a:cubicBezTo>
                  <a:pt x="1434840" y="3497327"/>
                  <a:pt x="1730357" y="3129057"/>
                  <a:pt x="1887692" y="2422431"/>
                </a:cubicBezTo>
                <a:cubicBezTo>
                  <a:pt x="1985681" y="2531460"/>
                  <a:pt x="2093439" y="2747804"/>
                  <a:pt x="2336342" y="2720202"/>
                </a:cubicBezTo>
                <a:cubicBezTo>
                  <a:pt x="2693796" y="2666377"/>
                  <a:pt x="3092265" y="2401394"/>
                  <a:pt x="3176454" y="1627140"/>
                </a:cubicBezTo>
                <a:cubicBezTo>
                  <a:pt x="3254038" y="999456"/>
                  <a:pt x="2816023" y="430731"/>
                  <a:pt x="1979373" y="472350"/>
                </a:cubicBezTo>
                <a:close/>
                <a:moveTo>
                  <a:pt x="436907" y="0"/>
                </a:moveTo>
                <a:lnTo>
                  <a:pt x="3523533" y="0"/>
                </a:lnTo>
                <a:cubicBezTo>
                  <a:pt x="3764830" y="0"/>
                  <a:pt x="3960440" y="195610"/>
                  <a:pt x="3960440" y="436907"/>
                </a:cubicBezTo>
                <a:lnTo>
                  <a:pt x="3960440" y="3523093"/>
                </a:lnTo>
                <a:cubicBezTo>
                  <a:pt x="3960440" y="3764390"/>
                  <a:pt x="3764830" y="3960000"/>
                  <a:pt x="3523533" y="3960000"/>
                </a:cubicBezTo>
                <a:lnTo>
                  <a:pt x="436907" y="3960000"/>
                </a:lnTo>
                <a:cubicBezTo>
                  <a:pt x="195610" y="3960000"/>
                  <a:pt x="0" y="3764390"/>
                  <a:pt x="0" y="3523093"/>
                </a:cubicBezTo>
                <a:lnTo>
                  <a:pt x="0" y="436907"/>
                </a:lnTo>
                <a:cubicBezTo>
                  <a:pt x="0" y="195610"/>
                  <a:pt x="195610" y="0"/>
                  <a:pt x="436907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7" name="Rounded Rectangle 8">
            <a:extLst>
              <a:ext uri="{FF2B5EF4-FFF2-40B4-BE49-F238E27FC236}">
                <a16:creationId xmlns:a16="http://schemas.microsoft.com/office/drawing/2014/main" id="{97D99318-90C3-4566-9F78-99A0169D4B29}"/>
              </a:ext>
            </a:extLst>
          </p:cNvPr>
          <p:cNvSpPr/>
          <p:nvPr userDrawn="1"/>
        </p:nvSpPr>
        <p:spPr>
          <a:xfrm>
            <a:off x="5507254" y="1416893"/>
            <a:ext cx="519323" cy="519265"/>
          </a:xfrm>
          <a:custGeom>
            <a:avLst/>
            <a:gdLst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688485 w 3888432"/>
              <a:gd name="connsiteY5" fmla="*/ 147563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2688485 w 3888432"/>
              <a:gd name="connsiteY17" fmla="*/ 1475633 h 3960440"/>
              <a:gd name="connsiteX18" fmla="*/ 878058 w 3888432"/>
              <a:gd name="connsiteY18" fmla="*/ 648072 h 3960440"/>
              <a:gd name="connsiteX19" fmla="*/ 554477 w 3888432"/>
              <a:gd name="connsiteY19" fmla="*/ 971653 h 3960440"/>
              <a:gd name="connsiteX20" fmla="*/ 878058 w 3888432"/>
              <a:gd name="connsiteY20" fmla="*/ 1295234 h 3960440"/>
              <a:gd name="connsiteX21" fmla="*/ 1201639 w 3888432"/>
              <a:gd name="connsiteY21" fmla="*/ 971653 h 3960440"/>
              <a:gd name="connsiteX22" fmla="*/ 878058 w 3888432"/>
              <a:gd name="connsiteY22" fmla="*/ 648072 h 3960440"/>
              <a:gd name="connsiteX23" fmla="*/ 333511 w 3888432"/>
              <a:gd name="connsiteY23" fmla="*/ 0 h 3960440"/>
              <a:gd name="connsiteX24" fmla="*/ 3554921 w 3888432"/>
              <a:gd name="connsiteY24" fmla="*/ 0 h 3960440"/>
              <a:gd name="connsiteX25" fmla="*/ 3888432 w 3888432"/>
              <a:gd name="connsiteY25" fmla="*/ 333511 h 3960440"/>
              <a:gd name="connsiteX26" fmla="*/ 3888432 w 3888432"/>
              <a:gd name="connsiteY26" fmla="*/ 3626929 h 3960440"/>
              <a:gd name="connsiteX27" fmla="*/ 3554921 w 3888432"/>
              <a:gd name="connsiteY27" fmla="*/ 3960440 h 3960440"/>
              <a:gd name="connsiteX28" fmla="*/ 333511 w 3888432"/>
              <a:gd name="connsiteY28" fmla="*/ 3960440 h 3960440"/>
              <a:gd name="connsiteX29" fmla="*/ 0 w 3888432"/>
              <a:gd name="connsiteY29" fmla="*/ 3626929 h 3960440"/>
              <a:gd name="connsiteX30" fmla="*/ 0 w 3888432"/>
              <a:gd name="connsiteY30" fmla="*/ 333511 h 3960440"/>
              <a:gd name="connsiteX31" fmla="*/ 333511 w 3888432"/>
              <a:gd name="connsiteY31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36833 w 3888432"/>
              <a:gd name="connsiteY11" fmla="*/ 2084121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  <a:gd name="connsiteX0" fmla="*/ 554477 w 3888432"/>
              <a:gd name="connsiteY0" fmla="*/ 1512168 h 3960440"/>
              <a:gd name="connsiteX1" fmla="*/ 554477 w 3888432"/>
              <a:gd name="connsiteY1" fmla="*/ 3312368 h 3960440"/>
              <a:gd name="connsiteX2" fmla="*/ 1201638 w 3888432"/>
              <a:gd name="connsiteY2" fmla="*/ 3312368 h 3960440"/>
              <a:gd name="connsiteX3" fmla="*/ 1201638 w 3888432"/>
              <a:gd name="connsiteY3" fmla="*/ 1512168 h 3960440"/>
              <a:gd name="connsiteX4" fmla="*/ 554477 w 3888432"/>
              <a:gd name="connsiteY4" fmla="*/ 1512168 h 3960440"/>
              <a:gd name="connsiteX5" fmla="*/ 2840340 w 3888432"/>
              <a:gd name="connsiteY5" fmla="*/ 1479943 h 3960440"/>
              <a:gd name="connsiteX6" fmla="*/ 2136833 w 3888432"/>
              <a:gd name="connsiteY6" fmla="*/ 1785510 h 3960440"/>
              <a:gd name="connsiteX7" fmla="*/ 2136833 w 3888432"/>
              <a:gd name="connsiteY7" fmla="*/ 1510185 h 3960440"/>
              <a:gd name="connsiteX8" fmla="*/ 1489672 w 3888432"/>
              <a:gd name="connsiteY8" fmla="*/ 1510185 h 3960440"/>
              <a:gd name="connsiteX9" fmla="*/ 1489672 w 3888432"/>
              <a:gd name="connsiteY9" fmla="*/ 3310385 h 3960440"/>
              <a:gd name="connsiteX10" fmla="*/ 2136833 w 3888432"/>
              <a:gd name="connsiteY10" fmla="*/ 3310385 h 3960440"/>
              <a:gd name="connsiteX11" fmla="*/ 2147184 w 3888432"/>
              <a:gd name="connsiteY11" fmla="*/ 2155564 h 3960440"/>
              <a:gd name="connsiteX12" fmla="*/ 2673919 w 3888432"/>
              <a:gd name="connsiteY12" fmla="*/ 2138897 h 3960440"/>
              <a:gd name="connsiteX13" fmla="*/ 2679688 w 3888432"/>
              <a:gd name="connsiteY13" fmla="*/ 3312366 h 3960440"/>
              <a:gd name="connsiteX14" fmla="*/ 3326849 w 3888432"/>
              <a:gd name="connsiteY14" fmla="*/ 3312366 h 3960440"/>
              <a:gd name="connsiteX15" fmla="*/ 3333768 w 3888432"/>
              <a:gd name="connsiteY15" fmla="*/ 2128613 h 3960440"/>
              <a:gd name="connsiteX16" fmla="*/ 2840340 w 3888432"/>
              <a:gd name="connsiteY16" fmla="*/ 1479943 h 3960440"/>
              <a:gd name="connsiteX17" fmla="*/ 878058 w 3888432"/>
              <a:gd name="connsiteY17" fmla="*/ 648072 h 3960440"/>
              <a:gd name="connsiteX18" fmla="*/ 554477 w 3888432"/>
              <a:gd name="connsiteY18" fmla="*/ 971653 h 3960440"/>
              <a:gd name="connsiteX19" fmla="*/ 878058 w 3888432"/>
              <a:gd name="connsiteY19" fmla="*/ 1295234 h 3960440"/>
              <a:gd name="connsiteX20" fmla="*/ 1201639 w 3888432"/>
              <a:gd name="connsiteY20" fmla="*/ 971653 h 3960440"/>
              <a:gd name="connsiteX21" fmla="*/ 878058 w 3888432"/>
              <a:gd name="connsiteY21" fmla="*/ 648072 h 3960440"/>
              <a:gd name="connsiteX22" fmla="*/ 333511 w 3888432"/>
              <a:gd name="connsiteY22" fmla="*/ 0 h 3960440"/>
              <a:gd name="connsiteX23" fmla="*/ 3554921 w 3888432"/>
              <a:gd name="connsiteY23" fmla="*/ 0 h 3960440"/>
              <a:gd name="connsiteX24" fmla="*/ 3888432 w 3888432"/>
              <a:gd name="connsiteY24" fmla="*/ 333511 h 3960440"/>
              <a:gd name="connsiteX25" fmla="*/ 3888432 w 3888432"/>
              <a:gd name="connsiteY25" fmla="*/ 3626929 h 3960440"/>
              <a:gd name="connsiteX26" fmla="*/ 3554921 w 3888432"/>
              <a:gd name="connsiteY26" fmla="*/ 3960440 h 3960440"/>
              <a:gd name="connsiteX27" fmla="*/ 333511 w 3888432"/>
              <a:gd name="connsiteY27" fmla="*/ 3960440 h 3960440"/>
              <a:gd name="connsiteX28" fmla="*/ 0 w 3888432"/>
              <a:gd name="connsiteY28" fmla="*/ 3626929 h 3960440"/>
              <a:gd name="connsiteX29" fmla="*/ 0 w 3888432"/>
              <a:gd name="connsiteY29" fmla="*/ 333511 h 3960440"/>
              <a:gd name="connsiteX30" fmla="*/ 333511 w 3888432"/>
              <a:gd name="connsiteY30" fmla="*/ 0 h 3960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88432" h="3960440">
                <a:moveTo>
                  <a:pt x="554477" y="1512168"/>
                </a:moveTo>
                <a:lnTo>
                  <a:pt x="554477" y="3312368"/>
                </a:lnTo>
                <a:lnTo>
                  <a:pt x="1201638" y="3312368"/>
                </a:lnTo>
                <a:lnTo>
                  <a:pt x="1201638" y="1512168"/>
                </a:lnTo>
                <a:lnTo>
                  <a:pt x="554477" y="1512168"/>
                </a:lnTo>
                <a:close/>
                <a:moveTo>
                  <a:pt x="2840340" y="1479943"/>
                </a:moveTo>
                <a:cubicBezTo>
                  <a:pt x="2293254" y="1484797"/>
                  <a:pt x="2254084" y="1780470"/>
                  <a:pt x="2136833" y="1785510"/>
                </a:cubicBezTo>
                <a:lnTo>
                  <a:pt x="2136833" y="1510185"/>
                </a:lnTo>
                <a:lnTo>
                  <a:pt x="1489672" y="1510185"/>
                </a:lnTo>
                <a:lnTo>
                  <a:pt x="1489672" y="3310385"/>
                </a:lnTo>
                <a:lnTo>
                  <a:pt x="2136833" y="3310385"/>
                </a:lnTo>
                <a:cubicBezTo>
                  <a:pt x="2140283" y="2925445"/>
                  <a:pt x="2133383" y="2560917"/>
                  <a:pt x="2147184" y="2155564"/>
                </a:cubicBezTo>
                <a:cubicBezTo>
                  <a:pt x="2187272" y="1842063"/>
                  <a:pt x="2668986" y="1938990"/>
                  <a:pt x="2673919" y="2138897"/>
                </a:cubicBezTo>
                <a:lnTo>
                  <a:pt x="2679688" y="3312366"/>
                </a:lnTo>
                <a:lnTo>
                  <a:pt x="3326849" y="3312366"/>
                </a:lnTo>
                <a:cubicBezTo>
                  <a:pt x="3329155" y="2917782"/>
                  <a:pt x="3331462" y="2523197"/>
                  <a:pt x="3333768" y="2128613"/>
                </a:cubicBezTo>
                <a:cubicBezTo>
                  <a:pt x="3339026" y="1942962"/>
                  <a:pt x="3184753" y="1475890"/>
                  <a:pt x="2840340" y="1479943"/>
                </a:cubicBezTo>
                <a:close/>
                <a:moveTo>
                  <a:pt x="878058" y="648072"/>
                </a:moveTo>
                <a:cubicBezTo>
                  <a:pt x="699349" y="648072"/>
                  <a:pt x="554477" y="792944"/>
                  <a:pt x="554477" y="971653"/>
                </a:cubicBezTo>
                <a:cubicBezTo>
                  <a:pt x="554477" y="1150362"/>
                  <a:pt x="699349" y="1295234"/>
                  <a:pt x="878058" y="1295234"/>
                </a:cubicBezTo>
                <a:cubicBezTo>
                  <a:pt x="1056767" y="1295234"/>
                  <a:pt x="1201639" y="1150362"/>
                  <a:pt x="1201639" y="971653"/>
                </a:cubicBezTo>
                <a:cubicBezTo>
                  <a:pt x="1201639" y="792944"/>
                  <a:pt x="1056767" y="648072"/>
                  <a:pt x="878058" y="648072"/>
                </a:cubicBezTo>
                <a:close/>
                <a:moveTo>
                  <a:pt x="333511" y="0"/>
                </a:moveTo>
                <a:lnTo>
                  <a:pt x="3554921" y="0"/>
                </a:lnTo>
                <a:cubicBezTo>
                  <a:pt x="3739114" y="0"/>
                  <a:pt x="3888432" y="149318"/>
                  <a:pt x="3888432" y="333511"/>
                </a:cubicBezTo>
                <a:lnTo>
                  <a:pt x="3888432" y="3626929"/>
                </a:lnTo>
                <a:cubicBezTo>
                  <a:pt x="3888432" y="3811122"/>
                  <a:pt x="3739114" y="3960440"/>
                  <a:pt x="3554921" y="3960440"/>
                </a:cubicBezTo>
                <a:lnTo>
                  <a:pt x="333511" y="3960440"/>
                </a:lnTo>
                <a:cubicBezTo>
                  <a:pt x="149318" y="3960440"/>
                  <a:pt x="0" y="3811122"/>
                  <a:pt x="0" y="3626929"/>
                </a:cubicBezTo>
                <a:lnTo>
                  <a:pt x="0" y="333511"/>
                </a:lnTo>
                <a:cubicBezTo>
                  <a:pt x="0" y="149318"/>
                  <a:pt x="149318" y="0"/>
                  <a:pt x="333511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8" name="Rounded Rectangle 2">
            <a:extLst>
              <a:ext uri="{FF2B5EF4-FFF2-40B4-BE49-F238E27FC236}">
                <a16:creationId xmlns:a16="http://schemas.microsoft.com/office/drawing/2014/main" id="{FFEB51A6-DBB0-4449-86ED-F25A328A6DD4}"/>
              </a:ext>
            </a:extLst>
          </p:cNvPr>
          <p:cNvSpPr/>
          <p:nvPr userDrawn="1"/>
        </p:nvSpPr>
        <p:spPr>
          <a:xfrm>
            <a:off x="8030881" y="1416893"/>
            <a:ext cx="519265" cy="519265"/>
          </a:xfrm>
          <a:custGeom>
            <a:avLst/>
            <a:gdLst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155131 w 3960000"/>
              <a:gd name="connsiteY16" fmla="*/ 1419365 h 3960000"/>
              <a:gd name="connsiteX17" fmla="*/ 3207849 w 3960000"/>
              <a:gd name="connsiteY17" fmla="*/ 1493166 h 3960000"/>
              <a:gd name="connsiteX18" fmla="*/ 3407333 w 3960000"/>
              <a:gd name="connsiteY18" fmla="*/ 1117847 h 3960000"/>
              <a:gd name="connsiteX19" fmla="*/ 3108461 w 3960000"/>
              <a:gd name="connsiteY19" fmla="*/ 1185086 h 3960000"/>
              <a:gd name="connsiteX20" fmla="*/ 3334650 w 3960000"/>
              <a:gd name="connsiteY20" fmla="*/ 883134 h 3960000"/>
              <a:gd name="connsiteX21" fmla="*/ 2995677 w 3960000"/>
              <a:gd name="connsiteY21" fmla="*/ 1008938 h 3960000"/>
              <a:gd name="connsiteX22" fmla="*/ 2538382 w 3960000"/>
              <a:gd name="connsiteY22" fmla="*/ 802616 h 3960000"/>
              <a:gd name="connsiteX23" fmla="*/ 308009 w 3960000"/>
              <a:gd name="connsiteY23" fmla="*/ 0 h 3960000"/>
              <a:gd name="connsiteX24" fmla="*/ 3651991 w 3960000"/>
              <a:gd name="connsiteY24" fmla="*/ 0 h 3960000"/>
              <a:gd name="connsiteX25" fmla="*/ 3960000 w 3960000"/>
              <a:gd name="connsiteY25" fmla="*/ 308009 h 3960000"/>
              <a:gd name="connsiteX26" fmla="*/ 3960000 w 3960000"/>
              <a:gd name="connsiteY26" fmla="*/ 3651991 h 3960000"/>
              <a:gd name="connsiteX27" fmla="*/ 3651991 w 3960000"/>
              <a:gd name="connsiteY27" fmla="*/ 3960000 h 3960000"/>
              <a:gd name="connsiteX28" fmla="*/ 308009 w 3960000"/>
              <a:gd name="connsiteY28" fmla="*/ 3960000 h 3960000"/>
              <a:gd name="connsiteX29" fmla="*/ 0 w 3960000"/>
              <a:gd name="connsiteY29" fmla="*/ 3651991 h 3960000"/>
              <a:gd name="connsiteX30" fmla="*/ 0 w 3960000"/>
              <a:gd name="connsiteY30" fmla="*/ 308009 h 3960000"/>
              <a:gd name="connsiteX31" fmla="*/ 308009 w 3960000"/>
              <a:gd name="connsiteY31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55131 w 3960000"/>
              <a:gd name="connsiteY2" fmla="*/ 1419362 h 3960000"/>
              <a:gd name="connsiteX3" fmla="*/ 3160999 w 3960000"/>
              <a:gd name="connsiteY3" fmla="*/ 1374274 h 3960000"/>
              <a:gd name="connsiteX4" fmla="*/ 2538382 w 3960000"/>
              <a:gd name="connsiteY4" fmla="*/ 802616 h 3960000"/>
              <a:gd name="connsiteX5" fmla="*/ 1921633 w 3960000"/>
              <a:gd name="connsiteY5" fmla="*/ 1419365 h 3960000"/>
              <a:gd name="connsiteX6" fmla="*/ 1942445 w 3960000"/>
              <a:gd name="connsiteY6" fmla="*/ 1570340 h 3960000"/>
              <a:gd name="connsiteX7" fmla="*/ 752016 w 3960000"/>
              <a:gd name="connsiteY7" fmla="*/ 931012 h 3960000"/>
              <a:gd name="connsiteX8" fmla="*/ 934030 w 3960000"/>
              <a:gd name="connsiteY8" fmla="*/ 1745738 h 3960000"/>
              <a:gd name="connsiteX9" fmla="*/ 665343 w 3960000"/>
              <a:gd name="connsiteY9" fmla="*/ 1650397 h 3960000"/>
              <a:gd name="connsiteX10" fmla="*/ 1111709 w 3960000"/>
              <a:gd name="connsiteY10" fmla="*/ 2257108 h 3960000"/>
              <a:gd name="connsiteX11" fmla="*/ 856023 w 3960000"/>
              <a:gd name="connsiteY11" fmla="*/ 2244108 h 3960000"/>
              <a:gd name="connsiteX12" fmla="*/ 1402064 w 3960000"/>
              <a:gd name="connsiteY12" fmla="*/ 2660137 h 3960000"/>
              <a:gd name="connsiteX13" fmla="*/ 552668 w 3960000"/>
              <a:gd name="connsiteY13" fmla="*/ 2902822 h 3960000"/>
              <a:gd name="connsiteX14" fmla="*/ 1978439 w 3960000"/>
              <a:gd name="connsiteY14" fmla="*/ 3093502 h 3960000"/>
              <a:gd name="connsiteX15" fmla="*/ 3053184 w 3960000"/>
              <a:gd name="connsiteY15" fmla="*/ 2031759 h 3960000"/>
              <a:gd name="connsiteX16" fmla="*/ 3207849 w 3960000"/>
              <a:gd name="connsiteY16" fmla="*/ 1493166 h 3960000"/>
              <a:gd name="connsiteX17" fmla="*/ 3407333 w 3960000"/>
              <a:gd name="connsiteY17" fmla="*/ 1117847 h 3960000"/>
              <a:gd name="connsiteX18" fmla="*/ 3108461 w 3960000"/>
              <a:gd name="connsiteY18" fmla="*/ 1185086 h 3960000"/>
              <a:gd name="connsiteX19" fmla="*/ 3334650 w 3960000"/>
              <a:gd name="connsiteY19" fmla="*/ 883134 h 3960000"/>
              <a:gd name="connsiteX20" fmla="*/ 2995677 w 3960000"/>
              <a:gd name="connsiteY20" fmla="*/ 1008938 h 3960000"/>
              <a:gd name="connsiteX21" fmla="*/ 2538382 w 3960000"/>
              <a:gd name="connsiteY21" fmla="*/ 802616 h 3960000"/>
              <a:gd name="connsiteX22" fmla="*/ 308009 w 3960000"/>
              <a:gd name="connsiteY22" fmla="*/ 0 h 3960000"/>
              <a:gd name="connsiteX23" fmla="*/ 3651991 w 3960000"/>
              <a:gd name="connsiteY23" fmla="*/ 0 h 3960000"/>
              <a:gd name="connsiteX24" fmla="*/ 3960000 w 3960000"/>
              <a:gd name="connsiteY24" fmla="*/ 308009 h 3960000"/>
              <a:gd name="connsiteX25" fmla="*/ 3960000 w 3960000"/>
              <a:gd name="connsiteY25" fmla="*/ 3651991 h 3960000"/>
              <a:gd name="connsiteX26" fmla="*/ 3651991 w 3960000"/>
              <a:gd name="connsiteY26" fmla="*/ 3960000 h 3960000"/>
              <a:gd name="connsiteX27" fmla="*/ 308009 w 3960000"/>
              <a:gd name="connsiteY27" fmla="*/ 3960000 h 3960000"/>
              <a:gd name="connsiteX28" fmla="*/ 0 w 3960000"/>
              <a:gd name="connsiteY28" fmla="*/ 3651991 h 3960000"/>
              <a:gd name="connsiteX29" fmla="*/ 0 w 3960000"/>
              <a:gd name="connsiteY29" fmla="*/ 308009 h 3960000"/>
              <a:gd name="connsiteX30" fmla="*/ 308009 w 3960000"/>
              <a:gd name="connsiteY30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08461 w 3960000"/>
              <a:gd name="connsiteY17" fmla="*/ 1185086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07333 w 3960000"/>
              <a:gd name="connsiteY16" fmla="*/ 1117847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34650 w 3960000"/>
              <a:gd name="connsiteY18" fmla="*/ 88313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41936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538382 w 3960000"/>
              <a:gd name="connsiteY3" fmla="*/ 80261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538382 w 3960000"/>
              <a:gd name="connsiteY20" fmla="*/ 80261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752016 w 3960000"/>
              <a:gd name="connsiteY6" fmla="*/ 931012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65343 w 3960000"/>
              <a:gd name="connsiteY8" fmla="*/ 1650397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34030 w 3960000"/>
              <a:gd name="connsiteY7" fmla="*/ 1745738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11709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02064 w 3960000"/>
              <a:gd name="connsiteY11" fmla="*/ 2660137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56023 w 3960000"/>
              <a:gd name="connsiteY10" fmla="*/ 2244108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644257 w 3960000"/>
              <a:gd name="connsiteY8" fmla="*/ 1555506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552668 w 3960000"/>
              <a:gd name="connsiteY12" fmla="*/ 2902822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1978439 w 3960000"/>
              <a:gd name="connsiteY13" fmla="*/ 3093502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53184 w 3960000"/>
              <a:gd name="connsiteY14" fmla="*/ 2031759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  <a:gd name="connsiteX0" fmla="*/ 3160999 w 3960000"/>
              <a:gd name="connsiteY0" fmla="*/ 1374274 h 3960000"/>
              <a:gd name="connsiteX1" fmla="*/ 3155132 w 3960000"/>
              <a:gd name="connsiteY1" fmla="*/ 1419362 h 3960000"/>
              <a:gd name="connsiteX2" fmla="*/ 3160999 w 3960000"/>
              <a:gd name="connsiteY2" fmla="*/ 1374274 h 3960000"/>
              <a:gd name="connsiteX3" fmla="*/ 2496208 w 3960000"/>
              <a:gd name="connsiteY3" fmla="*/ 770986 h 3960000"/>
              <a:gd name="connsiteX4" fmla="*/ 1921633 w 3960000"/>
              <a:gd name="connsiteY4" fmla="*/ 1292845 h 3960000"/>
              <a:gd name="connsiteX5" fmla="*/ 1942445 w 3960000"/>
              <a:gd name="connsiteY5" fmla="*/ 1570340 h 3960000"/>
              <a:gd name="connsiteX6" fmla="*/ 815277 w 3960000"/>
              <a:gd name="connsiteY6" fmla="*/ 836121 h 3960000"/>
              <a:gd name="connsiteX7" fmla="*/ 965659 w 3960000"/>
              <a:gd name="connsiteY7" fmla="*/ 1735195 h 3960000"/>
              <a:gd name="connsiteX8" fmla="*/ 570453 w 3960000"/>
              <a:gd name="connsiteY8" fmla="*/ 1629310 h 3960000"/>
              <a:gd name="connsiteX9" fmla="*/ 1196057 w 3960000"/>
              <a:gd name="connsiteY9" fmla="*/ 2257108 h 3960000"/>
              <a:gd name="connsiteX10" fmla="*/ 813848 w 3960000"/>
              <a:gd name="connsiteY10" fmla="*/ 2296824 h 3960000"/>
              <a:gd name="connsiteX11" fmla="*/ 1486410 w 3960000"/>
              <a:gd name="connsiteY11" fmla="*/ 2607420 h 3960000"/>
              <a:gd name="connsiteX12" fmla="*/ 489408 w 3960000"/>
              <a:gd name="connsiteY12" fmla="*/ 2829018 h 3960000"/>
              <a:gd name="connsiteX13" fmla="*/ 2062787 w 3960000"/>
              <a:gd name="connsiteY13" fmla="*/ 3146219 h 3960000"/>
              <a:gd name="connsiteX14" fmla="*/ 3074271 w 3960000"/>
              <a:gd name="connsiteY14" fmla="*/ 2105563 h 3960000"/>
              <a:gd name="connsiteX15" fmla="*/ 3207849 w 3960000"/>
              <a:gd name="connsiteY15" fmla="*/ 1493166 h 3960000"/>
              <a:gd name="connsiteX16" fmla="*/ 3449507 w 3960000"/>
              <a:gd name="connsiteY16" fmla="*/ 1170564 h 3960000"/>
              <a:gd name="connsiteX17" fmla="*/ 3140091 w 3960000"/>
              <a:gd name="connsiteY17" fmla="*/ 1227260 h 3960000"/>
              <a:gd name="connsiteX18" fmla="*/ 3324107 w 3960000"/>
              <a:gd name="connsiteY18" fmla="*/ 851504 h 3960000"/>
              <a:gd name="connsiteX19" fmla="*/ 2995677 w 3960000"/>
              <a:gd name="connsiteY19" fmla="*/ 1008938 h 3960000"/>
              <a:gd name="connsiteX20" fmla="*/ 2496208 w 3960000"/>
              <a:gd name="connsiteY20" fmla="*/ 770986 h 3960000"/>
              <a:gd name="connsiteX21" fmla="*/ 308009 w 3960000"/>
              <a:gd name="connsiteY21" fmla="*/ 0 h 3960000"/>
              <a:gd name="connsiteX22" fmla="*/ 3651991 w 3960000"/>
              <a:gd name="connsiteY22" fmla="*/ 0 h 3960000"/>
              <a:gd name="connsiteX23" fmla="*/ 3960000 w 3960000"/>
              <a:gd name="connsiteY23" fmla="*/ 308009 h 3960000"/>
              <a:gd name="connsiteX24" fmla="*/ 3960000 w 3960000"/>
              <a:gd name="connsiteY24" fmla="*/ 3651991 h 3960000"/>
              <a:gd name="connsiteX25" fmla="*/ 3651991 w 3960000"/>
              <a:gd name="connsiteY25" fmla="*/ 3960000 h 3960000"/>
              <a:gd name="connsiteX26" fmla="*/ 308009 w 3960000"/>
              <a:gd name="connsiteY26" fmla="*/ 3960000 h 3960000"/>
              <a:gd name="connsiteX27" fmla="*/ 0 w 3960000"/>
              <a:gd name="connsiteY27" fmla="*/ 3651991 h 3960000"/>
              <a:gd name="connsiteX28" fmla="*/ 0 w 3960000"/>
              <a:gd name="connsiteY28" fmla="*/ 308009 h 3960000"/>
              <a:gd name="connsiteX29" fmla="*/ 308009 w 3960000"/>
              <a:gd name="connsiteY29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60000" h="3960000">
                <a:moveTo>
                  <a:pt x="3160999" y="1374274"/>
                </a:moveTo>
                <a:lnTo>
                  <a:pt x="3155132" y="1419362"/>
                </a:lnTo>
                <a:lnTo>
                  <a:pt x="3160999" y="1374274"/>
                </a:lnTo>
                <a:close/>
                <a:moveTo>
                  <a:pt x="2496208" y="770986"/>
                </a:moveTo>
                <a:cubicBezTo>
                  <a:pt x="2113414" y="770986"/>
                  <a:pt x="1929581" y="1106902"/>
                  <a:pt x="1921633" y="1292845"/>
                </a:cubicBezTo>
                <a:cubicBezTo>
                  <a:pt x="1914712" y="1454769"/>
                  <a:pt x="1928136" y="1522392"/>
                  <a:pt x="1942445" y="1570340"/>
                </a:cubicBezTo>
                <a:cubicBezTo>
                  <a:pt x="1547199" y="1510736"/>
                  <a:pt x="1237189" y="1330681"/>
                  <a:pt x="815277" y="836121"/>
                </a:cubicBezTo>
                <a:cubicBezTo>
                  <a:pt x="618819" y="1229038"/>
                  <a:pt x="733086" y="1558961"/>
                  <a:pt x="965659" y="1735195"/>
                </a:cubicBezTo>
                <a:cubicBezTo>
                  <a:pt x="864541" y="1716416"/>
                  <a:pt x="662904" y="1695759"/>
                  <a:pt x="570453" y="1629310"/>
                </a:cubicBezTo>
                <a:cubicBezTo>
                  <a:pt x="597898" y="2016450"/>
                  <a:pt x="990931" y="2177657"/>
                  <a:pt x="1196057" y="2257108"/>
                </a:cubicBezTo>
                <a:cubicBezTo>
                  <a:pt x="1113718" y="2275887"/>
                  <a:pt x="943857" y="2321380"/>
                  <a:pt x="813848" y="2296824"/>
                </a:cubicBezTo>
                <a:cubicBezTo>
                  <a:pt x="926523" y="2634848"/>
                  <a:pt x="1326064" y="2611755"/>
                  <a:pt x="1486410" y="2607420"/>
                </a:cubicBezTo>
                <a:cubicBezTo>
                  <a:pt x="1297174" y="2749708"/>
                  <a:pt x="1000058" y="2795794"/>
                  <a:pt x="489408" y="2829018"/>
                </a:cubicBezTo>
                <a:cubicBezTo>
                  <a:pt x="914827" y="3139596"/>
                  <a:pt x="1734874" y="3242281"/>
                  <a:pt x="2062787" y="3146219"/>
                </a:cubicBezTo>
                <a:cubicBezTo>
                  <a:pt x="2763394" y="2903535"/>
                  <a:pt x="2915370" y="2621267"/>
                  <a:pt x="3074271" y="2105563"/>
                </a:cubicBezTo>
                <a:cubicBezTo>
                  <a:pt x="3173740" y="1733406"/>
                  <a:pt x="3145310" y="1648999"/>
                  <a:pt x="3207849" y="1493166"/>
                </a:cubicBezTo>
                <a:cubicBezTo>
                  <a:pt x="3270388" y="1337333"/>
                  <a:pt x="3414210" y="1276468"/>
                  <a:pt x="3449507" y="1170564"/>
                </a:cubicBezTo>
                <a:cubicBezTo>
                  <a:pt x="3349883" y="1192977"/>
                  <a:pt x="3252716" y="1239516"/>
                  <a:pt x="3140091" y="1227260"/>
                </a:cubicBezTo>
                <a:cubicBezTo>
                  <a:pt x="3219995" y="1183499"/>
                  <a:pt x="3274317" y="996523"/>
                  <a:pt x="3324107" y="851504"/>
                </a:cubicBezTo>
                <a:cubicBezTo>
                  <a:pt x="3215037" y="921165"/>
                  <a:pt x="3152155" y="998691"/>
                  <a:pt x="2995677" y="1008938"/>
                </a:cubicBezTo>
                <a:cubicBezTo>
                  <a:pt x="2884471" y="881691"/>
                  <a:pt x="2678487" y="770986"/>
                  <a:pt x="2496208" y="77098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09" name="Rounded Rectangle 3">
            <a:extLst>
              <a:ext uri="{FF2B5EF4-FFF2-40B4-BE49-F238E27FC236}">
                <a16:creationId xmlns:a16="http://schemas.microsoft.com/office/drawing/2014/main" id="{BC79485A-5AB0-43E8-B33C-965B6B49FC60}"/>
              </a:ext>
            </a:extLst>
          </p:cNvPr>
          <p:cNvSpPr>
            <a:spLocks noChangeAspect="1"/>
          </p:cNvSpPr>
          <p:nvPr userDrawn="1"/>
        </p:nvSpPr>
        <p:spPr>
          <a:xfrm>
            <a:off x="7183131" y="1416893"/>
            <a:ext cx="519265" cy="519265"/>
          </a:xfrm>
          <a:custGeom>
            <a:avLst/>
            <a:gdLst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59137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32095 w 3960000"/>
              <a:gd name="connsiteY15" fmla="*/ 238945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  <a:gd name="connsiteX0" fmla="*/ 2841893 w 3960000"/>
              <a:gd name="connsiteY0" fmla="*/ 181064 h 3960000"/>
              <a:gd name="connsiteX1" fmla="*/ 2105790 w 3960000"/>
              <a:gd name="connsiteY1" fmla="*/ 859562 h 3960000"/>
              <a:gd name="connsiteX2" fmla="*/ 2106860 w 3960000"/>
              <a:gd name="connsiteY2" fmla="*/ 863292 h 3960000"/>
              <a:gd name="connsiteX3" fmla="*/ 2106860 w 3960000"/>
              <a:gd name="connsiteY3" fmla="*/ 1248172 h 3960000"/>
              <a:gd name="connsiteX4" fmla="*/ 1691968 w 3960000"/>
              <a:gd name="connsiteY4" fmla="*/ 1248172 h 3960000"/>
              <a:gd name="connsiteX5" fmla="*/ 1691968 w 3960000"/>
              <a:gd name="connsiteY5" fmla="*/ 1824236 h 3960000"/>
              <a:gd name="connsiteX6" fmla="*/ 2106860 w 3960000"/>
              <a:gd name="connsiteY6" fmla="*/ 1824236 h 3960000"/>
              <a:gd name="connsiteX7" fmla="*/ 2106860 w 3960000"/>
              <a:gd name="connsiteY7" fmla="*/ 3779396 h 3960000"/>
              <a:gd name="connsiteX8" fmla="*/ 2754932 w 3960000"/>
              <a:gd name="connsiteY8" fmla="*/ 3779396 h 3960000"/>
              <a:gd name="connsiteX9" fmla="*/ 2754932 w 3960000"/>
              <a:gd name="connsiteY9" fmla="*/ 1824236 h 3960000"/>
              <a:gd name="connsiteX10" fmla="*/ 3305869 w 3960000"/>
              <a:gd name="connsiteY10" fmla="*/ 1813665 h 3960000"/>
              <a:gd name="connsiteX11" fmla="*/ 3348152 w 3960000"/>
              <a:gd name="connsiteY11" fmla="*/ 1248172 h 3960000"/>
              <a:gd name="connsiteX12" fmla="*/ 2754932 w 3960000"/>
              <a:gd name="connsiteY12" fmla="*/ 1248172 h 3960000"/>
              <a:gd name="connsiteX13" fmla="*/ 2754932 w 3960000"/>
              <a:gd name="connsiteY13" fmla="*/ 907124 h 3960000"/>
              <a:gd name="connsiteX14" fmla="*/ 3369037 w 3960000"/>
              <a:gd name="connsiteY14" fmla="*/ 704441 h 3960000"/>
              <a:gd name="connsiteX15" fmla="*/ 3410216 w 3960000"/>
              <a:gd name="connsiteY15" fmla="*/ 195189 h 3960000"/>
              <a:gd name="connsiteX16" fmla="*/ 2841893 w 3960000"/>
              <a:gd name="connsiteY16" fmla="*/ 181064 h 3960000"/>
              <a:gd name="connsiteX17" fmla="*/ 308009 w 3960000"/>
              <a:gd name="connsiteY17" fmla="*/ 0 h 3960000"/>
              <a:gd name="connsiteX18" fmla="*/ 3651991 w 3960000"/>
              <a:gd name="connsiteY18" fmla="*/ 0 h 3960000"/>
              <a:gd name="connsiteX19" fmla="*/ 3960000 w 3960000"/>
              <a:gd name="connsiteY19" fmla="*/ 308009 h 3960000"/>
              <a:gd name="connsiteX20" fmla="*/ 3960000 w 3960000"/>
              <a:gd name="connsiteY20" fmla="*/ 3651991 h 3960000"/>
              <a:gd name="connsiteX21" fmla="*/ 3651991 w 3960000"/>
              <a:gd name="connsiteY21" fmla="*/ 3960000 h 3960000"/>
              <a:gd name="connsiteX22" fmla="*/ 308009 w 3960000"/>
              <a:gd name="connsiteY22" fmla="*/ 3960000 h 3960000"/>
              <a:gd name="connsiteX23" fmla="*/ 0 w 3960000"/>
              <a:gd name="connsiteY23" fmla="*/ 3651991 h 3960000"/>
              <a:gd name="connsiteX24" fmla="*/ 0 w 3960000"/>
              <a:gd name="connsiteY24" fmla="*/ 308009 h 3960000"/>
              <a:gd name="connsiteX25" fmla="*/ 308009 w 3960000"/>
              <a:gd name="connsiteY25" fmla="*/ 0 h 39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26764" y="685506"/>
                  <a:pt x="3369037" y="704441"/>
                </a:cubicBezTo>
                <a:cubicBezTo>
                  <a:pt x="3391941" y="556446"/>
                  <a:pt x="3409927" y="381656"/>
                  <a:pt x="3410216" y="195189"/>
                </a:cubicBezTo>
                <a:cubicBezTo>
                  <a:pt x="3239930" y="163882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0" name="Rounded Rectangle 10">
            <a:extLst>
              <a:ext uri="{FF2B5EF4-FFF2-40B4-BE49-F238E27FC236}">
                <a16:creationId xmlns:a16="http://schemas.microsoft.com/office/drawing/2014/main" id="{77D62C7D-07BD-4D39-9EA6-6F1F391C3F82}"/>
              </a:ext>
            </a:extLst>
          </p:cNvPr>
          <p:cNvSpPr>
            <a:spLocks noChangeAspect="1"/>
          </p:cNvSpPr>
          <p:nvPr userDrawn="1"/>
        </p:nvSpPr>
        <p:spPr>
          <a:xfrm>
            <a:off x="8855381" y="1406345"/>
            <a:ext cx="521115" cy="529812"/>
          </a:xfrm>
          <a:custGeom>
            <a:avLst/>
            <a:gdLst/>
            <a:ahLst/>
            <a:cxnLst/>
            <a:rect l="l" t="t" r="r" b="b"/>
            <a:pathLst>
              <a:path w="3186824" h="3240000">
                <a:moveTo>
                  <a:pt x="2141174" y="1384899"/>
                </a:moveTo>
                <a:lnTo>
                  <a:pt x="2141174" y="1528887"/>
                </a:lnTo>
                <a:lnTo>
                  <a:pt x="1997174" y="1528887"/>
                </a:lnTo>
                <a:lnTo>
                  <a:pt x="1997174" y="1744911"/>
                </a:lnTo>
                <a:lnTo>
                  <a:pt x="2141174" y="1744911"/>
                </a:lnTo>
                <a:lnTo>
                  <a:pt x="2141174" y="1888899"/>
                </a:lnTo>
                <a:lnTo>
                  <a:pt x="2357174" y="1888899"/>
                </a:lnTo>
                <a:lnTo>
                  <a:pt x="2357174" y="1744911"/>
                </a:lnTo>
                <a:lnTo>
                  <a:pt x="2501174" y="1744911"/>
                </a:lnTo>
                <a:lnTo>
                  <a:pt x="2501174" y="1528887"/>
                </a:lnTo>
                <a:lnTo>
                  <a:pt x="2357174" y="1528887"/>
                </a:lnTo>
                <a:lnTo>
                  <a:pt x="2357174" y="1384899"/>
                </a:lnTo>
                <a:close/>
                <a:moveTo>
                  <a:pt x="1286582" y="1008157"/>
                </a:moveTo>
                <a:cubicBezTo>
                  <a:pt x="1148208" y="1006486"/>
                  <a:pt x="1009270" y="1051569"/>
                  <a:pt x="894997" y="1143711"/>
                </a:cubicBezTo>
                <a:cubicBezTo>
                  <a:pt x="666451" y="1327995"/>
                  <a:pt x="600947" y="1648602"/>
                  <a:pt x="738892" y="1907765"/>
                </a:cubicBezTo>
                <a:cubicBezTo>
                  <a:pt x="876837" y="2166928"/>
                  <a:pt x="1179371" y="2291639"/>
                  <a:pt x="1459875" y="2204971"/>
                </a:cubicBezTo>
                <a:cubicBezTo>
                  <a:pt x="1676459" y="2138053"/>
                  <a:pt x="1832801" y="1959669"/>
                  <a:pt x="1876637" y="1747242"/>
                </a:cubicBezTo>
                <a:lnTo>
                  <a:pt x="1879565" y="1747242"/>
                </a:lnTo>
                <a:lnTo>
                  <a:pt x="1879565" y="1728291"/>
                </a:lnTo>
                <a:cubicBezTo>
                  <a:pt x="1891883" y="1671800"/>
                  <a:pt x="1894168" y="1612713"/>
                  <a:pt x="1887545" y="1552862"/>
                </a:cubicBezTo>
                <a:lnTo>
                  <a:pt x="1879565" y="1553745"/>
                </a:lnTo>
                <a:lnTo>
                  <a:pt x="1879565" y="1531218"/>
                </a:lnTo>
                <a:lnTo>
                  <a:pt x="1231565" y="1531218"/>
                </a:lnTo>
                <a:lnTo>
                  <a:pt x="1231565" y="1747242"/>
                </a:lnTo>
                <a:lnTo>
                  <a:pt x="1565835" y="1747242"/>
                </a:lnTo>
                <a:cubicBezTo>
                  <a:pt x="1530201" y="1827940"/>
                  <a:pt x="1460959" y="1892348"/>
                  <a:pt x="1371795" y="1919897"/>
                </a:cubicBezTo>
                <a:cubicBezTo>
                  <a:pt x="1228031" y="1964316"/>
                  <a:pt x="1072976" y="1900399"/>
                  <a:pt x="1002277" y="1767573"/>
                </a:cubicBezTo>
                <a:cubicBezTo>
                  <a:pt x="931578" y="1634747"/>
                  <a:pt x="965150" y="1470429"/>
                  <a:pt x="1082284" y="1375980"/>
                </a:cubicBezTo>
                <a:cubicBezTo>
                  <a:pt x="1199418" y="1281531"/>
                  <a:pt x="1367118" y="1283556"/>
                  <a:pt x="1481937" y="1380807"/>
                </a:cubicBezTo>
                <a:lnTo>
                  <a:pt x="1674778" y="1153129"/>
                </a:lnTo>
                <a:cubicBezTo>
                  <a:pt x="1562764" y="1058254"/>
                  <a:pt x="1424955" y="1009828"/>
                  <a:pt x="1286582" y="1008157"/>
                </a:cubicBezTo>
                <a:close/>
                <a:moveTo>
                  <a:pt x="293028" y="0"/>
                </a:moveTo>
                <a:lnTo>
                  <a:pt x="2893796" y="0"/>
                </a:lnTo>
                <a:cubicBezTo>
                  <a:pt x="3055631" y="0"/>
                  <a:pt x="3186824" y="131193"/>
                  <a:pt x="3186824" y="293028"/>
                </a:cubicBezTo>
                <a:lnTo>
                  <a:pt x="3186824" y="2946972"/>
                </a:lnTo>
                <a:cubicBezTo>
                  <a:pt x="3186824" y="3108807"/>
                  <a:pt x="3055631" y="3240000"/>
                  <a:pt x="2893796" y="3240000"/>
                </a:cubicBezTo>
                <a:lnTo>
                  <a:pt x="293028" y="3240000"/>
                </a:lnTo>
                <a:cubicBezTo>
                  <a:pt x="131193" y="3240000"/>
                  <a:pt x="0" y="3108807"/>
                  <a:pt x="0" y="2946972"/>
                </a:cubicBezTo>
                <a:lnTo>
                  <a:pt x="0" y="293028"/>
                </a:lnTo>
                <a:cubicBezTo>
                  <a:pt x="0" y="131193"/>
                  <a:pt x="131193" y="0"/>
                  <a:pt x="293028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1" name="Block Arc 6">
            <a:extLst>
              <a:ext uri="{FF2B5EF4-FFF2-40B4-BE49-F238E27FC236}">
                <a16:creationId xmlns:a16="http://schemas.microsoft.com/office/drawing/2014/main" id="{832B8537-FD1E-41C8-89A6-3BF4FDDDE77C}"/>
              </a:ext>
            </a:extLst>
          </p:cNvPr>
          <p:cNvSpPr/>
          <p:nvPr userDrawn="1"/>
        </p:nvSpPr>
        <p:spPr>
          <a:xfrm>
            <a:off x="9688652" y="1423451"/>
            <a:ext cx="488516" cy="493322"/>
          </a:xfrm>
          <a:custGeom>
            <a:avLst/>
            <a:gdLst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734726 w 3221102"/>
              <a:gd name="connsiteY22" fmla="*/ 869255 h 3221116"/>
              <a:gd name="connsiteX23" fmla="*/ 1956122 w 3221102"/>
              <a:gd name="connsiteY23" fmla="*/ 1110076 h 3221116"/>
              <a:gd name="connsiteX24" fmla="*/ 1973374 w 3221102"/>
              <a:gd name="connsiteY24" fmla="*/ 875315 h 3221116"/>
              <a:gd name="connsiteX25" fmla="*/ 2333414 w 3221102"/>
              <a:gd name="connsiteY25" fmla="*/ 875315 h 3221116"/>
              <a:gd name="connsiteX26" fmla="*/ 2324788 w 3221102"/>
              <a:gd name="connsiteY26" fmla="*/ 2054049 h 3221116"/>
              <a:gd name="connsiteX27" fmla="*/ 2661746 w 3221102"/>
              <a:gd name="connsiteY27" fmla="*/ 2179658 h 3221116"/>
              <a:gd name="connsiteX28" fmla="*/ 2691046 w 3221102"/>
              <a:gd name="connsiteY28" fmla="*/ 2188689 h 3221116"/>
              <a:gd name="connsiteX29" fmla="*/ 2667011 w 3221102"/>
              <a:gd name="connsiteY29" fmla="*/ 2175828 h 3221116"/>
              <a:gd name="connsiteX30" fmla="*/ 2332141 w 3221102"/>
              <a:gd name="connsiteY30" fmla="*/ 653899 h 3221116"/>
              <a:gd name="connsiteX31" fmla="*/ 776764 w 3221102"/>
              <a:gd name="connsiteY31" fmla="*/ 749845 h 3221116"/>
              <a:gd name="connsiteX32" fmla="*/ 631487 w 3221102"/>
              <a:gd name="connsiteY32" fmla="*/ 2301392 h 3221116"/>
              <a:gd name="connsiteX33" fmla="*/ 2142017 w 3221102"/>
              <a:gd name="connsiteY33" fmla="*/ 2684410 h 3221116"/>
              <a:gd name="connsiteX34" fmla="*/ 2324866 w 3221102"/>
              <a:gd name="connsiteY34" fmla="*/ 3053856 h 3221116"/>
              <a:gd name="connsiteX35" fmla="*/ 294693 w 3221102"/>
              <a:gd name="connsiteY35" fmla="*/ 2539075 h 3221116"/>
              <a:gd name="connsiteX36" fmla="*/ 489947 w 3221102"/>
              <a:gd name="connsiteY36" fmla="*/ 453774 h 3221116"/>
              <a:gd name="connsiteX37" fmla="*/ 1651152 w 3221102"/>
              <a:gd name="connsiteY37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91651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3004976 w 3221102"/>
              <a:gd name="connsiteY13" fmla="*/ 2356675 h 3221116"/>
              <a:gd name="connsiteX14" fmla="*/ 2585849 w 3221102"/>
              <a:gd name="connsiteY14" fmla="*/ 2588887 h 3221116"/>
              <a:gd name="connsiteX15" fmla="*/ 1973374 w 3221102"/>
              <a:gd name="connsiteY15" fmla="*/ 2195096 h 3221116"/>
              <a:gd name="connsiteX16" fmla="*/ 1390827 w 3221102"/>
              <a:gd name="connsiteY16" fmla="*/ 2527630 h 3221116"/>
              <a:gd name="connsiteX17" fmla="*/ 783896 w 3221102"/>
              <a:gd name="connsiteY17" fmla="*/ 1665044 h 3221116"/>
              <a:gd name="connsiteX18" fmla="*/ 1268509 w 3221102"/>
              <a:gd name="connsiteY18" fmla="*/ 819983 h 3221116"/>
              <a:gd name="connsiteX19" fmla="*/ 1328805 w 3221102"/>
              <a:gd name="connsiteY19" fmla="*/ 807930 h 3221116"/>
              <a:gd name="connsiteX20" fmla="*/ 1390827 w 3221102"/>
              <a:gd name="connsiteY20" fmla="*/ 802457 h 3221116"/>
              <a:gd name="connsiteX21" fmla="*/ 1462242 w 3221102"/>
              <a:gd name="connsiteY21" fmla="*/ 801708 h 3221116"/>
              <a:gd name="connsiteX22" fmla="*/ 1956122 w 3221102"/>
              <a:gd name="connsiteY22" fmla="*/ 1110076 h 3221116"/>
              <a:gd name="connsiteX23" fmla="*/ 1973374 w 3221102"/>
              <a:gd name="connsiteY23" fmla="*/ 875315 h 3221116"/>
              <a:gd name="connsiteX24" fmla="*/ 2333414 w 3221102"/>
              <a:gd name="connsiteY24" fmla="*/ 875315 h 3221116"/>
              <a:gd name="connsiteX25" fmla="*/ 2324788 w 3221102"/>
              <a:gd name="connsiteY25" fmla="*/ 2054049 h 3221116"/>
              <a:gd name="connsiteX26" fmla="*/ 2661746 w 3221102"/>
              <a:gd name="connsiteY26" fmla="*/ 2179658 h 3221116"/>
              <a:gd name="connsiteX27" fmla="*/ 2691046 w 3221102"/>
              <a:gd name="connsiteY27" fmla="*/ 2188689 h 3221116"/>
              <a:gd name="connsiteX28" fmla="*/ 2667011 w 3221102"/>
              <a:gd name="connsiteY28" fmla="*/ 2175828 h 3221116"/>
              <a:gd name="connsiteX29" fmla="*/ 2332141 w 3221102"/>
              <a:gd name="connsiteY29" fmla="*/ 653899 h 3221116"/>
              <a:gd name="connsiteX30" fmla="*/ 776764 w 3221102"/>
              <a:gd name="connsiteY30" fmla="*/ 749845 h 3221116"/>
              <a:gd name="connsiteX31" fmla="*/ 631487 w 3221102"/>
              <a:gd name="connsiteY31" fmla="*/ 2301392 h 3221116"/>
              <a:gd name="connsiteX32" fmla="*/ 2142017 w 3221102"/>
              <a:gd name="connsiteY32" fmla="*/ 2684410 h 3221116"/>
              <a:gd name="connsiteX33" fmla="*/ 2324866 w 3221102"/>
              <a:gd name="connsiteY33" fmla="*/ 3053856 h 3221116"/>
              <a:gd name="connsiteX34" fmla="*/ 294693 w 3221102"/>
              <a:gd name="connsiteY34" fmla="*/ 2539075 h 3221116"/>
              <a:gd name="connsiteX35" fmla="*/ 489947 w 3221102"/>
              <a:gd name="connsiteY35" fmla="*/ 453774 h 3221116"/>
              <a:gd name="connsiteX36" fmla="*/ 1651152 w 3221102"/>
              <a:gd name="connsiteY36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221102"/>
              <a:gd name="connsiteY0" fmla="*/ 2175617 h 3221116"/>
              <a:gd name="connsiteX1" fmla="*/ 2658205 w 3221102"/>
              <a:gd name="connsiteY1" fmla="*/ 2178566 h 3221116"/>
              <a:gd name="connsiteX2" fmla="*/ 2664630 w 3221102"/>
              <a:gd name="connsiteY2" fmla="*/ 2175617 h 3221116"/>
              <a:gd name="connsiteX3" fmla="*/ 1477043 w 3221102"/>
              <a:gd name="connsiteY3" fmla="*/ 1144372 h 3221116"/>
              <a:gd name="connsiteX4" fmla="*/ 1409070 w 3221102"/>
              <a:gd name="connsiteY4" fmla="*/ 1159393 h 3221116"/>
              <a:gd name="connsiteX5" fmla="*/ 1152384 w 3221102"/>
              <a:gd name="connsiteY5" fmla="*/ 1703728 h 3221116"/>
              <a:gd name="connsiteX6" fmla="*/ 1514013 w 3221102"/>
              <a:gd name="connsiteY6" fmla="*/ 2152290 h 3221116"/>
              <a:gd name="connsiteX7" fmla="*/ 1850815 w 3221102"/>
              <a:gd name="connsiteY7" fmla="*/ 1654259 h 3221116"/>
              <a:gd name="connsiteX8" fmla="*/ 1830467 w 3221102"/>
              <a:gd name="connsiteY8" fmla="*/ 1515986 h 3221116"/>
              <a:gd name="connsiteX9" fmla="*/ 1477043 w 3221102"/>
              <a:gd name="connsiteY9" fmla="*/ 1144372 h 3221116"/>
              <a:gd name="connsiteX10" fmla="*/ 1651152 w 3221102"/>
              <a:gd name="connsiteY10" fmla="*/ 501 h 3221116"/>
              <a:gd name="connsiteX11" fmla="*/ 2580395 w 3221102"/>
              <a:gd name="connsiteY11" fmla="*/ 324821 h 3221116"/>
              <a:gd name="connsiteX12" fmla="*/ 3030464 w 3221102"/>
              <a:gd name="connsiteY12" fmla="*/ 2370314 h 3221116"/>
              <a:gd name="connsiteX13" fmla="*/ 2585849 w 3221102"/>
              <a:gd name="connsiteY13" fmla="*/ 2588887 h 3221116"/>
              <a:gd name="connsiteX14" fmla="*/ 1973374 w 3221102"/>
              <a:gd name="connsiteY14" fmla="*/ 2195096 h 3221116"/>
              <a:gd name="connsiteX15" fmla="*/ 1390827 w 3221102"/>
              <a:gd name="connsiteY15" fmla="*/ 2527630 h 3221116"/>
              <a:gd name="connsiteX16" fmla="*/ 783896 w 3221102"/>
              <a:gd name="connsiteY16" fmla="*/ 1665044 h 3221116"/>
              <a:gd name="connsiteX17" fmla="*/ 1268509 w 3221102"/>
              <a:gd name="connsiteY17" fmla="*/ 819983 h 3221116"/>
              <a:gd name="connsiteX18" fmla="*/ 1328805 w 3221102"/>
              <a:gd name="connsiteY18" fmla="*/ 807930 h 3221116"/>
              <a:gd name="connsiteX19" fmla="*/ 1390827 w 3221102"/>
              <a:gd name="connsiteY19" fmla="*/ 802457 h 3221116"/>
              <a:gd name="connsiteX20" fmla="*/ 1462242 w 3221102"/>
              <a:gd name="connsiteY20" fmla="*/ 801708 h 3221116"/>
              <a:gd name="connsiteX21" fmla="*/ 1956122 w 3221102"/>
              <a:gd name="connsiteY21" fmla="*/ 1110076 h 3221116"/>
              <a:gd name="connsiteX22" fmla="*/ 1973374 w 3221102"/>
              <a:gd name="connsiteY22" fmla="*/ 875315 h 3221116"/>
              <a:gd name="connsiteX23" fmla="*/ 2333414 w 3221102"/>
              <a:gd name="connsiteY23" fmla="*/ 875315 h 3221116"/>
              <a:gd name="connsiteX24" fmla="*/ 2324788 w 3221102"/>
              <a:gd name="connsiteY24" fmla="*/ 2054049 h 3221116"/>
              <a:gd name="connsiteX25" fmla="*/ 2661746 w 3221102"/>
              <a:gd name="connsiteY25" fmla="*/ 2179658 h 3221116"/>
              <a:gd name="connsiteX26" fmla="*/ 2691046 w 3221102"/>
              <a:gd name="connsiteY26" fmla="*/ 2188689 h 3221116"/>
              <a:gd name="connsiteX27" fmla="*/ 2667011 w 3221102"/>
              <a:gd name="connsiteY27" fmla="*/ 2175828 h 3221116"/>
              <a:gd name="connsiteX28" fmla="*/ 2332141 w 3221102"/>
              <a:gd name="connsiteY28" fmla="*/ 653899 h 3221116"/>
              <a:gd name="connsiteX29" fmla="*/ 776764 w 3221102"/>
              <a:gd name="connsiteY29" fmla="*/ 749845 h 3221116"/>
              <a:gd name="connsiteX30" fmla="*/ 631487 w 3221102"/>
              <a:gd name="connsiteY30" fmla="*/ 2301392 h 3221116"/>
              <a:gd name="connsiteX31" fmla="*/ 2142017 w 3221102"/>
              <a:gd name="connsiteY31" fmla="*/ 2684410 h 3221116"/>
              <a:gd name="connsiteX32" fmla="*/ 2324866 w 3221102"/>
              <a:gd name="connsiteY32" fmla="*/ 3053856 h 3221116"/>
              <a:gd name="connsiteX33" fmla="*/ 294693 w 3221102"/>
              <a:gd name="connsiteY33" fmla="*/ 2539075 h 3221116"/>
              <a:gd name="connsiteX34" fmla="*/ 489947 w 3221102"/>
              <a:gd name="connsiteY34" fmla="*/ 453774 h 3221116"/>
              <a:gd name="connsiteX35" fmla="*/ 1651152 w 3221102"/>
              <a:gd name="connsiteY35" fmla="*/ 501 h 3221116"/>
              <a:gd name="connsiteX0" fmla="*/ 2664630 w 3151233"/>
              <a:gd name="connsiteY0" fmla="*/ 2175617 h 3221116"/>
              <a:gd name="connsiteX1" fmla="*/ 2658205 w 3151233"/>
              <a:gd name="connsiteY1" fmla="*/ 2178566 h 3221116"/>
              <a:gd name="connsiteX2" fmla="*/ 2664630 w 3151233"/>
              <a:gd name="connsiteY2" fmla="*/ 2175617 h 3221116"/>
              <a:gd name="connsiteX3" fmla="*/ 1477043 w 3151233"/>
              <a:gd name="connsiteY3" fmla="*/ 1144372 h 3221116"/>
              <a:gd name="connsiteX4" fmla="*/ 1409070 w 3151233"/>
              <a:gd name="connsiteY4" fmla="*/ 1159393 h 3221116"/>
              <a:gd name="connsiteX5" fmla="*/ 1152384 w 3151233"/>
              <a:gd name="connsiteY5" fmla="*/ 1703728 h 3221116"/>
              <a:gd name="connsiteX6" fmla="*/ 1514013 w 3151233"/>
              <a:gd name="connsiteY6" fmla="*/ 2152290 h 3221116"/>
              <a:gd name="connsiteX7" fmla="*/ 1850815 w 3151233"/>
              <a:gd name="connsiteY7" fmla="*/ 1654259 h 3221116"/>
              <a:gd name="connsiteX8" fmla="*/ 1830467 w 3151233"/>
              <a:gd name="connsiteY8" fmla="*/ 1515986 h 3221116"/>
              <a:gd name="connsiteX9" fmla="*/ 1477043 w 3151233"/>
              <a:gd name="connsiteY9" fmla="*/ 1144372 h 3221116"/>
              <a:gd name="connsiteX10" fmla="*/ 1651152 w 3151233"/>
              <a:gd name="connsiteY10" fmla="*/ 501 h 3221116"/>
              <a:gd name="connsiteX11" fmla="*/ 2580395 w 3151233"/>
              <a:gd name="connsiteY11" fmla="*/ 324821 h 3221116"/>
              <a:gd name="connsiteX12" fmla="*/ 3030464 w 3151233"/>
              <a:gd name="connsiteY12" fmla="*/ 2249544 h 3221116"/>
              <a:gd name="connsiteX13" fmla="*/ 2585849 w 3151233"/>
              <a:gd name="connsiteY13" fmla="*/ 2588887 h 3221116"/>
              <a:gd name="connsiteX14" fmla="*/ 1973374 w 3151233"/>
              <a:gd name="connsiteY14" fmla="*/ 2195096 h 3221116"/>
              <a:gd name="connsiteX15" fmla="*/ 1390827 w 3151233"/>
              <a:gd name="connsiteY15" fmla="*/ 2527630 h 3221116"/>
              <a:gd name="connsiteX16" fmla="*/ 783896 w 3151233"/>
              <a:gd name="connsiteY16" fmla="*/ 1665044 h 3221116"/>
              <a:gd name="connsiteX17" fmla="*/ 1268509 w 3151233"/>
              <a:gd name="connsiteY17" fmla="*/ 819983 h 3221116"/>
              <a:gd name="connsiteX18" fmla="*/ 1328805 w 3151233"/>
              <a:gd name="connsiteY18" fmla="*/ 807930 h 3221116"/>
              <a:gd name="connsiteX19" fmla="*/ 1390827 w 3151233"/>
              <a:gd name="connsiteY19" fmla="*/ 802457 h 3221116"/>
              <a:gd name="connsiteX20" fmla="*/ 1462242 w 3151233"/>
              <a:gd name="connsiteY20" fmla="*/ 801708 h 3221116"/>
              <a:gd name="connsiteX21" fmla="*/ 1956122 w 3151233"/>
              <a:gd name="connsiteY21" fmla="*/ 1110076 h 3221116"/>
              <a:gd name="connsiteX22" fmla="*/ 1973374 w 3151233"/>
              <a:gd name="connsiteY22" fmla="*/ 875315 h 3221116"/>
              <a:gd name="connsiteX23" fmla="*/ 2333414 w 3151233"/>
              <a:gd name="connsiteY23" fmla="*/ 875315 h 3221116"/>
              <a:gd name="connsiteX24" fmla="*/ 2324788 w 3151233"/>
              <a:gd name="connsiteY24" fmla="*/ 2054049 h 3221116"/>
              <a:gd name="connsiteX25" fmla="*/ 2661746 w 3151233"/>
              <a:gd name="connsiteY25" fmla="*/ 2179658 h 3221116"/>
              <a:gd name="connsiteX26" fmla="*/ 2691046 w 3151233"/>
              <a:gd name="connsiteY26" fmla="*/ 2188689 h 3221116"/>
              <a:gd name="connsiteX27" fmla="*/ 2667011 w 3151233"/>
              <a:gd name="connsiteY27" fmla="*/ 2175828 h 3221116"/>
              <a:gd name="connsiteX28" fmla="*/ 2332141 w 3151233"/>
              <a:gd name="connsiteY28" fmla="*/ 653899 h 3221116"/>
              <a:gd name="connsiteX29" fmla="*/ 776764 w 3151233"/>
              <a:gd name="connsiteY29" fmla="*/ 749845 h 3221116"/>
              <a:gd name="connsiteX30" fmla="*/ 631487 w 3151233"/>
              <a:gd name="connsiteY30" fmla="*/ 2301392 h 3221116"/>
              <a:gd name="connsiteX31" fmla="*/ 2142017 w 3151233"/>
              <a:gd name="connsiteY31" fmla="*/ 2684410 h 3221116"/>
              <a:gd name="connsiteX32" fmla="*/ 2324866 w 3151233"/>
              <a:gd name="connsiteY32" fmla="*/ 3053856 h 3221116"/>
              <a:gd name="connsiteX33" fmla="*/ 294693 w 3151233"/>
              <a:gd name="connsiteY33" fmla="*/ 2539075 h 3221116"/>
              <a:gd name="connsiteX34" fmla="*/ 489947 w 3151233"/>
              <a:gd name="connsiteY34" fmla="*/ 453774 h 3221116"/>
              <a:gd name="connsiteX35" fmla="*/ 1651152 w 3151233"/>
              <a:gd name="connsiteY35" fmla="*/ 501 h 3221116"/>
              <a:gd name="connsiteX0" fmla="*/ 2664630 w 3161851"/>
              <a:gd name="connsiteY0" fmla="*/ 2175617 h 3221116"/>
              <a:gd name="connsiteX1" fmla="*/ 2658205 w 3161851"/>
              <a:gd name="connsiteY1" fmla="*/ 2178566 h 3221116"/>
              <a:gd name="connsiteX2" fmla="*/ 2664630 w 3161851"/>
              <a:gd name="connsiteY2" fmla="*/ 2175617 h 3221116"/>
              <a:gd name="connsiteX3" fmla="*/ 1477043 w 3161851"/>
              <a:gd name="connsiteY3" fmla="*/ 1144372 h 3221116"/>
              <a:gd name="connsiteX4" fmla="*/ 1409070 w 3161851"/>
              <a:gd name="connsiteY4" fmla="*/ 1159393 h 3221116"/>
              <a:gd name="connsiteX5" fmla="*/ 1152384 w 3161851"/>
              <a:gd name="connsiteY5" fmla="*/ 1703728 h 3221116"/>
              <a:gd name="connsiteX6" fmla="*/ 1514013 w 3161851"/>
              <a:gd name="connsiteY6" fmla="*/ 2152290 h 3221116"/>
              <a:gd name="connsiteX7" fmla="*/ 1850815 w 3161851"/>
              <a:gd name="connsiteY7" fmla="*/ 1654259 h 3221116"/>
              <a:gd name="connsiteX8" fmla="*/ 1830467 w 3161851"/>
              <a:gd name="connsiteY8" fmla="*/ 1515986 h 3221116"/>
              <a:gd name="connsiteX9" fmla="*/ 1477043 w 3161851"/>
              <a:gd name="connsiteY9" fmla="*/ 1144372 h 3221116"/>
              <a:gd name="connsiteX10" fmla="*/ 1651152 w 3161851"/>
              <a:gd name="connsiteY10" fmla="*/ 501 h 3221116"/>
              <a:gd name="connsiteX11" fmla="*/ 2580395 w 3161851"/>
              <a:gd name="connsiteY11" fmla="*/ 324821 h 3221116"/>
              <a:gd name="connsiteX12" fmla="*/ 3030464 w 3161851"/>
              <a:gd name="connsiteY12" fmla="*/ 2249544 h 3221116"/>
              <a:gd name="connsiteX13" fmla="*/ 2585849 w 3161851"/>
              <a:gd name="connsiteY13" fmla="*/ 2588887 h 3221116"/>
              <a:gd name="connsiteX14" fmla="*/ 1973374 w 3161851"/>
              <a:gd name="connsiteY14" fmla="*/ 2195096 h 3221116"/>
              <a:gd name="connsiteX15" fmla="*/ 1390827 w 3161851"/>
              <a:gd name="connsiteY15" fmla="*/ 2527630 h 3221116"/>
              <a:gd name="connsiteX16" fmla="*/ 783896 w 3161851"/>
              <a:gd name="connsiteY16" fmla="*/ 1665044 h 3221116"/>
              <a:gd name="connsiteX17" fmla="*/ 1268509 w 3161851"/>
              <a:gd name="connsiteY17" fmla="*/ 819983 h 3221116"/>
              <a:gd name="connsiteX18" fmla="*/ 1328805 w 3161851"/>
              <a:gd name="connsiteY18" fmla="*/ 807930 h 3221116"/>
              <a:gd name="connsiteX19" fmla="*/ 1390827 w 3161851"/>
              <a:gd name="connsiteY19" fmla="*/ 802457 h 3221116"/>
              <a:gd name="connsiteX20" fmla="*/ 1462242 w 3161851"/>
              <a:gd name="connsiteY20" fmla="*/ 801708 h 3221116"/>
              <a:gd name="connsiteX21" fmla="*/ 1956122 w 3161851"/>
              <a:gd name="connsiteY21" fmla="*/ 1110076 h 3221116"/>
              <a:gd name="connsiteX22" fmla="*/ 1973374 w 3161851"/>
              <a:gd name="connsiteY22" fmla="*/ 875315 h 3221116"/>
              <a:gd name="connsiteX23" fmla="*/ 2333414 w 3161851"/>
              <a:gd name="connsiteY23" fmla="*/ 875315 h 3221116"/>
              <a:gd name="connsiteX24" fmla="*/ 2324788 w 3161851"/>
              <a:gd name="connsiteY24" fmla="*/ 2054049 h 3221116"/>
              <a:gd name="connsiteX25" fmla="*/ 2661746 w 3161851"/>
              <a:gd name="connsiteY25" fmla="*/ 2179658 h 3221116"/>
              <a:gd name="connsiteX26" fmla="*/ 2691046 w 3161851"/>
              <a:gd name="connsiteY26" fmla="*/ 2188689 h 3221116"/>
              <a:gd name="connsiteX27" fmla="*/ 2667011 w 3161851"/>
              <a:gd name="connsiteY27" fmla="*/ 2175828 h 3221116"/>
              <a:gd name="connsiteX28" fmla="*/ 2332141 w 3161851"/>
              <a:gd name="connsiteY28" fmla="*/ 653899 h 3221116"/>
              <a:gd name="connsiteX29" fmla="*/ 776764 w 3161851"/>
              <a:gd name="connsiteY29" fmla="*/ 749845 h 3221116"/>
              <a:gd name="connsiteX30" fmla="*/ 631487 w 3161851"/>
              <a:gd name="connsiteY30" fmla="*/ 2301392 h 3221116"/>
              <a:gd name="connsiteX31" fmla="*/ 2142017 w 3161851"/>
              <a:gd name="connsiteY31" fmla="*/ 2684410 h 3221116"/>
              <a:gd name="connsiteX32" fmla="*/ 2324866 w 3161851"/>
              <a:gd name="connsiteY32" fmla="*/ 3053856 h 3221116"/>
              <a:gd name="connsiteX33" fmla="*/ 294693 w 3161851"/>
              <a:gd name="connsiteY33" fmla="*/ 2539075 h 3221116"/>
              <a:gd name="connsiteX34" fmla="*/ 489947 w 3161851"/>
              <a:gd name="connsiteY34" fmla="*/ 453774 h 3221116"/>
              <a:gd name="connsiteX35" fmla="*/ 1651152 w 3161851"/>
              <a:gd name="connsiteY35" fmla="*/ 501 h 3221116"/>
              <a:gd name="connsiteX0" fmla="*/ 2664630 w 3182629"/>
              <a:gd name="connsiteY0" fmla="*/ 2175617 h 3221116"/>
              <a:gd name="connsiteX1" fmla="*/ 2658205 w 3182629"/>
              <a:gd name="connsiteY1" fmla="*/ 2178566 h 3221116"/>
              <a:gd name="connsiteX2" fmla="*/ 2664630 w 3182629"/>
              <a:gd name="connsiteY2" fmla="*/ 2175617 h 3221116"/>
              <a:gd name="connsiteX3" fmla="*/ 1477043 w 3182629"/>
              <a:gd name="connsiteY3" fmla="*/ 1144372 h 3221116"/>
              <a:gd name="connsiteX4" fmla="*/ 1409070 w 3182629"/>
              <a:gd name="connsiteY4" fmla="*/ 1159393 h 3221116"/>
              <a:gd name="connsiteX5" fmla="*/ 1152384 w 3182629"/>
              <a:gd name="connsiteY5" fmla="*/ 1703728 h 3221116"/>
              <a:gd name="connsiteX6" fmla="*/ 1514013 w 3182629"/>
              <a:gd name="connsiteY6" fmla="*/ 2152290 h 3221116"/>
              <a:gd name="connsiteX7" fmla="*/ 1850815 w 3182629"/>
              <a:gd name="connsiteY7" fmla="*/ 1654259 h 3221116"/>
              <a:gd name="connsiteX8" fmla="*/ 1830467 w 3182629"/>
              <a:gd name="connsiteY8" fmla="*/ 1515986 h 3221116"/>
              <a:gd name="connsiteX9" fmla="*/ 1477043 w 3182629"/>
              <a:gd name="connsiteY9" fmla="*/ 1144372 h 3221116"/>
              <a:gd name="connsiteX10" fmla="*/ 1651152 w 3182629"/>
              <a:gd name="connsiteY10" fmla="*/ 501 h 3221116"/>
              <a:gd name="connsiteX11" fmla="*/ 2580395 w 3182629"/>
              <a:gd name="connsiteY11" fmla="*/ 324821 h 3221116"/>
              <a:gd name="connsiteX12" fmla="*/ 3030464 w 3182629"/>
              <a:gd name="connsiteY12" fmla="*/ 2249544 h 3221116"/>
              <a:gd name="connsiteX13" fmla="*/ 2585849 w 3182629"/>
              <a:gd name="connsiteY13" fmla="*/ 2588887 h 3221116"/>
              <a:gd name="connsiteX14" fmla="*/ 1973374 w 3182629"/>
              <a:gd name="connsiteY14" fmla="*/ 2195096 h 3221116"/>
              <a:gd name="connsiteX15" fmla="*/ 1390827 w 3182629"/>
              <a:gd name="connsiteY15" fmla="*/ 2527630 h 3221116"/>
              <a:gd name="connsiteX16" fmla="*/ 783896 w 3182629"/>
              <a:gd name="connsiteY16" fmla="*/ 1665044 h 3221116"/>
              <a:gd name="connsiteX17" fmla="*/ 1268509 w 3182629"/>
              <a:gd name="connsiteY17" fmla="*/ 819983 h 3221116"/>
              <a:gd name="connsiteX18" fmla="*/ 1328805 w 3182629"/>
              <a:gd name="connsiteY18" fmla="*/ 807930 h 3221116"/>
              <a:gd name="connsiteX19" fmla="*/ 1390827 w 3182629"/>
              <a:gd name="connsiteY19" fmla="*/ 802457 h 3221116"/>
              <a:gd name="connsiteX20" fmla="*/ 1462242 w 3182629"/>
              <a:gd name="connsiteY20" fmla="*/ 801708 h 3221116"/>
              <a:gd name="connsiteX21" fmla="*/ 1956122 w 3182629"/>
              <a:gd name="connsiteY21" fmla="*/ 1110076 h 3221116"/>
              <a:gd name="connsiteX22" fmla="*/ 1973374 w 3182629"/>
              <a:gd name="connsiteY22" fmla="*/ 875315 h 3221116"/>
              <a:gd name="connsiteX23" fmla="*/ 2333414 w 3182629"/>
              <a:gd name="connsiteY23" fmla="*/ 875315 h 3221116"/>
              <a:gd name="connsiteX24" fmla="*/ 2324788 w 3182629"/>
              <a:gd name="connsiteY24" fmla="*/ 2054049 h 3221116"/>
              <a:gd name="connsiteX25" fmla="*/ 2661746 w 3182629"/>
              <a:gd name="connsiteY25" fmla="*/ 2179658 h 3221116"/>
              <a:gd name="connsiteX26" fmla="*/ 2691046 w 3182629"/>
              <a:gd name="connsiteY26" fmla="*/ 2188689 h 3221116"/>
              <a:gd name="connsiteX27" fmla="*/ 2667011 w 3182629"/>
              <a:gd name="connsiteY27" fmla="*/ 2175828 h 3221116"/>
              <a:gd name="connsiteX28" fmla="*/ 2332141 w 3182629"/>
              <a:gd name="connsiteY28" fmla="*/ 653899 h 3221116"/>
              <a:gd name="connsiteX29" fmla="*/ 776764 w 3182629"/>
              <a:gd name="connsiteY29" fmla="*/ 749845 h 3221116"/>
              <a:gd name="connsiteX30" fmla="*/ 631487 w 3182629"/>
              <a:gd name="connsiteY30" fmla="*/ 2301392 h 3221116"/>
              <a:gd name="connsiteX31" fmla="*/ 2142017 w 3182629"/>
              <a:gd name="connsiteY31" fmla="*/ 2684410 h 3221116"/>
              <a:gd name="connsiteX32" fmla="*/ 2324866 w 3182629"/>
              <a:gd name="connsiteY32" fmla="*/ 3053856 h 3221116"/>
              <a:gd name="connsiteX33" fmla="*/ 294693 w 3182629"/>
              <a:gd name="connsiteY33" fmla="*/ 2539075 h 3221116"/>
              <a:gd name="connsiteX34" fmla="*/ 489947 w 3182629"/>
              <a:gd name="connsiteY34" fmla="*/ 453774 h 3221116"/>
              <a:gd name="connsiteX35" fmla="*/ 1651152 w 3182629"/>
              <a:gd name="connsiteY35" fmla="*/ 501 h 3221116"/>
              <a:gd name="connsiteX0" fmla="*/ 2664630 w 3189723"/>
              <a:gd name="connsiteY0" fmla="*/ 2175617 h 3221116"/>
              <a:gd name="connsiteX1" fmla="*/ 2658205 w 3189723"/>
              <a:gd name="connsiteY1" fmla="*/ 2178566 h 3221116"/>
              <a:gd name="connsiteX2" fmla="*/ 2664630 w 3189723"/>
              <a:gd name="connsiteY2" fmla="*/ 2175617 h 3221116"/>
              <a:gd name="connsiteX3" fmla="*/ 1477043 w 3189723"/>
              <a:gd name="connsiteY3" fmla="*/ 1144372 h 3221116"/>
              <a:gd name="connsiteX4" fmla="*/ 1409070 w 3189723"/>
              <a:gd name="connsiteY4" fmla="*/ 1159393 h 3221116"/>
              <a:gd name="connsiteX5" fmla="*/ 1152384 w 3189723"/>
              <a:gd name="connsiteY5" fmla="*/ 1703728 h 3221116"/>
              <a:gd name="connsiteX6" fmla="*/ 1514013 w 3189723"/>
              <a:gd name="connsiteY6" fmla="*/ 2152290 h 3221116"/>
              <a:gd name="connsiteX7" fmla="*/ 1850815 w 3189723"/>
              <a:gd name="connsiteY7" fmla="*/ 1654259 h 3221116"/>
              <a:gd name="connsiteX8" fmla="*/ 1830467 w 3189723"/>
              <a:gd name="connsiteY8" fmla="*/ 1515986 h 3221116"/>
              <a:gd name="connsiteX9" fmla="*/ 1477043 w 3189723"/>
              <a:gd name="connsiteY9" fmla="*/ 1144372 h 3221116"/>
              <a:gd name="connsiteX10" fmla="*/ 1651152 w 3189723"/>
              <a:gd name="connsiteY10" fmla="*/ 501 h 3221116"/>
              <a:gd name="connsiteX11" fmla="*/ 2580395 w 3189723"/>
              <a:gd name="connsiteY11" fmla="*/ 324821 h 3221116"/>
              <a:gd name="connsiteX12" fmla="*/ 3030464 w 3189723"/>
              <a:gd name="connsiteY12" fmla="*/ 2249544 h 3221116"/>
              <a:gd name="connsiteX13" fmla="*/ 2585849 w 3189723"/>
              <a:gd name="connsiteY13" fmla="*/ 2588887 h 3221116"/>
              <a:gd name="connsiteX14" fmla="*/ 1973374 w 3189723"/>
              <a:gd name="connsiteY14" fmla="*/ 2195096 h 3221116"/>
              <a:gd name="connsiteX15" fmla="*/ 1390827 w 3189723"/>
              <a:gd name="connsiteY15" fmla="*/ 2527630 h 3221116"/>
              <a:gd name="connsiteX16" fmla="*/ 783896 w 3189723"/>
              <a:gd name="connsiteY16" fmla="*/ 1665044 h 3221116"/>
              <a:gd name="connsiteX17" fmla="*/ 1268509 w 3189723"/>
              <a:gd name="connsiteY17" fmla="*/ 819983 h 3221116"/>
              <a:gd name="connsiteX18" fmla="*/ 1328805 w 3189723"/>
              <a:gd name="connsiteY18" fmla="*/ 807930 h 3221116"/>
              <a:gd name="connsiteX19" fmla="*/ 1390827 w 3189723"/>
              <a:gd name="connsiteY19" fmla="*/ 802457 h 3221116"/>
              <a:gd name="connsiteX20" fmla="*/ 1462242 w 3189723"/>
              <a:gd name="connsiteY20" fmla="*/ 801708 h 3221116"/>
              <a:gd name="connsiteX21" fmla="*/ 1956122 w 3189723"/>
              <a:gd name="connsiteY21" fmla="*/ 1110076 h 3221116"/>
              <a:gd name="connsiteX22" fmla="*/ 1973374 w 3189723"/>
              <a:gd name="connsiteY22" fmla="*/ 875315 h 3221116"/>
              <a:gd name="connsiteX23" fmla="*/ 2333414 w 3189723"/>
              <a:gd name="connsiteY23" fmla="*/ 875315 h 3221116"/>
              <a:gd name="connsiteX24" fmla="*/ 2324788 w 3189723"/>
              <a:gd name="connsiteY24" fmla="*/ 2054049 h 3221116"/>
              <a:gd name="connsiteX25" fmla="*/ 2661746 w 3189723"/>
              <a:gd name="connsiteY25" fmla="*/ 2179658 h 3221116"/>
              <a:gd name="connsiteX26" fmla="*/ 2691046 w 3189723"/>
              <a:gd name="connsiteY26" fmla="*/ 2188689 h 3221116"/>
              <a:gd name="connsiteX27" fmla="*/ 2667011 w 3189723"/>
              <a:gd name="connsiteY27" fmla="*/ 2175828 h 3221116"/>
              <a:gd name="connsiteX28" fmla="*/ 2332141 w 3189723"/>
              <a:gd name="connsiteY28" fmla="*/ 653899 h 3221116"/>
              <a:gd name="connsiteX29" fmla="*/ 776764 w 3189723"/>
              <a:gd name="connsiteY29" fmla="*/ 749845 h 3221116"/>
              <a:gd name="connsiteX30" fmla="*/ 631487 w 3189723"/>
              <a:gd name="connsiteY30" fmla="*/ 2301392 h 3221116"/>
              <a:gd name="connsiteX31" fmla="*/ 2142017 w 3189723"/>
              <a:gd name="connsiteY31" fmla="*/ 2684410 h 3221116"/>
              <a:gd name="connsiteX32" fmla="*/ 2324866 w 3189723"/>
              <a:gd name="connsiteY32" fmla="*/ 3053856 h 3221116"/>
              <a:gd name="connsiteX33" fmla="*/ 294693 w 3189723"/>
              <a:gd name="connsiteY33" fmla="*/ 2539075 h 3221116"/>
              <a:gd name="connsiteX34" fmla="*/ 489947 w 3189723"/>
              <a:gd name="connsiteY34" fmla="*/ 453774 h 3221116"/>
              <a:gd name="connsiteX35" fmla="*/ 1651152 w 3189723"/>
              <a:gd name="connsiteY35" fmla="*/ 501 h 322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189723" h="3221116">
                <a:moveTo>
                  <a:pt x="2664630" y="2175617"/>
                </a:moveTo>
                <a:lnTo>
                  <a:pt x="2658205" y="2178566"/>
                </a:lnTo>
                <a:cubicBezTo>
                  <a:pt x="2662222" y="2175972"/>
                  <a:pt x="2664284" y="2175096"/>
                  <a:pt x="2664630" y="2175617"/>
                </a:cubicBezTo>
                <a:close/>
                <a:moveTo>
                  <a:pt x="1477043" y="1144372"/>
                </a:moveTo>
                <a:lnTo>
                  <a:pt x="1409070" y="1159393"/>
                </a:lnTo>
                <a:cubicBezTo>
                  <a:pt x="1167974" y="1216277"/>
                  <a:pt x="1134894" y="1538245"/>
                  <a:pt x="1152384" y="1703728"/>
                </a:cubicBezTo>
                <a:cubicBezTo>
                  <a:pt x="1169874" y="1869211"/>
                  <a:pt x="1272747" y="2156947"/>
                  <a:pt x="1514013" y="2152290"/>
                </a:cubicBezTo>
                <a:cubicBezTo>
                  <a:pt x="1680659" y="2149073"/>
                  <a:pt x="1865876" y="1940767"/>
                  <a:pt x="1850815" y="1654259"/>
                </a:cubicBezTo>
                <a:cubicBezTo>
                  <a:pt x="1844015" y="1608142"/>
                  <a:pt x="1837162" y="1561942"/>
                  <a:pt x="1830467" y="1515986"/>
                </a:cubicBezTo>
                <a:cubicBezTo>
                  <a:pt x="1779361" y="1292438"/>
                  <a:pt x="1635542" y="1134285"/>
                  <a:pt x="1477043" y="1144372"/>
                </a:cubicBezTo>
                <a:close/>
                <a:moveTo>
                  <a:pt x="1651152" y="501"/>
                </a:moveTo>
                <a:cubicBezTo>
                  <a:pt x="1977584" y="8635"/>
                  <a:pt x="2235425" y="52153"/>
                  <a:pt x="2580395" y="324821"/>
                </a:cubicBezTo>
                <a:cubicBezTo>
                  <a:pt x="3000061" y="656529"/>
                  <a:pt x="3430704" y="1549940"/>
                  <a:pt x="3030464" y="2249544"/>
                </a:cubicBezTo>
                <a:cubicBezTo>
                  <a:pt x="2882259" y="2451798"/>
                  <a:pt x="2785813" y="2507403"/>
                  <a:pt x="2585849" y="2588887"/>
                </a:cubicBezTo>
                <a:cubicBezTo>
                  <a:pt x="2194785" y="2615774"/>
                  <a:pt x="1984876" y="2478759"/>
                  <a:pt x="1973374" y="2195096"/>
                </a:cubicBezTo>
                <a:cubicBezTo>
                  <a:pt x="1841986" y="2496540"/>
                  <a:pt x="1610941" y="2555551"/>
                  <a:pt x="1390827" y="2527630"/>
                </a:cubicBezTo>
                <a:cubicBezTo>
                  <a:pt x="1131071" y="2494680"/>
                  <a:pt x="853863" y="2136270"/>
                  <a:pt x="783896" y="1665044"/>
                </a:cubicBezTo>
                <a:cubicBezTo>
                  <a:pt x="715204" y="1202409"/>
                  <a:pt x="991941" y="900416"/>
                  <a:pt x="1268509" y="819983"/>
                </a:cubicBezTo>
                <a:cubicBezTo>
                  <a:pt x="1288264" y="814237"/>
                  <a:pt x="1308391" y="810536"/>
                  <a:pt x="1328805" y="807930"/>
                </a:cubicBezTo>
                <a:cubicBezTo>
                  <a:pt x="1349219" y="805325"/>
                  <a:pt x="1369921" y="803817"/>
                  <a:pt x="1390827" y="802457"/>
                </a:cubicBezTo>
                <a:cubicBezTo>
                  <a:pt x="1416795" y="800769"/>
                  <a:pt x="1355770" y="788713"/>
                  <a:pt x="1462242" y="801708"/>
                </a:cubicBezTo>
                <a:cubicBezTo>
                  <a:pt x="1599590" y="818472"/>
                  <a:pt x="1776043" y="890774"/>
                  <a:pt x="1956122" y="1110076"/>
                </a:cubicBezTo>
                <a:lnTo>
                  <a:pt x="1973374" y="875315"/>
                </a:lnTo>
                <a:lnTo>
                  <a:pt x="2333414" y="875315"/>
                </a:lnTo>
                <a:cubicBezTo>
                  <a:pt x="2330539" y="1325736"/>
                  <a:pt x="2327663" y="1603628"/>
                  <a:pt x="2324788" y="2054049"/>
                </a:cubicBezTo>
                <a:cubicBezTo>
                  <a:pt x="2290850" y="2479718"/>
                  <a:pt x="2627788" y="2217580"/>
                  <a:pt x="2661746" y="2179658"/>
                </a:cubicBezTo>
                <a:lnTo>
                  <a:pt x="2691046" y="2188689"/>
                </a:lnTo>
                <a:lnTo>
                  <a:pt x="2667011" y="2175828"/>
                </a:lnTo>
                <a:cubicBezTo>
                  <a:pt x="2945550" y="1655295"/>
                  <a:pt x="2803444" y="1009445"/>
                  <a:pt x="2332141" y="653899"/>
                </a:cubicBezTo>
                <a:cubicBezTo>
                  <a:pt x="1860838" y="298353"/>
                  <a:pt x="1200794" y="339069"/>
                  <a:pt x="776764" y="749845"/>
                </a:cubicBezTo>
                <a:cubicBezTo>
                  <a:pt x="352733" y="1160621"/>
                  <a:pt x="291083" y="1819040"/>
                  <a:pt x="631487" y="2301392"/>
                </a:cubicBezTo>
                <a:cubicBezTo>
                  <a:pt x="971891" y="2783745"/>
                  <a:pt x="1612904" y="2946283"/>
                  <a:pt x="2142017" y="2684410"/>
                </a:cubicBezTo>
                <a:lnTo>
                  <a:pt x="2324866" y="3053856"/>
                </a:lnTo>
                <a:cubicBezTo>
                  <a:pt x="1613730" y="3405817"/>
                  <a:pt x="752200" y="3187363"/>
                  <a:pt x="294693" y="2539075"/>
                </a:cubicBezTo>
                <a:cubicBezTo>
                  <a:pt x="-162814" y="1890787"/>
                  <a:pt x="-79956" y="1005863"/>
                  <a:pt x="489947" y="453774"/>
                </a:cubicBezTo>
                <a:cubicBezTo>
                  <a:pt x="810518" y="143225"/>
                  <a:pt x="1231454" y="-9956"/>
                  <a:pt x="1651152" y="50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112" name="Left Arrow 1">
            <a:extLst>
              <a:ext uri="{FF2B5EF4-FFF2-40B4-BE49-F238E27FC236}">
                <a16:creationId xmlns:a16="http://schemas.microsoft.com/office/drawing/2014/main" id="{9DF22C63-68B8-4461-A97C-819512A53DB3}"/>
              </a:ext>
            </a:extLst>
          </p:cNvPr>
          <p:cNvSpPr>
            <a:spLocks noChangeAspect="1"/>
          </p:cNvSpPr>
          <p:nvPr userDrawn="1"/>
        </p:nvSpPr>
        <p:spPr>
          <a:xfrm>
            <a:off x="7170593" y="5540324"/>
            <a:ext cx="544340" cy="529812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3" name="Oval 35">
            <a:extLst>
              <a:ext uri="{FF2B5EF4-FFF2-40B4-BE49-F238E27FC236}">
                <a16:creationId xmlns:a16="http://schemas.microsoft.com/office/drawing/2014/main" id="{80E729A7-F51B-4578-91EA-D4AF35A29807}"/>
              </a:ext>
            </a:extLst>
          </p:cNvPr>
          <p:cNvSpPr/>
          <p:nvPr userDrawn="1"/>
        </p:nvSpPr>
        <p:spPr>
          <a:xfrm>
            <a:off x="6391021" y="5553144"/>
            <a:ext cx="426213" cy="5374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14" name="Shape 464">
            <a:extLst>
              <a:ext uri="{FF2B5EF4-FFF2-40B4-BE49-F238E27FC236}">
                <a16:creationId xmlns:a16="http://schemas.microsoft.com/office/drawing/2014/main" id="{81F5B7D9-F64B-475D-B42A-44E7399E0FF5}"/>
              </a:ext>
            </a:extLst>
          </p:cNvPr>
          <p:cNvSpPr/>
          <p:nvPr userDrawn="1"/>
        </p:nvSpPr>
        <p:spPr>
          <a:xfrm>
            <a:off x="6330650" y="4590078"/>
            <a:ext cx="529200" cy="529200"/>
          </a:xfrm>
          <a:custGeom>
            <a:avLst/>
            <a:gdLst/>
            <a:ahLst/>
            <a:cxnLst/>
            <a:rect l="0" t="0" r="0" b="0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482">
            <a:extLst>
              <a:ext uri="{FF2B5EF4-FFF2-40B4-BE49-F238E27FC236}">
                <a16:creationId xmlns:a16="http://schemas.microsoft.com/office/drawing/2014/main" id="{F4878AEF-620C-4018-9345-A57660192B27}"/>
              </a:ext>
            </a:extLst>
          </p:cNvPr>
          <p:cNvSpPr/>
          <p:nvPr userDrawn="1"/>
        </p:nvSpPr>
        <p:spPr>
          <a:xfrm>
            <a:off x="8847296" y="5497037"/>
            <a:ext cx="529200" cy="529200"/>
          </a:xfrm>
          <a:custGeom>
            <a:avLst/>
            <a:gdLst/>
            <a:ahLst/>
            <a:cxnLst/>
            <a:rect l="0" t="0" r="0" b="0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Shape 484">
            <a:extLst>
              <a:ext uri="{FF2B5EF4-FFF2-40B4-BE49-F238E27FC236}">
                <a16:creationId xmlns:a16="http://schemas.microsoft.com/office/drawing/2014/main" id="{777FE849-C0AB-4929-AC3F-01956BB56FC2}"/>
              </a:ext>
            </a:extLst>
          </p:cNvPr>
          <p:cNvSpPr/>
          <p:nvPr userDrawn="1"/>
        </p:nvSpPr>
        <p:spPr>
          <a:xfrm>
            <a:off x="9688652" y="5497037"/>
            <a:ext cx="529200" cy="529200"/>
          </a:xfrm>
          <a:custGeom>
            <a:avLst/>
            <a:gdLst/>
            <a:ahLst/>
            <a:cxnLst/>
            <a:rect l="0" t="0" r="0" b="0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064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3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Forme [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Forme completamente modificabili</a:t>
            </a:r>
            <a:endParaRPr lang="it-IT" dirty="0"/>
          </a:p>
        </p:txBody>
      </p:sp>
      <p:sp>
        <p:nvSpPr>
          <p:cNvPr id="4" name="Freeform: Shape 2">
            <a:extLst>
              <a:ext uri="{FF2B5EF4-FFF2-40B4-BE49-F238E27FC236}">
                <a16:creationId xmlns:a16="http://schemas.microsoft.com/office/drawing/2014/main" id="{2C6E2450-293E-42DD-90E9-BE96C0A655E9}"/>
              </a:ext>
            </a:extLst>
          </p:cNvPr>
          <p:cNvSpPr/>
          <p:nvPr userDrawn="1"/>
        </p:nvSpPr>
        <p:spPr>
          <a:xfrm flipH="1">
            <a:off x="532487" y="4237548"/>
            <a:ext cx="1629688" cy="2263291"/>
          </a:xfrm>
          <a:custGeom>
            <a:avLst/>
            <a:gdLst>
              <a:gd name="connsiteX0" fmla="*/ 1759294 w 4022581"/>
              <a:gd name="connsiteY0" fmla="*/ 3774190 h 5586511"/>
              <a:gd name="connsiteX1" fmla="*/ 2712181 w 4022581"/>
              <a:gd name="connsiteY1" fmla="*/ 3774190 h 5586511"/>
              <a:gd name="connsiteX2" fmla="*/ 2733706 w 4022581"/>
              <a:gd name="connsiteY2" fmla="*/ 3795715 h 5586511"/>
              <a:gd name="connsiteX3" fmla="*/ 2712706 w 4022581"/>
              <a:gd name="connsiteY3" fmla="*/ 3817241 h 5586511"/>
              <a:gd name="connsiteX4" fmla="*/ 1759294 w 4022581"/>
              <a:gd name="connsiteY4" fmla="*/ 3817241 h 5586511"/>
              <a:gd name="connsiteX5" fmla="*/ 1737769 w 4022581"/>
              <a:gd name="connsiteY5" fmla="*/ 3795715 h 5586511"/>
              <a:gd name="connsiteX6" fmla="*/ 1759294 w 4022581"/>
              <a:gd name="connsiteY6" fmla="*/ 3774190 h 5586511"/>
              <a:gd name="connsiteX7" fmla="*/ 43050 w 4022581"/>
              <a:gd name="connsiteY7" fmla="*/ 3774190 h 5586511"/>
              <a:gd name="connsiteX8" fmla="*/ 1169189 w 4022581"/>
              <a:gd name="connsiteY8" fmla="*/ 3774190 h 5586511"/>
              <a:gd name="connsiteX9" fmla="*/ 1190714 w 4022581"/>
              <a:gd name="connsiteY9" fmla="*/ 3795715 h 5586511"/>
              <a:gd name="connsiteX10" fmla="*/ 1169189 w 4022581"/>
              <a:gd name="connsiteY10" fmla="*/ 3817241 h 5586511"/>
              <a:gd name="connsiteX11" fmla="*/ 43050 w 4022581"/>
              <a:gd name="connsiteY11" fmla="*/ 3817241 h 5586511"/>
              <a:gd name="connsiteX12" fmla="*/ 21525 w 4022581"/>
              <a:gd name="connsiteY12" fmla="*/ 3795715 h 5586511"/>
              <a:gd name="connsiteX13" fmla="*/ 43050 w 4022581"/>
              <a:gd name="connsiteY13" fmla="*/ 3774190 h 5586511"/>
              <a:gd name="connsiteX14" fmla="*/ 1205938 w 4022581"/>
              <a:gd name="connsiteY14" fmla="*/ 3529537 h 5586511"/>
              <a:gd name="connsiteX15" fmla="*/ 1708369 w 4022581"/>
              <a:gd name="connsiteY15" fmla="*/ 3529537 h 5586511"/>
              <a:gd name="connsiteX16" fmla="*/ 1710470 w 4022581"/>
              <a:gd name="connsiteY16" fmla="*/ 3535837 h 5586511"/>
              <a:gd name="connsiteX17" fmla="*/ 1668469 w 4022581"/>
              <a:gd name="connsiteY17" fmla="*/ 3562613 h 5586511"/>
              <a:gd name="connsiteX18" fmla="*/ 1273664 w 4022581"/>
              <a:gd name="connsiteY18" fmla="*/ 3572589 h 5586511"/>
              <a:gd name="connsiteX19" fmla="*/ 1224838 w 4022581"/>
              <a:gd name="connsiteY19" fmla="*/ 3550012 h 5586511"/>
              <a:gd name="connsiteX20" fmla="*/ 1205938 w 4022581"/>
              <a:gd name="connsiteY20" fmla="*/ 3529537 h 5586511"/>
              <a:gd name="connsiteX21" fmla="*/ 1710469 w 4022581"/>
              <a:gd name="connsiteY21" fmla="*/ 2010171 h 5586511"/>
              <a:gd name="connsiteX22" fmla="*/ 1632243 w 4022581"/>
              <a:gd name="connsiteY22" fmla="*/ 2088397 h 5586511"/>
              <a:gd name="connsiteX23" fmla="*/ 1710469 w 4022581"/>
              <a:gd name="connsiteY23" fmla="*/ 2166623 h 5586511"/>
              <a:gd name="connsiteX24" fmla="*/ 1788695 w 4022581"/>
              <a:gd name="connsiteY24" fmla="*/ 2088397 h 5586511"/>
              <a:gd name="connsiteX25" fmla="*/ 1710469 w 4022581"/>
              <a:gd name="connsiteY25" fmla="*/ 2010171 h 5586511"/>
              <a:gd name="connsiteX26" fmla="*/ 1710469 w 4022581"/>
              <a:gd name="connsiteY26" fmla="*/ 1933520 h 5586511"/>
              <a:gd name="connsiteX27" fmla="*/ 1865345 w 4022581"/>
              <a:gd name="connsiteY27" fmla="*/ 2088397 h 5586511"/>
              <a:gd name="connsiteX28" fmla="*/ 1710469 w 4022581"/>
              <a:gd name="connsiteY28" fmla="*/ 2243273 h 5586511"/>
              <a:gd name="connsiteX29" fmla="*/ 1555592 w 4022581"/>
              <a:gd name="connsiteY29" fmla="*/ 2088397 h 5586511"/>
              <a:gd name="connsiteX30" fmla="*/ 1710469 w 4022581"/>
              <a:gd name="connsiteY30" fmla="*/ 1933520 h 5586511"/>
              <a:gd name="connsiteX31" fmla="*/ 1710470 w 4022581"/>
              <a:gd name="connsiteY31" fmla="*/ 1845319 h 5586511"/>
              <a:gd name="connsiteX32" fmla="*/ 1467392 w 4022581"/>
              <a:gd name="connsiteY32" fmla="*/ 2088396 h 5586511"/>
              <a:gd name="connsiteX33" fmla="*/ 1710470 w 4022581"/>
              <a:gd name="connsiteY33" fmla="*/ 2331474 h 5586511"/>
              <a:gd name="connsiteX34" fmla="*/ 1953547 w 4022581"/>
              <a:gd name="connsiteY34" fmla="*/ 2088396 h 5586511"/>
              <a:gd name="connsiteX35" fmla="*/ 1710470 w 4022581"/>
              <a:gd name="connsiteY35" fmla="*/ 1845319 h 5586511"/>
              <a:gd name="connsiteX36" fmla="*/ 1202263 w 4022581"/>
              <a:gd name="connsiteY36" fmla="*/ 167400 h 5586511"/>
              <a:gd name="connsiteX37" fmla="*/ 1738820 w 4022581"/>
              <a:gd name="connsiteY37" fmla="*/ 167400 h 5586511"/>
              <a:gd name="connsiteX38" fmla="*/ 1744070 w 4022581"/>
              <a:gd name="connsiteY38" fmla="*/ 1336588 h 5586511"/>
              <a:gd name="connsiteX39" fmla="*/ 1955122 w 4022581"/>
              <a:gd name="connsiteY39" fmla="*/ 1631116 h 5586511"/>
              <a:gd name="connsiteX40" fmla="*/ 2234426 w 4022581"/>
              <a:gd name="connsiteY40" fmla="*/ 1630066 h 5586511"/>
              <a:gd name="connsiteX41" fmla="*/ 2258576 w 4022581"/>
              <a:gd name="connsiteY41" fmla="*/ 1653167 h 5586511"/>
              <a:gd name="connsiteX42" fmla="*/ 2258576 w 4022581"/>
              <a:gd name="connsiteY42" fmla="*/ 1713542 h 5586511"/>
              <a:gd name="connsiteX43" fmla="*/ 2280101 w 4022581"/>
              <a:gd name="connsiteY43" fmla="*/ 1736642 h 5586511"/>
              <a:gd name="connsiteX44" fmla="*/ 2678055 w 4022581"/>
              <a:gd name="connsiteY44" fmla="*/ 1749243 h 5586511"/>
              <a:gd name="connsiteX45" fmla="*/ 3728592 w 4022581"/>
              <a:gd name="connsiteY45" fmla="*/ 3139458 h 5586511"/>
              <a:gd name="connsiteX46" fmla="*/ 3981120 w 4022581"/>
              <a:gd name="connsiteY46" fmla="*/ 3625088 h 5586511"/>
              <a:gd name="connsiteX47" fmla="*/ 4002120 w 4022581"/>
              <a:gd name="connsiteY47" fmla="*/ 4043518 h 5586511"/>
              <a:gd name="connsiteX48" fmla="*/ 3678191 w 4022581"/>
              <a:gd name="connsiteY48" fmla="*/ 4530724 h 5586511"/>
              <a:gd name="connsiteX49" fmla="*/ 3216186 w 4022581"/>
              <a:gd name="connsiteY49" fmla="*/ 4718676 h 5586511"/>
              <a:gd name="connsiteX50" fmla="*/ 3216186 w 4022581"/>
              <a:gd name="connsiteY50" fmla="*/ 5032629 h 5586511"/>
              <a:gd name="connsiteX51" fmla="*/ 3979020 w 4022581"/>
              <a:gd name="connsiteY51" fmla="*/ 5038929 h 5586511"/>
              <a:gd name="connsiteX52" fmla="*/ 3979020 w 4022581"/>
              <a:gd name="connsiteY52" fmla="*/ 5586511 h 5586511"/>
              <a:gd name="connsiteX53" fmla="*/ 0 w 4022581"/>
              <a:gd name="connsiteY53" fmla="*/ 5586511 h 5586511"/>
              <a:gd name="connsiteX54" fmla="*/ 0 w 4022581"/>
              <a:gd name="connsiteY54" fmla="*/ 5037879 h 5586511"/>
              <a:gd name="connsiteX55" fmla="*/ 405829 w 4022581"/>
              <a:gd name="connsiteY55" fmla="*/ 5028954 h 5586511"/>
              <a:gd name="connsiteX56" fmla="*/ 405829 w 4022581"/>
              <a:gd name="connsiteY56" fmla="*/ 4847827 h 5586511"/>
              <a:gd name="connsiteX57" fmla="*/ 933460 w 4022581"/>
              <a:gd name="connsiteY57" fmla="*/ 4842052 h 5586511"/>
              <a:gd name="connsiteX58" fmla="*/ 1391791 w 4022581"/>
              <a:gd name="connsiteY58" fmla="*/ 4577974 h 5586511"/>
              <a:gd name="connsiteX59" fmla="*/ 1426967 w 4022581"/>
              <a:gd name="connsiteY59" fmla="*/ 4577449 h 5586511"/>
              <a:gd name="connsiteX60" fmla="*/ 1822821 w 4022581"/>
              <a:gd name="connsiteY60" fmla="*/ 4773801 h 5586511"/>
              <a:gd name="connsiteX61" fmla="*/ 1812321 w 4022581"/>
              <a:gd name="connsiteY61" fmla="*/ 4347496 h 5586511"/>
              <a:gd name="connsiteX62" fmla="*/ 746558 w 4022581"/>
              <a:gd name="connsiteY62" fmla="*/ 4336471 h 5586511"/>
              <a:gd name="connsiteX63" fmla="*/ 738683 w 4022581"/>
              <a:gd name="connsiteY63" fmla="*/ 4018843 h 5586511"/>
              <a:gd name="connsiteX64" fmla="*/ 47251 w 4022581"/>
              <a:gd name="connsiteY64" fmla="*/ 4008868 h 5586511"/>
              <a:gd name="connsiteX65" fmla="*/ 22050 w 4022581"/>
              <a:gd name="connsiteY65" fmla="*/ 4008868 h 5586511"/>
              <a:gd name="connsiteX66" fmla="*/ 22050 w 4022581"/>
              <a:gd name="connsiteY66" fmla="*/ 3859241 h 5586511"/>
              <a:gd name="connsiteX67" fmla="*/ 2680155 w 4022581"/>
              <a:gd name="connsiteY67" fmla="*/ 3859241 h 5586511"/>
              <a:gd name="connsiteX68" fmla="*/ 2735281 w 4022581"/>
              <a:gd name="connsiteY68" fmla="*/ 4002567 h 5586511"/>
              <a:gd name="connsiteX69" fmla="*/ 3160011 w 4022581"/>
              <a:gd name="connsiteY69" fmla="*/ 3584138 h 5586511"/>
              <a:gd name="connsiteX70" fmla="*/ 3134286 w 4022581"/>
              <a:gd name="connsiteY70" fmla="*/ 3287510 h 5586511"/>
              <a:gd name="connsiteX71" fmla="*/ 2877558 w 4022581"/>
              <a:gd name="connsiteY71" fmla="*/ 2957806 h 5586511"/>
              <a:gd name="connsiteX72" fmla="*/ 2569379 w 4022581"/>
              <a:gd name="connsiteY72" fmla="*/ 2858055 h 5586511"/>
              <a:gd name="connsiteX73" fmla="*/ 1834896 w 4022581"/>
              <a:gd name="connsiteY73" fmla="*/ 2850180 h 5586511"/>
              <a:gd name="connsiteX74" fmla="*/ 1819671 w 4022581"/>
              <a:gd name="connsiteY74" fmla="*/ 3051257 h 5586511"/>
              <a:gd name="connsiteX75" fmla="*/ 1737770 w 4022581"/>
              <a:gd name="connsiteY75" fmla="*/ 3109008 h 5586511"/>
              <a:gd name="connsiteX76" fmla="*/ 1726745 w 4022581"/>
              <a:gd name="connsiteY76" fmla="*/ 3494362 h 5586511"/>
              <a:gd name="connsiteX77" fmla="*/ 1191238 w 4022581"/>
              <a:gd name="connsiteY77" fmla="*/ 3497512 h 5586511"/>
              <a:gd name="connsiteX78" fmla="*/ 1185463 w 4022581"/>
              <a:gd name="connsiteY78" fmla="*/ 3135258 h 5586511"/>
              <a:gd name="connsiteX79" fmla="*/ 937660 w 4022581"/>
              <a:gd name="connsiteY79" fmla="*/ 3013457 h 5586511"/>
              <a:gd name="connsiteX80" fmla="*/ 936085 w 4022581"/>
              <a:gd name="connsiteY80" fmla="*/ 3013457 h 5586511"/>
              <a:gd name="connsiteX81" fmla="*/ 824784 w 4022581"/>
              <a:gd name="connsiteY81" fmla="*/ 3290660 h 5586511"/>
              <a:gd name="connsiteX82" fmla="*/ 737633 w 4022581"/>
              <a:gd name="connsiteY82" fmla="*/ 3265459 h 5586511"/>
              <a:gd name="connsiteX83" fmla="*/ 660457 w 4022581"/>
              <a:gd name="connsiteY83" fmla="*/ 3297485 h 5586511"/>
              <a:gd name="connsiteX84" fmla="*/ 352279 w 4022581"/>
              <a:gd name="connsiteY84" fmla="*/ 3164658 h 5586511"/>
              <a:gd name="connsiteX85" fmla="*/ 525006 w 4022581"/>
              <a:gd name="connsiteY85" fmla="*/ 2749904 h 5586511"/>
              <a:gd name="connsiteX86" fmla="*/ 536556 w 4022581"/>
              <a:gd name="connsiteY86" fmla="*/ 2717353 h 5586511"/>
              <a:gd name="connsiteX87" fmla="*/ 514506 w 4022581"/>
              <a:gd name="connsiteY87" fmla="*/ 2660653 h 5586511"/>
              <a:gd name="connsiteX88" fmla="*/ 498230 w 4022581"/>
              <a:gd name="connsiteY88" fmla="*/ 2602902 h 5586511"/>
              <a:gd name="connsiteX89" fmla="*/ 592206 w 4022581"/>
              <a:gd name="connsiteY89" fmla="*/ 2387650 h 5586511"/>
              <a:gd name="connsiteX90" fmla="*/ 998561 w 4022581"/>
              <a:gd name="connsiteY90" fmla="*/ 2551976 h 5586511"/>
              <a:gd name="connsiteX91" fmla="*/ 1003286 w 4022581"/>
              <a:gd name="connsiteY91" fmla="*/ 1752393 h 5586511"/>
              <a:gd name="connsiteX92" fmla="*/ 1190188 w 4022581"/>
              <a:gd name="connsiteY92" fmla="*/ 1599091 h 5586511"/>
              <a:gd name="connsiteX93" fmla="*/ 1202263 w 4022581"/>
              <a:gd name="connsiteY93" fmla="*/ 167400 h 5586511"/>
              <a:gd name="connsiteX94" fmla="*/ 1169095 w 4022581"/>
              <a:gd name="connsiteY94" fmla="*/ 0 h 5586511"/>
              <a:gd name="connsiteX95" fmla="*/ 1766794 w 4022581"/>
              <a:gd name="connsiteY95" fmla="*/ 0 h 5586511"/>
              <a:gd name="connsiteX96" fmla="*/ 1827246 w 4022581"/>
              <a:gd name="connsiteY96" fmla="*/ 60452 h 5586511"/>
              <a:gd name="connsiteX97" fmla="*/ 1827245 w 4022581"/>
              <a:gd name="connsiteY97" fmla="*/ 60452 h 5586511"/>
              <a:gd name="connsiteX98" fmla="*/ 1766793 w 4022581"/>
              <a:gd name="connsiteY98" fmla="*/ 120904 h 5586511"/>
              <a:gd name="connsiteX99" fmla="*/ 1169095 w 4022581"/>
              <a:gd name="connsiteY99" fmla="*/ 120903 h 5586511"/>
              <a:gd name="connsiteX100" fmla="*/ 1113394 w 4022581"/>
              <a:gd name="connsiteY100" fmla="*/ 83982 h 5586511"/>
              <a:gd name="connsiteX101" fmla="*/ 1108643 w 4022581"/>
              <a:gd name="connsiteY101" fmla="*/ 60452 h 5586511"/>
              <a:gd name="connsiteX102" fmla="*/ 1113394 w 4022581"/>
              <a:gd name="connsiteY102" fmla="*/ 36921 h 5586511"/>
              <a:gd name="connsiteX103" fmla="*/ 1169095 w 4022581"/>
              <a:gd name="connsiteY103" fmla="*/ 0 h 558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4022581" h="5586511">
                <a:moveTo>
                  <a:pt x="1759294" y="3774190"/>
                </a:moveTo>
                <a:lnTo>
                  <a:pt x="2712181" y="3774190"/>
                </a:lnTo>
                <a:cubicBezTo>
                  <a:pt x="2723731" y="3774190"/>
                  <a:pt x="2733706" y="3783640"/>
                  <a:pt x="2733706" y="3795715"/>
                </a:cubicBezTo>
                <a:cubicBezTo>
                  <a:pt x="2733706" y="3807791"/>
                  <a:pt x="2724256" y="3817241"/>
                  <a:pt x="2712706" y="3817241"/>
                </a:cubicBezTo>
                <a:lnTo>
                  <a:pt x="1759294" y="3817241"/>
                </a:lnTo>
                <a:cubicBezTo>
                  <a:pt x="1747744" y="3817241"/>
                  <a:pt x="1737769" y="3807791"/>
                  <a:pt x="1737769" y="3795715"/>
                </a:cubicBezTo>
                <a:cubicBezTo>
                  <a:pt x="1737769" y="3784165"/>
                  <a:pt x="1747219" y="3774190"/>
                  <a:pt x="1759294" y="3774190"/>
                </a:cubicBezTo>
                <a:close/>
                <a:moveTo>
                  <a:pt x="43050" y="3774190"/>
                </a:moveTo>
                <a:lnTo>
                  <a:pt x="1169189" y="3774190"/>
                </a:lnTo>
                <a:cubicBezTo>
                  <a:pt x="1180739" y="3774190"/>
                  <a:pt x="1190714" y="3783640"/>
                  <a:pt x="1190714" y="3795715"/>
                </a:cubicBezTo>
                <a:cubicBezTo>
                  <a:pt x="1190714" y="3807791"/>
                  <a:pt x="1180739" y="3817241"/>
                  <a:pt x="1169189" y="3817241"/>
                </a:cubicBezTo>
                <a:lnTo>
                  <a:pt x="43050" y="3817241"/>
                </a:lnTo>
                <a:cubicBezTo>
                  <a:pt x="31500" y="3817241"/>
                  <a:pt x="21525" y="3807791"/>
                  <a:pt x="21525" y="3795715"/>
                </a:cubicBezTo>
                <a:cubicBezTo>
                  <a:pt x="21525" y="3784165"/>
                  <a:pt x="30975" y="3774190"/>
                  <a:pt x="43050" y="3774190"/>
                </a:cubicBezTo>
                <a:close/>
                <a:moveTo>
                  <a:pt x="1205938" y="3529537"/>
                </a:moveTo>
                <a:cubicBezTo>
                  <a:pt x="1378665" y="3529537"/>
                  <a:pt x="1543518" y="3529537"/>
                  <a:pt x="1708369" y="3529537"/>
                </a:cubicBezTo>
                <a:cubicBezTo>
                  <a:pt x="1708894" y="3531637"/>
                  <a:pt x="1709945" y="3533737"/>
                  <a:pt x="1710470" y="3535837"/>
                </a:cubicBezTo>
                <a:cubicBezTo>
                  <a:pt x="1696294" y="3544762"/>
                  <a:pt x="1683169" y="3554738"/>
                  <a:pt x="1668469" y="3562613"/>
                </a:cubicBezTo>
                <a:cubicBezTo>
                  <a:pt x="1538793" y="3632439"/>
                  <a:pt x="1406491" y="3629814"/>
                  <a:pt x="1273664" y="3572589"/>
                </a:cubicBezTo>
                <a:cubicBezTo>
                  <a:pt x="1257389" y="3565764"/>
                  <a:pt x="1240588" y="3558938"/>
                  <a:pt x="1224838" y="3550012"/>
                </a:cubicBezTo>
                <a:cubicBezTo>
                  <a:pt x="1218013" y="3546337"/>
                  <a:pt x="1213813" y="3538462"/>
                  <a:pt x="1205938" y="3529537"/>
                </a:cubicBezTo>
                <a:close/>
                <a:moveTo>
                  <a:pt x="1710469" y="2010171"/>
                </a:moveTo>
                <a:cubicBezTo>
                  <a:pt x="1667418" y="2010171"/>
                  <a:pt x="1632243" y="2045346"/>
                  <a:pt x="1632243" y="2088397"/>
                </a:cubicBezTo>
                <a:cubicBezTo>
                  <a:pt x="1632243" y="2131447"/>
                  <a:pt x="1667418" y="2166623"/>
                  <a:pt x="1710469" y="2166623"/>
                </a:cubicBezTo>
                <a:cubicBezTo>
                  <a:pt x="1754044" y="2166623"/>
                  <a:pt x="1788695" y="2131447"/>
                  <a:pt x="1788695" y="2088397"/>
                </a:cubicBezTo>
                <a:cubicBezTo>
                  <a:pt x="1788695" y="2045346"/>
                  <a:pt x="1753519" y="2010171"/>
                  <a:pt x="1710469" y="2010171"/>
                </a:cubicBezTo>
                <a:close/>
                <a:moveTo>
                  <a:pt x="1710469" y="1933520"/>
                </a:moveTo>
                <a:cubicBezTo>
                  <a:pt x="1796045" y="1933520"/>
                  <a:pt x="1865345" y="2002821"/>
                  <a:pt x="1865345" y="2088397"/>
                </a:cubicBezTo>
                <a:cubicBezTo>
                  <a:pt x="1865345" y="2173973"/>
                  <a:pt x="1796045" y="2243273"/>
                  <a:pt x="1710469" y="2243273"/>
                </a:cubicBezTo>
                <a:cubicBezTo>
                  <a:pt x="1624893" y="2243273"/>
                  <a:pt x="1555592" y="2173973"/>
                  <a:pt x="1555592" y="2088397"/>
                </a:cubicBezTo>
                <a:cubicBezTo>
                  <a:pt x="1555592" y="2002821"/>
                  <a:pt x="1624893" y="1933520"/>
                  <a:pt x="1710469" y="1933520"/>
                </a:cubicBezTo>
                <a:close/>
                <a:moveTo>
                  <a:pt x="1710470" y="1845319"/>
                </a:moveTo>
                <a:cubicBezTo>
                  <a:pt x="1576068" y="1845319"/>
                  <a:pt x="1467392" y="1953995"/>
                  <a:pt x="1467392" y="2088396"/>
                </a:cubicBezTo>
                <a:cubicBezTo>
                  <a:pt x="1467392" y="2222798"/>
                  <a:pt x="1576068" y="2331474"/>
                  <a:pt x="1710470" y="2331474"/>
                </a:cubicBezTo>
                <a:cubicBezTo>
                  <a:pt x="1844871" y="2331474"/>
                  <a:pt x="1953547" y="2222798"/>
                  <a:pt x="1953547" y="2088396"/>
                </a:cubicBezTo>
                <a:cubicBezTo>
                  <a:pt x="1953547" y="1953995"/>
                  <a:pt x="1844871" y="1845319"/>
                  <a:pt x="1710470" y="1845319"/>
                </a:cubicBezTo>
                <a:close/>
                <a:moveTo>
                  <a:pt x="1202263" y="167400"/>
                </a:moveTo>
                <a:cubicBezTo>
                  <a:pt x="1380766" y="167400"/>
                  <a:pt x="1558218" y="167400"/>
                  <a:pt x="1738820" y="167400"/>
                </a:cubicBezTo>
                <a:cubicBezTo>
                  <a:pt x="1738820" y="174750"/>
                  <a:pt x="1741970" y="954384"/>
                  <a:pt x="1744070" y="1336588"/>
                </a:cubicBezTo>
                <a:cubicBezTo>
                  <a:pt x="1744070" y="1349188"/>
                  <a:pt x="1935697" y="1631116"/>
                  <a:pt x="1955122" y="1631116"/>
                </a:cubicBezTo>
                <a:cubicBezTo>
                  <a:pt x="2048574" y="1630066"/>
                  <a:pt x="2141499" y="1631116"/>
                  <a:pt x="2234426" y="1630066"/>
                </a:cubicBezTo>
                <a:cubicBezTo>
                  <a:pt x="2252801" y="1629541"/>
                  <a:pt x="2259101" y="1635316"/>
                  <a:pt x="2258576" y="1653167"/>
                </a:cubicBezTo>
                <a:cubicBezTo>
                  <a:pt x="2257526" y="1673117"/>
                  <a:pt x="2259101" y="1693592"/>
                  <a:pt x="2258576" y="1713542"/>
                </a:cubicBezTo>
                <a:cubicBezTo>
                  <a:pt x="2258051" y="1729817"/>
                  <a:pt x="2262251" y="1736117"/>
                  <a:pt x="2280101" y="1736642"/>
                </a:cubicBezTo>
                <a:cubicBezTo>
                  <a:pt x="2412928" y="1739793"/>
                  <a:pt x="2545229" y="1744518"/>
                  <a:pt x="2678055" y="1749243"/>
                </a:cubicBezTo>
                <a:cubicBezTo>
                  <a:pt x="2686981" y="1749768"/>
                  <a:pt x="3500739" y="2793479"/>
                  <a:pt x="3728592" y="3139458"/>
                </a:cubicBezTo>
                <a:cubicBezTo>
                  <a:pt x="3837793" y="3301685"/>
                  <a:pt x="3907094" y="3431886"/>
                  <a:pt x="3981120" y="3625088"/>
                </a:cubicBezTo>
                <a:cubicBezTo>
                  <a:pt x="4046745" y="3853991"/>
                  <a:pt x="4018920" y="3983143"/>
                  <a:pt x="4002120" y="4043518"/>
                </a:cubicBezTo>
                <a:cubicBezTo>
                  <a:pt x="3978495" y="4145894"/>
                  <a:pt x="3899219" y="4389497"/>
                  <a:pt x="3678191" y="4530724"/>
                </a:cubicBezTo>
                <a:cubicBezTo>
                  <a:pt x="3613616" y="4563799"/>
                  <a:pt x="3479214" y="4637825"/>
                  <a:pt x="3216186" y="4718676"/>
                </a:cubicBezTo>
                <a:cubicBezTo>
                  <a:pt x="3216186" y="4822627"/>
                  <a:pt x="3216186" y="4925003"/>
                  <a:pt x="3216186" y="5032629"/>
                </a:cubicBezTo>
                <a:cubicBezTo>
                  <a:pt x="3471864" y="5034729"/>
                  <a:pt x="3724917" y="5036829"/>
                  <a:pt x="3979020" y="5038929"/>
                </a:cubicBezTo>
                <a:cubicBezTo>
                  <a:pt x="3979020" y="5223206"/>
                  <a:pt x="3979020" y="5404333"/>
                  <a:pt x="3979020" y="5586511"/>
                </a:cubicBezTo>
                <a:cubicBezTo>
                  <a:pt x="2652855" y="5586511"/>
                  <a:pt x="1327216" y="5586511"/>
                  <a:pt x="0" y="5586511"/>
                </a:cubicBezTo>
                <a:cubicBezTo>
                  <a:pt x="0" y="5404858"/>
                  <a:pt x="0" y="5223731"/>
                  <a:pt x="0" y="5037879"/>
                </a:cubicBezTo>
                <a:cubicBezTo>
                  <a:pt x="134926" y="5035254"/>
                  <a:pt x="269328" y="5032104"/>
                  <a:pt x="405829" y="5028954"/>
                </a:cubicBezTo>
                <a:cubicBezTo>
                  <a:pt x="405829" y="4969103"/>
                  <a:pt x="405829" y="4909778"/>
                  <a:pt x="405829" y="4847827"/>
                </a:cubicBezTo>
                <a:cubicBezTo>
                  <a:pt x="416330" y="4847827"/>
                  <a:pt x="765983" y="4844677"/>
                  <a:pt x="933460" y="4842052"/>
                </a:cubicBezTo>
                <a:cubicBezTo>
                  <a:pt x="945535" y="4841527"/>
                  <a:pt x="1251089" y="4662500"/>
                  <a:pt x="1391791" y="4577974"/>
                </a:cubicBezTo>
                <a:cubicBezTo>
                  <a:pt x="1404391" y="4570099"/>
                  <a:pt x="1413842" y="4570624"/>
                  <a:pt x="1426967" y="4577449"/>
                </a:cubicBezTo>
                <a:cubicBezTo>
                  <a:pt x="1544568" y="4638350"/>
                  <a:pt x="1806546" y="4768026"/>
                  <a:pt x="1822821" y="4773801"/>
                </a:cubicBezTo>
                <a:cubicBezTo>
                  <a:pt x="1819146" y="4628900"/>
                  <a:pt x="1815996" y="4489248"/>
                  <a:pt x="1812321" y="4347496"/>
                </a:cubicBezTo>
                <a:cubicBezTo>
                  <a:pt x="1457417" y="4343821"/>
                  <a:pt x="1103562" y="4340146"/>
                  <a:pt x="746558" y="4336471"/>
                </a:cubicBezTo>
                <a:cubicBezTo>
                  <a:pt x="743933" y="4230420"/>
                  <a:pt x="741308" y="4126469"/>
                  <a:pt x="738683" y="4018843"/>
                </a:cubicBezTo>
                <a:cubicBezTo>
                  <a:pt x="720308" y="4017268"/>
                  <a:pt x="259353" y="4010443"/>
                  <a:pt x="47251" y="4008868"/>
                </a:cubicBezTo>
                <a:cubicBezTo>
                  <a:pt x="39375" y="4008868"/>
                  <a:pt x="31500" y="4008868"/>
                  <a:pt x="22050" y="4008868"/>
                </a:cubicBezTo>
                <a:cubicBezTo>
                  <a:pt x="22050" y="3958992"/>
                  <a:pt x="22050" y="3910167"/>
                  <a:pt x="22050" y="3859241"/>
                </a:cubicBezTo>
                <a:cubicBezTo>
                  <a:pt x="28875" y="3859241"/>
                  <a:pt x="1800771" y="3859241"/>
                  <a:pt x="2680155" y="3859241"/>
                </a:cubicBezTo>
                <a:cubicBezTo>
                  <a:pt x="2715856" y="3859241"/>
                  <a:pt x="2730556" y="3966867"/>
                  <a:pt x="2735281" y="4002567"/>
                </a:cubicBezTo>
                <a:cubicBezTo>
                  <a:pt x="2954734" y="3954267"/>
                  <a:pt x="3116435" y="3816190"/>
                  <a:pt x="3160011" y="3584138"/>
                </a:cubicBezTo>
                <a:cubicBezTo>
                  <a:pt x="3178911" y="3484912"/>
                  <a:pt x="3160536" y="3385686"/>
                  <a:pt x="3134286" y="3287510"/>
                </a:cubicBezTo>
                <a:cubicBezTo>
                  <a:pt x="3094910" y="3140508"/>
                  <a:pt x="2999359" y="3036032"/>
                  <a:pt x="2877558" y="2957806"/>
                </a:cubicBezTo>
                <a:cubicBezTo>
                  <a:pt x="2786206" y="2898480"/>
                  <a:pt x="2683305" y="2858580"/>
                  <a:pt x="2569379" y="2858055"/>
                </a:cubicBezTo>
                <a:cubicBezTo>
                  <a:pt x="2329977" y="2855955"/>
                  <a:pt x="1841721" y="2849655"/>
                  <a:pt x="1834896" y="2850180"/>
                </a:cubicBezTo>
                <a:cubicBezTo>
                  <a:pt x="1833321" y="2885355"/>
                  <a:pt x="1825446" y="3018707"/>
                  <a:pt x="1819671" y="3051257"/>
                </a:cubicBezTo>
                <a:cubicBezTo>
                  <a:pt x="1811796" y="3093258"/>
                  <a:pt x="1747220" y="3107958"/>
                  <a:pt x="1737770" y="3109008"/>
                </a:cubicBezTo>
                <a:cubicBezTo>
                  <a:pt x="1734095" y="3236584"/>
                  <a:pt x="1730420" y="3364161"/>
                  <a:pt x="1726745" y="3494362"/>
                </a:cubicBezTo>
                <a:cubicBezTo>
                  <a:pt x="1547193" y="3490687"/>
                  <a:pt x="1388116" y="3501187"/>
                  <a:pt x="1191238" y="3497512"/>
                </a:cubicBezTo>
                <a:cubicBezTo>
                  <a:pt x="1191238" y="3488062"/>
                  <a:pt x="1186513" y="3242884"/>
                  <a:pt x="1185463" y="3135258"/>
                </a:cubicBezTo>
                <a:cubicBezTo>
                  <a:pt x="1185463" y="3123183"/>
                  <a:pt x="1015361" y="3045482"/>
                  <a:pt x="937660" y="3013457"/>
                </a:cubicBezTo>
                <a:cubicBezTo>
                  <a:pt x="936610" y="3012932"/>
                  <a:pt x="934510" y="3013457"/>
                  <a:pt x="936085" y="3013457"/>
                </a:cubicBezTo>
                <a:cubicBezTo>
                  <a:pt x="898810" y="3105858"/>
                  <a:pt x="862059" y="3197209"/>
                  <a:pt x="824784" y="3290660"/>
                </a:cubicBezTo>
                <a:cubicBezTo>
                  <a:pt x="794859" y="3281735"/>
                  <a:pt x="766508" y="3273859"/>
                  <a:pt x="737633" y="3265459"/>
                </a:cubicBezTo>
                <a:cubicBezTo>
                  <a:pt x="701408" y="3254959"/>
                  <a:pt x="662557" y="3294860"/>
                  <a:pt x="660457" y="3297485"/>
                </a:cubicBezTo>
                <a:cubicBezTo>
                  <a:pt x="558606" y="3253384"/>
                  <a:pt x="457805" y="3209809"/>
                  <a:pt x="352279" y="3164658"/>
                </a:cubicBezTo>
                <a:cubicBezTo>
                  <a:pt x="365404" y="3128958"/>
                  <a:pt x="481430" y="2849655"/>
                  <a:pt x="525006" y="2749904"/>
                </a:cubicBezTo>
                <a:cubicBezTo>
                  <a:pt x="529206" y="2739404"/>
                  <a:pt x="533931" y="2728378"/>
                  <a:pt x="536556" y="2717353"/>
                </a:cubicBezTo>
                <a:cubicBezTo>
                  <a:pt x="543906" y="2689003"/>
                  <a:pt x="538656" y="2676928"/>
                  <a:pt x="514506" y="2660653"/>
                </a:cubicBezTo>
                <a:cubicBezTo>
                  <a:pt x="483530" y="2639653"/>
                  <a:pt x="483005" y="2637027"/>
                  <a:pt x="498230" y="2602902"/>
                </a:cubicBezTo>
                <a:cubicBezTo>
                  <a:pt x="527631" y="2535176"/>
                  <a:pt x="589581" y="2392900"/>
                  <a:pt x="592206" y="2387650"/>
                </a:cubicBezTo>
                <a:cubicBezTo>
                  <a:pt x="726608" y="2441725"/>
                  <a:pt x="859959" y="2495801"/>
                  <a:pt x="998561" y="2551976"/>
                </a:cubicBezTo>
                <a:cubicBezTo>
                  <a:pt x="998561" y="2537276"/>
                  <a:pt x="1001711" y="2008595"/>
                  <a:pt x="1003286" y="1752393"/>
                </a:cubicBezTo>
                <a:cubicBezTo>
                  <a:pt x="1003286" y="1738217"/>
                  <a:pt x="1190188" y="1605391"/>
                  <a:pt x="1190188" y="1599091"/>
                </a:cubicBezTo>
                <a:cubicBezTo>
                  <a:pt x="1191763" y="1514040"/>
                  <a:pt x="1202263" y="174750"/>
                  <a:pt x="1202263" y="167400"/>
                </a:cubicBezTo>
                <a:close/>
                <a:moveTo>
                  <a:pt x="1169095" y="0"/>
                </a:moveTo>
                <a:lnTo>
                  <a:pt x="1766794" y="0"/>
                </a:lnTo>
                <a:cubicBezTo>
                  <a:pt x="1800181" y="0"/>
                  <a:pt x="1827246" y="27065"/>
                  <a:pt x="1827246" y="60452"/>
                </a:cubicBezTo>
                <a:lnTo>
                  <a:pt x="1827245" y="60452"/>
                </a:lnTo>
                <a:cubicBezTo>
                  <a:pt x="1827245" y="93839"/>
                  <a:pt x="1800180" y="120904"/>
                  <a:pt x="1766793" y="120904"/>
                </a:cubicBezTo>
                <a:lnTo>
                  <a:pt x="1169095" y="120903"/>
                </a:lnTo>
                <a:cubicBezTo>
                  <a:pt x="1144055" y="120903"/>
                  <a:pt x="1122571" y="105679"/>
                  <a:pt x="1113394" y="83982"/>
                </a:cubicBezTo>
                <a:lnTo>
                  <a:pt x="1108643" y="60452"/>
                </a:lnTo>
                <a:lnTo>
                  <a:pt x="1113394" y="36921"/>
                </a:lnTo>
                <a:cubicBezTo>
                  <a:pt x="1122571" y="15224"/>
                  <a:pt x="1144055" y="0"/>
                  <a:pt x="1169095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2">
            <a:extLst>
              <a:ext uri="{FF2B5EF4-FFF2-40B4-BE49-F238E27FC236}">
                <a16:creationId xmlns:a16="http://schemas.microsoft.com/office/drawing/2014/main" id="{D342D6A8-EECD-42CB-8D01-D86AAAAAA39B}"/>
              </a:ext>
            </a:extLst>
          </p:cNvPr>
          <p:cNvGrpSpPr/>
          <p:nvPr userDrawn="1"/>
        </p:nvGrpSpPr>
        <p:grpSpPr>
          <a:xfrm>
            <a:off x="2348457" y="3776708"/>
            <a:ext cx="2642644" cy="2870232"/>
            <a:chOff x="995906" y="1393949"/>
            <a:chExt cx="4303471" cy="4674092"/>
          </a:xfrm>
        </p:grpSpPr>
        <p:sp>
          <p:nvSpPr>
            <p:cNvPr id="6" name="Teardrop 27">
              <a:extLst>
                <a:ext uri="{FF2B5EF4-FFF2-40B4-BE49-F238E27FC236}">
                  <a16:creationId xmlns:a16="http://schemas.microsoft.com/office/drawing/2014/main" id="{FA348524-E2DA-461E-81FA-21FF44CB6F65}"/>
                </a:ext>
              </a:extLst>
            </p:cNvPr>
            <p:cNvSpPr/>
            <p:nvPr/>
          </p:nvSpPr>
          <p:spPr>
            <a:xfrm rot="18900000">
              <a:off x="3498106" y="2486859"/>
              <a:ext cx="342733" cy="338278"/>
            </a:xfrm>
            <a:custGeom>
              <a:avLst/>
              <a:gdLst>
                <a:gd name="connsiteX0" fmla="*/ 0 w 220469"/>
                <a:gd name="connsiteY0" fmla="*/ 110235 h 220469"/>
                <a:gd name="connsiteX1" fmla="*/ 110235 w 220469"/>
                <a:gd name="connsiteY1" fmla="*/ 0 h 220469"/>
                <a:gd name="connsiteX2" fmla="*/ 220469 w 220469"/>
                <a:gd name="connsiteY2" fmla="*/ 0 h 220469"/>
                <a:gd name="connsiteX3" fmla="*/ 220469 w 220469"/>
                <a:gd name="connsiteY3" fmla="*/ 110235 h 220469"/>
                <a:gd name="connsiteX4" fmla="*/ 110234 w 220469"/>
                <a:gd name="connsiteY4" fmla="*/ 220470 h 220469"/>
                <a:gd name="connsiteX5" fmla="*/ -1 w 220469"/>
                <a:gd name="connsiteY5" fmla="*/ 110235 h 220469"/>
                <a:gd name="connsiteX6" fmla="*/ 0 w 220469"/>
                <a:gd name="connsiteY6" fmla="*/ 110235 h 22046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  <a:gd name="connsiteX0" fmla="*/ 1 w 259198"/>
                <a:gd name="connsiteY0" fmla="*/ 145594 h 255829"/>
                <a:gd name="connsiteX1" fmla="*/ 110236 w 259198"/>
                <a:gd name="connsiteY1" fmla="*/ 35359 h 255829"/>
                <a:gd name="connsiteX2" fmla="*/ 259198 w 259198"/>
                <a:gd name="connsiteY2" fmla="*/ 0 h 255829"/>
                <a:gd name="connsiteX3" fmla="*/ 220470 w 259198"/>
                <a:gd name="connsiteY3" fmla="*/ 145594 h 255829"/>
                <a:gd name="connsiteX4" fmla="*/ 110235 w 259198"/>
                <a:gd name="connsiteY4" fmla="*/ 255829 h 255829"/>
                <a:gd name="connsiteX5" fmla="*/ 0 w 259198"/>
                <a:gd name="connsiteY5" fmla="*/ 145594 h 255829"/>
                <a:gd name="connsiteX6" fmla="*/ 1 w 259198"/>
                <a:gd name="connsiteY6" fmla="*/ 145594 h 25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9198" h="255829">
                  <a:moveTo>
                    <a:pt x="1" y="145594"/>
                  </a:moveTo>
                  <a:cubicBezTo>
                    <a:pt x="1" y="84713"/>
                    <a:pt x="35885" y="62300"/>
                    <a:pt x="110236" y="35359"/>
                  </a:cubicBezTo>
                  <a:cubicBezTo>
                    <a:pt x="178411" y="18523"/>
                    <a:pt x="199441" y="11785"/>
                    <a:pt x="259198" y="0"/>
                  </a:cubicBezTo>
                  <a:cubicBezTo>
                    <a:pt x="244044" y="58633"/>
                    <a:pt x="244042" y="75173"/>
                    <a:pt x="220470" y="145594"/>
                  </a:cubicBezTo>
                  <a:cubicBezTo>
                    <a:pt x="196896" y="219943"/>
                    <a:pt x="171116" y="255829"/>
                    <a:pt x="110235" y="255829"/>
                  </a:cubicBezTo>
                  <a:cubicBezTo>
                    <a:pt x="49354" y="255829"/>
                    <a:pt x="0" y="206475"/>
                    <a:pt x="0" y="145594"/>
                  </a:cubicBezTo>
                  <a:lnTo>
                    <a:pt x="1" y="14559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FB569943-AD27-4B3F-9811-3029D491CFDE}"/>
                </a:ext>
              </a:extLst>
            </p:cNvPr>
            <p:cNvGrpSpPr/>
            <p:nvPr/>
          </p:nvGrpSpPr>
          <p:grpSpPr>
            <a:xfrm>
              <a:off x="995906" y="1393949"/>
              <a:ext cx="2477149" cy="1581627"/>
              <a:chOff x="-40593" y="1204659"/>
              <a:chExt cx="2495556" cy="1593380"/>
            </a:xfrm>
          </p:grpSpPr>
          <p:grpSp>
            <p:nvGrpSpPr>
              <p:cNvPr id="30" name="Group 5">
                <a:extLst>
                  <a:ext uri="{FF2B5EF4-FFF2-40B4-BE49-F238E27FC236}">
                    <a16:creationId xmlns:a16="http://schemas.microsoft.com/office/drawing/2014/main" id="{21ABB6DA-0422-4BF3-A596-5B9277E9AF44}"/>
                  </a:ext>
                </a:extLst>
              </p:cNvPr>
              <p:cNvGrpSpPr/>
              <p:nvPr/>
            </p:nvGrpSpPr>
            <p:grpSpPr>
              <a:xfrm>
                <a:off x="-40593" y="1204659"/>
                <a:ext cx="2495556" cy="1413837"/>
                <a:chOff x="427571" y="1831133"/>
                <a:chExt cx="2263443" cy="1282335"/>
              </a:xfrm>
            </p:grpSpPr>
            <p:sp>
              <p:nvSpPr>
                <p:cNvPr id="42" name="Rounded Rectangle 21">
                  <a:extLst>
                    <a:ext uri="{FF2B5EF4-FFF2-40B4-BE49-F238E27FC236}">
                      <a16:creationId xmlns:a16="http://schemas.microsoft.com/office/drawing/2014/main" id="{CDA90EF2-6C31-43A0-B2E7-EA9656018343}"/>
                    </a:ext>
                  </a:extLst>
                </p:cNvPr>
                <p:cNvSpPr/>
                <p:nvPr userDrawn="1"/>
              </p:nvSpPr>
              <p:spPr>
                <a:xfrm rot="3600000">
                  <a:off x="2191300" y="2155086"/>
                  <a:ext cx="810238" cy="162331"/>
                </a:xfrm>
                <a:prstGeom prst="roundRect">
                  <a:avLst>
                    <a:gd name="adj" fmla="val 46616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3" name="Round Same Side Corner Rectangle 22">
                  <a:extLst>
                    <a:ext uri="{FF2B5EF4-FFF2-40B4-BE49-F238E27FC236}">
                      <a16:creationId xmlns:a16="http://schemas.microsoft.com/office/drawing/2014/main" id="{340CA916-0D26-4A39-AEF9-E02EE8B7CD2E}"/>
                    </a:ext>
                  </a:extLst>
                </p:cNvPr>
                <p:cNvSpPr/>
                <p:nvPr userDrawn="1"/>
              </p:nvSpPr>
              <p:spPr>
                <a:xfrm rot="14400000">
                  <a:off x="1292073" y="1706320"/>
                  <a:ext cx="548653" cy="2249228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4" name="Round Same Side Corner Rectangle 42">
                  <a:extLst>
                    <a:ext uri="{FF2B5EF4-FFF2-40B4-BE49-F238E27FC236}">
                      <a16:creationId xmlns:a16="http://schemas.microsoft.com/office/drawing/2014/main" id="{E23C6306-23DB-4F78-804E-EFD6E7BBA092}"/>
                    </a:ext>
                  </a:extLst>
                </p:cNvPr>
                <p:cNvSpPr/>
                <p:nvPr userDrawn="1"/>
              </p:nvSpPr>
              <p:spPr>
                <a:xfrm rot="14400000">
                  <a:off x="1277858" y="1714528"/>
                  <a:ext cx="548653" cy="2249228"/>
                </a:xfrm>
                <a:custGeom>
                  <a:avLst/>
                  <a:gdLst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5170 w 665170"/>
                    <a:gd name="connsiteY3" fmla="*/ 2726892 h 2726892"/>
                    <a:gd name="connsiteX4" fmla="*/ 66517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2726892 h 2726892"/>
                    <a:gd name="connsiteX7" fmla="*/ 0 w 665170"/>
                    <a:gd name="connsiteY7" fmla="*/ 332585 h 2726892"/>
                    <a:gd name="connsiteX8" fmla="*/ 332585 w 665170"/>
                    <a:gd name="connsiteY8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665170 w 665170"/>
                    <a:gd name="connsiteY4" fmla="*/ 2726892 h 2726892"/>
                    <a:gd name="connsiteX5" fmla="*/ 665170 w 665170"/>
                    <a:gd name="connsiteY5" fmla="*/ 2726892 h 2726892"/>
                    <a:gd name="connsiteX6" fmla="*/ 0 w 665170"/>
                    <a:gd name="connsiteY6" fmla="*/ 2726892 h 2726892"/>
                    <a:gd name="connsiteX7" fmla="*/ 0 w 665170"/>
                    <a:gd name="connsiteY7" fmla="*/ 2726892 h 2726892"/>
                    <a:gd name="connsiteX8" fmla="*/ 0 w 665170"/>
                    <a:gd name="connsiteY8" fmla="*/ 332585 h 2726892"/>
                    <a:gd name="connsiteX9" fmla="*/ 332585 w 665170"/>
                    <a:gd name="connsiteY9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66517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2726892 h 2726892"/>
                    <a:gd name="connsiteX7" fmla="*/ 0 w 665170"/>
                    <a:gd name="connsiteY7" fmla="*/ 332585 h 2726892"/>
                    <a:gd name="connsiteX8" fmla="*/ 332585 w 665170"/>
                    <a:gd name="connsiteY8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332585 h 2726892"/>
                    <a:gd name="connsiteX7" fmla="*/ 332585 w 665170"/>
                    <a:gd name="connsiteY7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332585 h 2726892"/>
                    <a:gd name="connsiteX7" fmla="*/ 332585 w 665170"/>
                    <a:gd name="connsiteY7" fmla="*/ 0 h 2726892"/>
                    <a:gd name="connsiteX0" fmla="*/ 332585 w 665170"/>
                    <a:gd name="connsiteY0" fmla="*/ 0 h 2726892"/>
                    <a:gd name="connsiteX1" fmla="*/ 332585 w 665170"/>
                    <a:gd name="connsiteY1" fmla="*/ 0 h 2726892"/>
                    <a:gd name="connsiteX2" fmla="*/ 665170 w 665170"/>
                    <a:gd name="connsiteY2" fmla="*/ 332585 h 2726892"/>
                    <a:gd name="connsiteX3" fmla="*/ 664895 w 665170"/>
                    <a:gd name="connsiteY3" fmla="*/ 1413622 h 2726892"/>
                    <a:gd name="connsiteX4" fmla="*/ 0 w 665170"/>
                    <a:gd name="connsiteY4" fmla="*/ 2726892 h 2726892"/>
                    <a:gd name="connsiteX5" fmla="*/ 0 w 665170"/>
                    <a:gd name="connsiteY5" fmla="*/ 2726892 h 2726892"/>
                    <a:gd name="connsiteX6" fmla="*/ 0 w 665170"/>
                    <a:gd name="connsiteY6" fmla="*/ 332585 h 2726892"/>
                    <a:gd name="connsiteX7" fmla="*/ 332585 w 665170"/>
                    <a:gd name="connsiteY7" fmla="*/ 0 h 2726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65170" h="2726892">
                      <a:moveTo>
                        <a:pt x="332585" y="0"/>
                      </a:moveTo>
                      <a:lnTo>
                        <a:pt x="332585" y="0"/>
                      </a:lnTo>
                      <a:cubicBezTo>
                        <a:pt x="516267" y="0"/>
                        <a:pt x="665170" y="148903"/>
                        <a:pt x="665170" y="332585"/>
                      </a:cubicBezTo>
                      <a:cubicBezTo>
                        <a:pt x="665078" y="692931"/>
                        <a:pt x="664987" y="1053276"/>
                        <a:pt x="664895" y="1413622"/>
                      </a:cubicBezTo>
                      <a:cubicBezTo>
                        <a:pt x="476395" y="1778168"/>
                        <a:pt x="266092" y="2119826"/>
                        <a:pt x="0" y="2726892"/>
                      </a:cubicBezTo>
                      <a:lnTo>
                        <a:pt x="0" y="2726892"/>
                      </a:lnTo>
                      <a:lnTo>
                        <a:pt x="0" y="332585"/>
                      </a:lnTo>
                      <a:cubicBezTo>
                        <a:pt x="0" y="148903"/>
                        <a:pt x="148903" y="0"/>
                        <a:pt x="332585" y="0"/>
                      </a:cubicBez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  <p:sp>
            <p:nvSpPr>
              <p:cNvPr id="31" name="Oval 6">
                <a:extLst>
                  <a:ext uri="{FF2B5EF4-FFF2-40B4-BE49-F238E27FC236}">
                    <a16:creationId xmlns:a16="http://schemas.microsoft.com/office/drawing/2014/main" id="{2A7AEB56-16E9-4F44-A1C1-16D75AEE9997}"/>
                  </a:ext>
                </a:extLst>
              </p:cNvPr>
              <p:cNvSpPr/>
              <p:nvPr/>
            </p:nvSpPr>
            <p:spPr>
              <a:xfrm rot="19922172">
                <a:off x="939740" y="2205693"/>
                <a:ext cx="169099" cy="1690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2" name="Oval 7">
                <a:extLst>
                  <a:ext uri="{FF2B5EF4-FFF2-40B4-BE49-F238E27FC236}">
                    <a16:creationId xmlns:a16="http://schemas.microsoft.com/office/drawing/2014/main" id="{81AC0F6C-D37D-4518-B2F2-FF046EE2FDA3}"/>
                  </a:ext>
                </a:extLst>
              </p:cNvPr>
              <p:cNvSpPr/>
              <p:nvPr/>
            </p:nvSpPr>
            <p:spPr>
              <a:xfrm rot="19922172">
                <a:off x="715292" y="2593806"/>
                <a:ext cx="84549" cy="8454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3" name="Oval 8">
                <a:extLst>
                  <a:ext uri="{FF2B5EF4-FFF2-40B4-BE49-F238E27FC236}">
                    <a16:creationId xmlns:a16="http://schemas.microsoft.com/office/drawing/2014/main" id="{67D6DB74-BD09-46A2-990D-4C18E12DBED8}"/>
                  </a:ext>
                </a:extLst>
              </p:cNvPr>
              <p:cNvSpPr/>
              <p:nvPr/>
            </p:nvSpPr>
            <p:spPr>
              <a:xfrm rot="19922172">
                <a:off x="450432" y="2660329"/>
                <a:ext cx="137710" cy="1377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4" name="Oval 9">
                <a:extLst>
                  <a:ext uri="{FF2B5EF4-FFF2-40B4-BE49-F238E27FC236}">
                    <a16:creationId xmlns:a16="http://schemas.microsoft.com/office/drawing/2014/main" id="{61B578A4-173F-4DEE-AE6D-2F70096D5799}"/>
                  </a:ext>
                </a:extLst>
              </p:cNvPr>
              <p:cNvSpPr/>
              <p:nvPr/>
            </p:nvSpPr>
            <p:spPr>
              <a:xfrm rot="19922172">
                <a:off x="1419157" y="2059022"/>
                <a:ext cx="228336" cy="22833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5" name="Oval 10">
                <a:extLst>
                  <a:ext uri="{FF2B5EF4-FFF2-40B4-BE49-F238E27FC236}">
                    <a16:creationId xmlns:a16="http://schemas.microsoft.com/office/drawing/2014/main" id="{D9EB6722-229C-419C-A3F7-0A40C0E54442}"/>
                  </a:ext>
                </a:extLst>
              </p:cNvPr>
              <p:cNvSpPr/>
              <p:nvPr/>
            </p:nvSpPr>
            <p:spPr>
              <a:xfrm rot="19922172">
                <a:off x="1037837" y="2587555"/>
                <a:ext cx="84549" cy="8454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36" name="Oval 11">
                <a:extLst>
                  <a:ext uri="{FF2B5EF4-FFF2-40B4-BE49-F238E27FC236}">
                    <a16:creationId xmlns:a16="http://schemas.microsoft.com/office/drawing/2014/main" id="{1F8C124F-084F-46BD-A55D-5F9AC333DD6B}"/>
                  </a:ext>
                </a:extLst>
              </p:cNvPr>
              <p:cNvSpPr/>
              <p:nvPr/>
            </p:nvSpPr>
            <p:spPr>
              <a:xfrm rot="19922172">
                <a:off x="1216994" y="2334034"/>
                <a:ext cx="137710" cy="13771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grpSp>
            <p:nvGrpSpPr>
              <p:cNvPr id="37" name="Group 12">
                <a:extLst>
                  <a:ext uri="{FF2B5EF4-FFF2-40B4-BE49-F238E27FC236}">
                    <a16:creationId xmlns:a16="http://schemas.microsoft.com/office/drawing/2014/main" id="{510884E7-06CB-4639-9785-660F2CFB192D}"/>
                  </a:ext>
                </a:extLst>
              </p:cNvPr>
              <p:cNvGrpSpPr/>
              <p:nvPr/>
            </p:nvGrpSpPr>
            <p:grpSpPr>
              <a:xfrm rot="900000">
                <a:off x="1097580" y="1393561"/>
                <a:ext cx="1165779" cy="703527"/>
                <a:chOff x="7061137" y="2490268"/>
                <a:chExt cx="953399" cy="575358"/>
              </a:xfrm>
            </p:grpSpPr>
            <p:sp>
              <p:nvSpPr>
                <p:cNvPr id="38" name="Flowchart: Terminator 13">
                  <a:extLst>
                    <a:ext uri="{FF2B5EF4-FFF2-40B4-BE49-F238E27FC236}">
                      <a16:creationId xmlns:a16="http://schemas.microsoft.com/office/drawing/2014/main" id="{46ACFE22-E348-433C-B4F8-3A9B57EC8E9E}"/>
                    </a:ext>
                  </a:extLst>
                </p:cNvPr>
                <p:cNvSpPr/>
                <p:nvPr/>
              </p:nvSpPr>
              <p:spPr>
                <a:xfrm rot="2666605">
                  <a:off x="7546536" y="2490268"/>
                  <a:ext cx="468000" cy="177585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39" name="Flowchart: Terminator 14">
                  <a:extLst>
                    <a:ext uri="{FF2B5EF4-FFF2-40B4-BE49-F238E27FC236}">
                      <a16:creationId xmlns:a16="http://schemas.microsoft.com/office/drawing/2014/main" id="{6055CD7F-4E44-427C-A3B1-C7BE4005FF30}"/>
                    </a:ext>
                  </a:extLst>
                </p:cNvPr>
                <p:cNvSpPr/>
                <p:nvPr/>
              </p:nvSpPr>
              <p:spPr>
                <a:xfrm rot="2666605">
                  <a:off x="7327125" y="2631892"/>
                  <a:ext cx="576064" cy="177585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0" name="Flowchart: Terminator 15">
                  <a:extLst>
                    <a:ext uri="{FF2B5EF4-FFF2-40B4-BE49-F238E27FC236}">
                      <a16:creationId xmlns:a16="http://schemas.microsoft.com/office/drawing/2014/main" id="{C074F1B5-8894-4D19-9515-64E1C06C1910}"/>
                    </a:ext>
                  </a:extLst>
                </p:cNvPr>
                <p:cNvSpPr/>
                <p:nvPr/>
              </p:nvSpPr>
              <p:spPr>
                <a:xfrm rot="2666605">
                  <a:off x="7171289" y="2741835"/>
                  <a:ext cx="540000" cy="177585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41" name="Flowchart: Terminator 16">
                  <a:extLst>
                    <a:ext uri="{FF2B5EF4-FFF2-40B4-BE49-F238E27FC236}">
                      <a16:creationId xmlns:a16="http://schemas.microsoft.com/office/drawing/2014/main" id="{EA3FA586-A9F7-46AC-9216-A1F037DACB14}"/>
                    </a:ext>
                  </a:extLst>
                </p:cNvPr>
                <p:cNvSpPr/>
                <p:nvPr/>
              </p:nvSpPr>
              <p:spPr>
                <a:xfrm rot="2666605">
                  <a:off x="7061137" y="2888041"/>
                  <a:ext cx="432000" cy="177585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</p:grpSp>
        <p:grpSp>
          <p:nvGrpSpPr>
            <p:cNvPr id="8" name="Group 20">
              <a:extLst>
                <a:ext uri="{FF2B5EF4-FFF2-40B4-BE49-F238E27FC236}">
                  <a16:creationId xmlns:a16="http://schemas.microsoft.com/office/drawing/2014/main" id="{D397F359-5617-47AE-AA64-11D1CD670226}"/>
                </a:ext>
              </a:extLst>
            </p:cNvPr>
            <p:cNvGrpSpPr/>
            <p:nvPr/>
          </p:nvGrpSpPr>
          <p:grpSpPr>
            <a:xfrm>
              <a:off x="3246971" y="3062682"/>
              <a:ext cx="2052406" cy="3005359"/>
              <a:chOff x="2274967" y="2856728"/>
              <a:chExt cx="1887270" cy="2763549"/>
            </a:xfrm>
          </p:grpSpPr>
          <p:sp>
            <p:nvSpPr>
              <p:cNvPr id="9" name="Rectangle 21">
                <a:extLst>
                  <a:ext uri="{FF2B5EF4-FFF2-40B4-BE49-F238E27FC236}">
                    <a16:creationId xmlns:a16="http://schemas.microsoft.com/office/drawing/2014/main" id="{8D9016A2-65C3-4F89-9639-084B5CE46EA1}"/>
                  </a:ext>
                </a:extLst>
              </p:cNvPr>
              <p:cNvSpPr/>
              <p:nvPr/>
            </p:nvSpPr>
            <p:spPr>
              <a:xfrm rot="20822172">
                <a:off x="2534405" y="3008769"/>
                <a:ext cx="776804" cy="11652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" name="Rounded Rectangle 20">
                <a:extLst>
                  <a:ext uri="{FF2B5EF4-FFF2-40B4-BE49-F238E27FC236}">
                    <a16:creationId xmlns:a16="http://schemas.microsoft.com/office/drawing/2014/main" id="{4EAEF21F-BEEE-46AF-86B5-AFDC52EE83DC}"/>
                  </a:ext>
                </a:extLst>
              </p:cNvPr>
              <p:cNvSpPr/>
              <p:nvPr/>
            </p:nvSpPr>
            <p:spPr>
              <a:xfrm rot="20822172">
                <a:off x="2274967" y="3807730"/>
                <a:ext cx="1812545" cy="1812547"/>
              </a:xfrm>
              <a:custGeom>
                <a:avLst/>
                <a:gdLst>
                  <a:gd name="connsiteX0" fmla="*/ 0 w 2016224"/>
                  <a:gd name="connsiteY0" fmla="*/ 517202 h 2016224"/>
                  <a:gd name="connsiteX1" fmla="*/ 517202 w 2016224"/>
                  <a:gd name="connsiteY1" fmla="*/ 0 h 2016224"/>
                  <a:gd name="connsiteX2" fmla="*/ 1499022 w 2016224"/>
                  <a:gd name="connsiteY2" fmla="*/ 0 h 2016224"/>
                  <a:gd name="connsiteX3" fmla="*/ 2016224 w 2016224"/>
                  <a:gd name="connsiteY3" fmla="*/ 517202 h 2016224"/>
                  <a:gd name="connsiteX4" fmla="*/ 2016224 w 2016224"/>
                  <a:gd name="connsiteY4" fmla="*/ 1499022 h 2016224"/>
                  <a:gd name="connsiteX5" fmla="*/ 1499022 w 2016224"/>
                  <a:gd name="connsiteY5" fmla="*/ 2016224 h 2016224"/>
                  <a:gd name="connsiteX6" fmla="*/ 517202 w 2016224"/>
                  <a:gd name="connsiteY6" fmla="*/ 2016224 h 2016224"/>
                  <a:gd name="connsiteX7" fmla="*/ 0 w 2016224"/>
                  <a:gd name="connsiteY7" fmla="*/ 1499022 h 2016224"/>
                  <a:gd name="connsiteX8" fmla="*/ 0 w 2016224"/>
                  <a:gd name="connsiteY8" fmla="*/ 517202 h 2016224"/>
                  <a:gd name="connsiteX0" fmla="*/ 0 w 2016224"/>
                  <a:gd name="connsiteY0" fmla="*/ 517202 h 2016224"/>
                  <a:gd name="connsiteX1" fmla="*/ 594839 w 2016224"/>
                  <a:gd name="connsiteY1" fmla="*/ 0 h 2016224"/>
                  <a:gd name="connsiteX2" fmla="*/ 1499022 w 2016224"/>
                  <a:gd name="connsiteY2" fmla="*/ 0 h 2016224"/>
                  <a:gd name="connsiteX3" fmla="*/ 2016224 w 2016224"/>
                  <a:gd name="connsiteY3" fmla="*/ 517202 h 2016224"/>
                  <a:gd name="connsiteX4" fmla="*/ 2016224 w 2016224"/>
                  <a:gd name="connsiteY4" fmla="*/ 1499022 h 2016224"/>
                  <a:gd name="connsiteX5" fmla="*/ 1499022 w 2016224"/>
                  <a:gd name="connsiteY5" fmla="*/ 2016224 h 2016224"/>
                  <a:gd name="connsiteX6" fmla="*/ 517202 w 2016224"/>
                  <a:gd name="connsiteY6" fmla="*/ 2016224 h 2016224"/>
                  <a:gd name="connsiteX7" fmla="*/ 0 w 2016224"/>
                  <a:gd name="connsiteY7" fmla="*/ 1499022 h 2016224"/>
                  <a:gd name="connsiteX8" fmla="*/ 0 w 2016224"/>
                  <a:gd name="connsiteY8" fmla="*/ 517202 h 2016224"/>
                  <a:gd name="connsiteX0" fmla="*/ 0 w 2016224"/>
                  <a:gd name="connsiteY0" fmla="*/ 51720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517202 h 2016224"/>
                  <a:gd name="connsiteX4" fmla="*/ 2016224 w 2016224"/>
                  <a:gd name="connsiteY4" fmla="*/ 1499022 h 2016224"/>
                  <a:gd name="connsiteX5" fmla="*/ 1499022 w 2016224"/>
                  <a:gd name="connsiteY5" fmla="*/ 2016224 h 2016224"/>
                  <a:gd name="connsiteX6" fmla="*/ 517202 w 2016224"/>
                  <a:gd name="connsiteY6" fmla="*/ 2016224 h 2016224"/>
                  <a:gd name="connsiteX7" fmla="*/ 0 w 2016224"/>
                  <a:gd name="connsiteY7" fmla="*/ 1499022 h 2016224"/>
                  <a:gd name="connsiteX8" fmla="*/ 0 w 2016224"/>
                  <a:gd name="connsiteY8" fmla="*/ 51720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517202 h 2016224"/>
                  <a:gd name="connsiteX4" fmla="*/ 2016224 w 2016224"/>
                  <a:gd name="connsiteY4" fmla="*/ 1499022 h 2016224"/>
                  <a:gd name="connsiteX5" fmla="*/ 1499022 w 2016224"/>
                  <a:gd name="connsiteY5" fmla="*/ 2016224 h 2016224"/>
                  <a:gd name="connsiteX6" fmla="*/ 517202 w 2016224"/>
                  <a:gd name="connsiteY6" fmla="*/ 2016224 h 2016224"/>
                  <a:gd name="connsiteX7" fmla="*/ 0 w 2016224"/>
                  <a:gd name="connsiteY7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12758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516275 h 2033477"/>
                  <a:gd name="connsiteX1" fmla="*/ 594839 w 2016224"/>
                  <a:gd name="connsiteY1" fmla="*/ 17253 h 2033477"/>
                  <a:gd name="connsiteX2" fmla="*/ 1438637 w 2016224"/>
                  <a:gd name="connsiteY2" fmla="*/ 0 h 2033477"/>
                  <a:gd name="connsiteX3" fmla="*/ 2016224 w 2016224"/>
                  <a:gd name="connsiteY3" fmla="*/ 1516275 h 2033477"/>
                  <a:gd name="connsiteX4" fmla="*/ 1499022 w 2016224"/>
                  <a:gd name="connsiteY4" fmla="*/ 2033477 h 2033477"/>
                  <a:gd name="connsiteX5" fmla="*/ 517202 w 2016224"/>
                  <a:gd name="connsiteY5" fmla="*/ 2033477 h 2033477"/>
                  <a:gd name="connsiteX6" fmla="*/ 0 w 2016224"/>
                  <a:gd name="connsiteY6" fmla="*/ 1516275 h 2033477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64516 w 2016224"/>
                  <a:gd name="connsiteY2" fmla="*/ 0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524901 h 2042103"/>
                  <a:gd name="connsiteX1" fmla="*/ 594839 w 2016224"/>
                  <a:gd name="connsiteY1" fmla="*/ 25879 h 2042103"/>
                  <a:gd name="connsiteX2" fmla="*/ 1430010 w 2016224"/>
                  <a:gd name="connsiteY2" fmla="*/ 0 h 2042103"/>
                  <a:gd name="connsiteX3" fmla="*/ 2016224 w 2016224"/>
                  <a:gd name="connsiteY3" fmla="*/ 1524901 h 2042103"/>
                  <a:gd name="connsiteX4" fmla="*/ 1499022 w 2016224"/>
                  <a:gd name="connsiteY4" fmla="*/ 2042103 h 2042103"/>
                  <a:gd name="connsiteX5" fmla="*/ 517202 w 2016224"/>
                  <a:gd name="connsiteY5" fmla="*/ 2042103 h 2042103"/>
                  <a:gd name="connsiteX6" fmla="*/ 0 w 2016224"/>
                  <a:gd name="connsiteY6" fmla="*/ 1524901 h 2042103"/>
                  <a:gd name="connsiteX0" fmla="*/ 0 w 2016224"/>
                  <a:gd name="connsiteY0" fmla="*/ 1524901 h 2042103"/>
                  <a:gd name="connsiteX1" fmla="*/ 594839 w 2016224"/>
                  <a:gd name="connsiteY1" fmla="*/ 25879 h 2042103"/>
                  <a:gd name="connsiteX2" fmla="*/ 1430010 w 2016224"/>
                  <a:gd name="connsiteY2" fmla="*/ 0 h 2042103"/>
                  <a:gd name="connsiteX3" fmla="*/ 2016224 w 2016224"/>
                  <a:gd name="connsiteY3" fmla="*/ 1524901 h 2042103"/>
                  <a:gd name="connsiteX4" fmla="*/ 1499022 w 2016224"/>
                  <a:gd name="connsiteY4" fmla="*/ 2042103 h 2042103"/>
                  <a:gd name="connsiteX5" fmla="*/ 517202 w 2016224"/>
                  <a:gd name="connsiteY5" fmla="*/ 2042103 h 2042103"/>
                  <a:gd name="connsiteX6" fmla="*/ 0 w 2016224"/>
                  <a:gd name="connsiteY6" fmla="*/ 1524901 h 2042103"/>
                  <a:gd name="connsiteX0" fmla="*/ 0 w 2016224"/>
                  <a:gd name="connsiteY0" fmla="*/ 1524901 h 2042103"/>
                  <a:gd name="connsiteX1" fmla="*/ 594839 w 2016224"/>
                  <a:gd name="connsiteY1" fmla="*/ 25879 h 2042103"/>
                  <a:gd name="connsiteX2" fmla="*/ 1430010 w 2016224"/>
                  <a:gd name="connsiteY2" fmla="*/ 0 h 2042103"/>
                  <a:gd name="connsiteX3" fmla="*/ 2016224 w 2016224"/>
                  <a:gd name="connsiteY3" fmla="*/ 1524901 h 2042103"/>
                  <a:gd name="connsiteX4" fmla="*/ 1499022 w 2016224"/>
                  <a:gd name="connsiteY4" fmla="*/ 2042103 h 2042103"/>
                  <a:gd name="connsiteX5" fmla="*/ 517202 w 2016224"/>
                  <a:gd name="connsiteY5" fmla="*/ 2042103 h 2042103"/>
                  <a:gd name="connsiteX6" fmla="*/ 0 w 2016224"/>
                  <a:gd name="connsiteY6" fmla="*/ 1524901 h 2042103"/>
                  <a:gd name="connsiteX0" fmla="*/ 0 w 2016224"/>
                  <a:gd name="connsiteY0" fmla="*/ 1524901 h 2042103"/>
                  <a:gd name="connsiteX1" fmla="*/ 594839 w 2016224"/>
                  <a:gd name="connsiteY1" fmla="*/ 25879 h 2042103"/>
                  <a:gd name="connsiteX2" fmla="*/ 1430010 w 2016224"/>
                  <a:gd name="connsiteY2" fmla="*/ 0 h 2042103"/>
                  <a:gd name="connsiteX3" fmla="*/ 2016224 w 2016224"/>
                  <a:gd name="connsiteY3" fmla="*/ 1524901 h 2042103"/>
                  <a:gd name="connsiteX4" fmla="*/ 1499022 w 2016224"/>
                  <a:gd name="connsiteY4" fmla="*/ 2042103 h 2042103"/>
                  <a:gd name="connsiteX5" fmla="*/ 517202 w 2016224"/>
                  <a:gd name="connsiteY5" fmla="*/ 2042103 h 2042103"/>
                  <a:gd name="connsiteX6" fmla="*/ 0 w 2016224"/>
                  <a:gd name="connsiteY6" fmla="*/ 1524901 h 2042103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8627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0395 h 2007597"/>
                  <a:gd name="connsiteX1" fmla="*/ 594839 w 2016224"/>
                  <a:gd name="connsiteY1" fmla="*/ 17253 h 2007597"/>
                  <a:gd name="connsiteX2" fmla="*/ 1438637 w 2016224"/>
                  <a:gd name="connsiteY2" fmla="*/ 0 h 2007597"/>
                  <a:gd name="connsiteX3" fmla="*/ 2016224 w 2016224"/>
                  <a:gd name="connsiteY3" fmla="*/ 1490395 h 2007597"/>
                  <a:gd name="connsiteX4" fmla="*/ 1499022 w 2016224"/>
                  <a:gd name="connsiteY4" fmla="*/ 2007597 h 2007597"/>
                  <a:gd name="connsiteX5" fmla="*/ 517202 w 2016224"/>
                  <a:gd name="connsiteY5" fmla="*/ 2007597 h 2007597"/>
                  <a:gd name="connsiteX6" fmla="*/ 0 w 2016224"/>
                  <a:gd name="connsiteY6" fmla="*/ 1490395 h 2007597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8627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8627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47263 w 2016224"/>
                  <a:gd name="connsiteY2" fmla="*/ 8627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1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  <a:gd name="connsiteX0" fmla="*/ 0 w 2016224"/>
                  <a:gd name="connsiteY0" fmla="*/ 1499022 h 2016224"/>
                  <a:gd name="connsiteX1" fmla="*/ 594839 w 2016224"/>
                  <a:gd name="connsiteY1" fmla="*/ 0 h 2016224"/>
                  <a:gd name="connsiteX2" fmla="*/ 1438637 w 2016224"/>
                  <a:gd name="connsiteY2" fmla="*/ 1 h 2016224"/>
                  <a:gd name="connsiteX3" fmla="*/ 2016224 w 2016224"/>
                  <a:gd name="connsiteY3" fmla="*/ 1499022 h 2016224"/>
                  <a:gd name="connsiteX4" fmla="*/ 1499022 w 2016224"/>
                  <a:gd name="connsiteY4" fmla="*/ 2016224 h 2016224"/>
                  <a:gd name="connsiteX5" fmla="*/ 517202 w 2016224"/>
                  <a:gd name="connsiteY5" fmla="*/ 2016224 h 2016224"/>
                  <a:gd name="connsiteX6" fmla="*/ 0 w 2016224"/>
                  <a:gd name="connsiteY6" fmla="*/ 1499022 h 2016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16224" h="2016224">
                    <a:moveTo>
                      <a:pt x="0" y="1499022"/>
                    </a:moveTo>
                    <a:cubicBezTo>
                      <a:pt x="17125" y="1145997"/>
                      <a:pt x="344800" y="266760"/>
                      <a:pt x="594839" y="0"/>
                    </a:cubicBezTo>
                    <a:lnTo>
                      <a:pt x="1438637" y="1"/>
                    </a:lnTo>
                    <a:cubicBezTo>
                      <a:pt x="1675535" y="249838"/>
                      <a:pt x="2001847" y="1162985"/>
                      <a:pt x="2016224" y="1499022"/>
                    </a:cubicBezTo>
                    <a:cubicBezTo>
                      <a:pt x="2016224" y="1784665"/>
                      <a:pt x="1784665" y="2016224"/>
                      <a:pt x="1499022" y="2016224"/>
                    </a:cubicBezTo>
                    <a:lnTo>
                      <a:pt x="517202" y="2016224"/>
                    </a:lnTo>
                    <a:cubicBezTo>
                      <a:pt x="231559" y="2016224"/>
                      <a:pt x="0" y="1784665"/>
                      <a:pt x="0" y="1499022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1" name="Rounded Rectangle 20">
                <a:extLst>
                  <a:ext uri="{FF2B5EF4-FFF2-40B4-BE49-F238E27FC236}">
                    <a16:creationId xmlns:a16="http://schemas.microsoft.com/office/drawing/2014/main" id="{FE32424D-11EE-4E6C-84EC-64D460D7D05C}"/>
                  </a:ext>
                </a:extLst>
              </p:cNvPr>
              <p:cNvSpPr/>
              <p:nvPr/>
            </p:nvSpPr>
            <p:spPr>
              <a:xfrm rot="20822172">
                <a:off x="2349692" y="4466317"/>
                <a:ext cx="1812545" cy="1144588"/>
              </a:xfrm>
              <a:custGeom>
                <a:avLst/>
                <a:gdLst>
                  <a:gd name="connsiteX0" fmla="*/ 181659 w 2016224"/>
                  <a:gd name="connsiteY0" fmla="*/ 0 h 1270554"/>
                  <a:gd name="connsiteX1" fmla="*/ 1908881 w 2016224"/>
                  <a:gd name="connsiteY1" fmla="*/ 262442 h 1270554"/>
                  <a:gd name="connsiteX2" fmla="*/ 2016224 w 2016224"/>
                  <a:gd name="connsiteY2" fmla="*/ 753352 h 1270554"/>
                  <a:gd name="connsiteX3" fmla="*/ 1499022 w 2016224"/>
                  <a:gd name="connsiteY3" fmla="*/ 1270554 h 1270554"/>
                  <a:gd name="connsiteX4" fmla="*/ 517202 w 2016224"/>
                  <a:gd name="connsiteY4" fmla="*/ 1270554 h 1270554"/>
                  <a:gd name="connsiteX5" fmla="*/ 0 w 2016224"/>
                  <a:gd name="connsiteY5" fmla="*/ 753352 h 1270554"/>
                  <a:gd name="connsiteX6" fmla="*/ 181659 w 2016224"/>
                  <a:gd name="connsiteY6" fmla="*/ 0 h 1270554"/>
                  <a:gd name="connsiteX0" fmla="*/ 170132 w 2016224"/>
                  <a:gd name="connsiteY0" fmla="*/ 0 h 1273207"/>
                  <a:gd name="connsiteX1" fmla="*/ 1908881 w 2016224"/>
                  <a:gd name="connsiteY1" fmla="*/ 265095 h 1273207"/>
                  <a:gd name="connsiteX2" fmla="*/ 2016224 w 2016224"/>
                  <a:gd name="connsiteY2" fmla="*/ 756005 h 1273207"/>
                  <a:gd name="connsiteX3" fmla="*/ 1499022 w 2016224"/>
                  <a:gd name="connsiteY3" fmla="*/ 1273207 h 1273207"/>
                  <a:gd name="connsiteX4" fmla="*/ 517202 w 2016224"/>
                  <a:gd name="connsiteY4" fmla="*/ 1273207 h 1273207"/>
                  <a:gd name="connsiteX5" fmla="*/ 0 w 2016224"/>
                  <a:gd name="connsiteY5" fmla="*/ 756005 h 1273207"/>
                  <a:gd name="connsiteX6" fmla="*/ 170132 w 2016224"/>
                  <a:gd name="connsiteY6" fmla="*/ 0 h 1273207"/>
                  <a:gd name="connsiteX0" fmla="*/ 170132 w 2016224"/>
                  <a:gd name="connsiteY0" fmla="*/ 0 h 1273207"/>
                  <a:gd name="connsiteX1" fmla="*/ 1908881 w 2016224"/>
                  <a:gd name="connsiteY1" fmla="*/ 265095 h 1273207"/>
                  <a:gd name="connsiteX2" fmla="*/ 2016224 w 2016224"/>
                  <a:gd name="connsiteY2" fmla="*/ 756005 h 1273207"/>
                  <a:gd name="connsiteX3" fmla="*/ 1499022 w 2016224"/>
                  <a:gd name="connsiteY3" fmla="*/ 1273207 h 1273207"/>
                  <a:gd name="connsiteX4" fmla="*/ 517202 w 2016224"/>
                  <a:gd name="connsiteY4" fmla="*/ 1273207 h 1273207"/>
                  <a:gd name="connsiteX5" fmla="*/ 0 w 2016224"/>
                  <a:gd name="connsiteY5" fmla="*/ 756005 h 1273207"/>
                  <a:gd name="connsiteX6" fmla="*/ 170132 w 2016224"/>
                  <a:gd name="connsiteY6" fmla="*/ 0 h 1273207"/>
                  <a:gd name="connsiteX0" fmla="*/ 170132 w 2016224"/>
                  <a:gd name="connsiteY0" fmla="*/ 0 h 1273207"/>
                  <a:gd name="connsiteX1" fmla="*/ 1908881 w 2016224"/>
                  <a:gd name="connsiteY1" fmla="*/ 265095 h 1273207"/>
                  <a:gd name="connsiteX2" fmla="*/ 2016224 w 2016224"/>
                  <a:gd name="connsiteY2" fmla="*/ 756005 h 1273207"/>
                  <a:gd name="connsiteX3" fmla="*/ 1499022 w 2016224"/>
                  <a:gd name="connsiteY3" fmla="*/ 1273207 h 1273207"/>
                  <a:gd name="connsiteX4" fmla="*/ 517202 w 2016224"/>
                  <a:gd name="connsiteY4" fmla="*/ 1273207 h 1273207"/>
                  <a:gd name="connsiteX5" fmla="*/ 0 w 2016224"/>
                  <a:gd name="connsiteY5" fmla="*/ 756005 h 1273207"/>
                  <a:gd name="connsiteX6" fmla="*/ 170132 w 2016224"/>
                  <a:gd name="connsiteY6" fmla="*/ 0 h 1273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16224" h="1273207">
                    <a:moveTo>
                      <a:pt x="170132" y="0"/>
                    </a:moveTo>
                    <a:cubicBezTo>
                      <a:pt x="823292" y="85075"/>
                      <a:pt x="1203397" y="143700"/>
                      <a:pt x="1908881" y="265095"/>
                    </a:cubicBezTo>
                    <a:cubicBezTo>
                      <a:pt x="1970783" y="462532"/>
                      <a:pt x="2011360" y="642304"/>
                      <a:pt x="2016224" y="756005"/>
                    </a:cubicBezTo>
                    <a:cubicBezTo>
                      <a:pt x="2016224" y="1041648"/>
                      <a:pt x="1784665" y="1273207"/>
                      <a:pt x="1499022" y="1273207"/>
                    </a:cubicBezTo>
                    <a:lnTo>
                      <a:pt x="517202" y="1273207"/>
                    </a:lnTo>
                    <a:cubicBezTo>
                      <a:pt x="231559" y="1273207"/>
                      <a:pt x="0" y="1041648"/>
                      <a:pt x="0" y="756005"/>
                    </a:cubicBezTo>
                    <a:cubicBezTo>
                      <a:pt x="5758" y="637302"/>
                      <a:pt x="107653" y="194008"/>
                      <a:pt x="170132" y="0"/>
                    </a:cubicBezTo>
                    <a:close/>
                  </a:path>
                </a:pathLst>
              </a:custGeom>
              <a:solidFill>
                <a:schemeClr val="tx2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2" name="Oval 24">
                <a:extLst>
                  <a:ext uri="{FF2B5EF4-FFF2-40B4-BE49-F238E27FC236}">
                    <a16:creationId xmlns:a16="http://schemas.microsoft.com/office/drawing/2014/main" id="{ABFA0A3E-2353-4B24-A955-C332FDD6B0D9}"/>
                  </a:ext>
                </a:extLst>
              </p:cNvPr>
              <p:cNvSpPr/>
              <p:nvPr/>
            </p:nvSpPr>
            <p:spPr>
              <a:xfrm rot="19922172">
                <a:off x="2956377" y="5401284"/>
                <a:ext cx="158978" cy="15897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3" name="Oval 25">
                <a:extLst>
                  <a:ext uri="{FF2B5EF4-FFF2-40B4-BE49-F238E27FC236}">
                    <a16:creationId xmlns:a16="http://schemas.microsoft.com/office/drawing/2014/main" id="{21A3221A-23E8-4BDD-82C9-C1FC9151B1D6}"/>
                  </a:ext>
                </a:extLst>
              </p:cNvPr>
              <p:cNvSpPr/>
              <p:nvPr/>
            </p:nvSpPr>
            <p:spPr>
              <a:xfrm rot="19922172">
                <a:off x="3287720" y="5052607"/>
                <a:ext cx="79488" cy="794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" name="Oval 26">
                <a:extLst>
                  <a:ext uri="{FF2B5EF4-FFF2-40B4-BE49-F238E27FC236}">
                    <a16:creationId xmlns:a16="http://schemas.microsoft.com/office/drawing/2014/main" id="{6FDDB04B-7A62-4C4C-BA44-F5716B5B6CB6}"/>
                  </a:ext>
                </a:extLst>
              </p:cNvPr>
              <p:cNvSpPr/>
              <p:nvPr/>
            </p:nvSpPr>
            <p:spPr>
              <a:xfrm rot="19922172">
                <a:off x="2951182" y="5052299"/>
                <a:ext cx="129468" cy="12946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" name="Oval 27">
                <a:extLst>
                  <a:ext uri="{FF2B5EF4-FFF2-40B4-BE49-F238E27FC236}">
                    <a16:creationId xmlns:a16="http://schemas.microsoft.com/office/drawing/2014/main" id="{3BAADFC8-1104-4EF6-AD7E-E383970210E8}"/>
                  </a:ext>
                </a:extLst>
              </p:cNvPr>
              <p:cNvSpPr/>
              <p:nvPr/>
            </p:nvSpPr>
            <p:spPr>
              <a:xfrm rot="19922172">
                <a:off x="3015455" y="4704628"/>
                <a:ext cx="214669" cy="21466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6" name="Oval 28">
                <a:extLst>
                  <a:ext uri="{FF2B5EF4-FFF2-40B4-BE49-F238E27FC236}">
                    <a16:creationId xmlns:a16="http://schemas.microsoft.com/office/drawing/2014/main" id="{B89DA8BA-66B3-413D-93A2-6AE0841419E6}"/>
                  </a:ext>
                </a:extLst>
              </p:cNvPr>
              <p:cNvSpPr/>
              <p:nvPr/>
            </p:nvSpPr>
            <p:spPr>
              <a:xfrm rot="19922172">
                <a:off x="3403392" y="5279807"/>
                <a:ext cx="79488" cy="7948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7" name="Oval 29">
                <a:extLst>
                  <a:ext uri="{FF2B5EF4-FFF2-40B4-BE49-F238E27FC236}">
                    <a16:creationId xmlns:a16="http://schemas.microsoft.com/office/drawing/2014/main" id="{C7E3F04D-A368-47A8-92AF-416C5540A9E7}"/>
                  </a:ext>
                </a:extLst>
              </p:cNvPr>
              <p:cNvSpPr/>
              <p:nvPr/>
            </p:nvSpPr>
            <p:spPr>
              <a:xfrm rot="19922172">
                <a:off x="3465934" y="4834759"/>
                <a:ext cx="129468" cy="12946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8" name="Oval 30">
                <a:extLst>
                  <a:ext uri="{FF2B5EF4-FFF2-40B4-BE49-F238E27FC236}">
                    <a16:creationId xmlns:a16="http://schemas.microsoft.com/office/drawing/2014/main" id="{1BC0ECCB-1064-4857-9495-176772231209}"/>
                  </a:ext>
                </a:extLst>
              </p:cNvPr>
              <p:cNvSpPr/>
              <p:nvPr/>
            </p:nvSpPr>
            <p:spPr>
              <a:xfrm rot="19922172">
                <a:off x="2867137" y="4322821"/>
                <a:ext cx="158978" cy="15897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9" name="Oval 31">
                <a:extLst>
                  <a:ext uri="{FF2B5EF4-FFF2-40B4-BE49-F238E27FC236}">
                    <a16:creationId xmlns:a16="http://schemas.microsoft.com/office/drawing/2014/main" id="{7CA03612-2BBD-44D4-B06C-ADBEB1478473}"/>
                  </a:ext>
                </a:extLst>
              </p:cNvPr>
              <p:cNvSpPr/>
              <p:nvPr/>
            </p:nvSpPr>
            <p:spPr>
              <a:xfrm rot="19922172">
                <a:off x="2626403" y="3199517"/>
                <a:ext cx="79488" cy="7948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0" name="Oval 32">
                <a:extLst>
                  <a:ext uri="{FF2B5EF4-FFF2-40B4-BE49-F238E27FC236}">
                    <a16:creationId xmlns:a16="http://schemas.microsoft.com/office/drawing/2014/main" id="{FE284D83-DF90-46CA-B101-E1727A929319}"/>
                  </a:ext>
                </a:extLst>
              </p:cNvPr>
              <p:cNvSpPr/>
              <p:nvPr/>
            </p:nvSpPr>
            <p:spPr>
              <a:xfrm rot="19922172">
                <a:off x="2881892" y="3974591"/>
                <a:ext cx="129468" cy="12946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1" name="Oval 33">
                <a:extLst>
                  <a:ext uri="{FF2B5EF4-FFF2-40B4-BE49-F238E27FC236}">
                    <a16:creationId xmlns:a16="http://schemas.microsoft.com/office/drawing/2014/main" id="{B4591A72-0897-40FD-A9FE-A5F009A7400D}"/>
                  </a:ext>
                </a:extLst>
              </p:cNvPr>
              <p:cNvSpPr/>
              <p:nvPr/>
            </p:nvSpPr>
            <p:spPr>
              <a:xfrm rot="19922172">
                <a:off x="3232413" y="4332626"/>
                <a:ext cx="214669" cy="21466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2" name="Oval 34">
                <a:extLst>
                  <a:ext uri="{FF2B5EF4-FFF2-40B4-BE49-F238E27FC236}">
                    <a16:creationId xmlns:a16="http://schemas.microsoft.com/office/drawing/2014/main" id="{195B87E1-535D-4B7B-8368-AB469294FD71}"/>
                  </a:ext>
                </a:extLst>
              </p:cNvPr>
              <p:cNvSpPr/>
              <p:nvPr/>
            </p:nvSpPr>
            <p:spPr>
              <a:xfrm rot="19922172">
                <a:off x="3114166" y="4068024"/>
                <a:ext cx="129468" cy="12946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3" name="Oval 35">
                <a:extLst>
                  <a:ext uri="{FF2B5EF4-FFF2-40B4-BE49-F238E27FC236}">
                    <a16:creationId xmlns:a16="http://schemas.microsoft.com/office/drawing/2014/main" id="{20A66E3E-761F-4FFC-B7DB-6C899A56DC79}"/>
                  </a:ext>
                </a:extLst>
              </p:cNvPr>
              <p:cNvSpPr/>
              <p:nvPr/>
            </p:nvSpPr>
            <p:spPr>
              <a:xfrm rot="19922172">
                <a:off x="2740899" y="3591706"/>
                <a:ext cx="129468" cy="129468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24" name="Rounded Rectangle 24">
                <a:extLst>
                  <a:ext uri="{FF2B5EF4-FFF2-40B4-BE49-F238E27FC236}">
                    <a16:creationId xmlns:a16="http://schemas.microsoft.com/office/drawing/2014/main" id="{95907ABB-F20F-488A-AB34-2F7EB9695552}"/>
                  </a:ext>
                </a:extLst>
              </p:cNvPr>
              <p:cNvSpPr/>
              <p:nvPr/>
            </p:nvSpPr>
            <p:spPr>
              <a:xfrm rot="20822172">
                <a:off x="2323230" y="2856728"/>
                <a:ext cx="903882" cy="17600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  <p:grpSp>
            <p:nvGrpSpPr>
              <p:cNvPr id="25" name="Group 37">
                <a:extLst>
                  <a:ext uri="{FF2B5EF4-FFF2-40B4-BE49-F238E27FC236}">
                    <a16:creationId xmlns:a16="http://schemas.microsoft.com/office/drawing/2014/main" id="{B535F8AA-CB6B-4625-917B-254F8FD750D7}"/>
                  </a:ext>
                </a:extLst>
              </p:cNvPr>
              <p:cNvGrpSpPr/>
              <p:nvPr/>
            </p:nvGrpSpPr>
            <p:grpSpPr>
              <a:xfrm rot="6970873">
                <a:off x="2773997" y="3162587"/>
                <a:ext cx="1029449" cy="711925"/>
                <a:chOff x="7088933" y="2427715"/>
                <a:chExt cx="895505" cy="619296"/>
              </a:xfrm>
            </p:grpSpPr>
            <p:sp>
              <p:nvSpPr>
                <p:cNvPr id="26" name="Flowchart: Terminator 38">
                  <a:extLst>
                    <a:ext uri="{FF2B5EF4-FFF2-40B4-BE49-F238E27FC236}">
                      <a16:creationId xmlns:a16="http://schemas.microsoft.com/office/drawing/2014/main" id="{C9A391CF-0232-4F82-B816-A789EC84E415}"/>
                    </a:ext>
                  </a:extLst>
                </p:cNvPr>
                <p:cNvSpPr/>
                <p:nvPr/>
              </p:nvSpPr>
              <p:spPr>
                <a:xfrm rot="2666605">
                  <a:off x="7516438" y="2427715"/>
                  <a:ext cx="468000" cy="172778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27" name="Flowchart: Terminator 39">
                  <a:extLst>
                    <a:ext uri="{FF2B5EF4-FFF2-40B4-BE49-F238E27FC236}">
                      <a16:creationId xmlns:a16="http://schemas.microsoft.com/office/drawing/2014/main" id="{281B030D-04C3-46FE-8DC5-C07A3B71458C}"/>
                    </a:ext>
                  </a:extLst>
                </p:cNvPr>
                <p:cNvSpPr/>
                <p:nvPr/>
              </p:nvSpPr>
              <p:spPr>
                <a:xfrm rot="2666605">
                  <a:off x="7182429" y="2755702"/>
                  <a:ext cx="576064" cy="172778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28" name="Flowchart: Terminator 40">
                  <a:extLst>
                    <a:ext uri="{FF2B5EF4-FFF2-40B4-BE49-F238E27FC236}">
                      <a16:creationId xmlns:a16="http://schemas.microsoft.com/office/drawing/2014/main" id="{35235566-3097-409A-9277-CE39AA5FED83}"/>
                    </a:ext>
                  </a:extLst>
                </p:cNvPr>
                <p:cNvSpPr/>
                <p:nvPr/>
              </p:nvSpPr>
              <p:spPr>
                <a:xfrm rot="2666605">
                  <a:off x="7332111" y="2581252"/>
                  <a:ext cx="540000" cy="172778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29" name="Flowchart: Terminator 41">
                  <a:extLst>
                    <a:ext uri="{FF2B5EF4-FFF2-40B4-BE49-F238E27FC236}">
                      <a16:creationId xmlns:a16="http://schemas.microsoft.com/office/drawing/2014/main" id="{B48A97AB-8E74-45A6-82DD-A4613EF272D5}"/>
                    </a:ext>
                  </a:extLst>
                </p:cNvPr>
                <p:cNvSpPr/>
                <p:nvPr/>
              </p:nvSpPr>
              <p:spPr>
                <a:xfrm rot="2666605">
                  <a:off x="7088933" y="2874233"/>
                  <a:ext cx="432000" cy="172778"/>
                </a:xfrm>
                <a:prstGeom prst="flowChartTerminator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 dirty="0"/>
                </a:p>
              </p:txBody>
            </p:sp>
          </p:grpSp>
        </p:grpSp>
      </p:grpSp>
      <p:grpSp>
        <p:nvGrpSpPr>
          <p:cNvPr id="45" name="Group 90">
            <a:extLst>
              <a:ext uri="{FF2B5EF4-FFF2-40B4-BE49-F238E27FC236}">
                <a16:creationId xmlns:a16="http://schemas.microsoft.com/office/drawing/2014/main" id="{9A9DF1EE-6DA8-400A-A18A-8CDFE65401FD}"/>
              </a:ext>
            </a:extLst>
          </p:cNvPr>
          <p:cNvGrpSpPr/>
          <p:nvPr userDrawn="1"/>
        </p:nvGrpSpPr>
        <p:grpSpPr>
          <a:xfrm>
            <a:off x="5110630" y="3918631"/>
            <a:ext cx="2202045" cy="2684948"/>
            <a:chOff x="7596534" y="1781236"/>
            <a:chExt cx="3532564" cy="4307246"/>
          </a:xfrm>
        </p:grpSpPr>
        <p:grpSp>
          <p:nvGrpSpPr>
            <p:cNvPr id="46" name="Group 43">
              <a:extLst>
                <a:ext uri="{FF2B5EF4-FFF2-40B4-BE49-F238E27FC236}">
                  <a16:creationId xmlns:a16="http://schemas.microsoft.com/office/drawing/2014/main" id="{E186074A-6640-4585-BBAE-DC8DDC9F42BA}"/>
                </a:ext>
              </a:extLst>
            </p:cNvPr>
            <p:cNvGrpSpPr/>
            <p:nvPr/>
          </p:nvGrpSpPr>
          <p:grpSpPr>
            <a:xfrm>
              <a:off x="8868300" y="3762813"/>
              <a:ext cx="989035" cy="2325669"/>
              <a:chOff x="6660232" y="3023478"/>
              <a:chExt cx="1152128" cy="2709174"/>
            </a:xfrm>
          </p:grpSpPr>
          <p:grpSp>
            <p:nvGrpSpPr>
              <p:cNvPr id="86" name="Group 44">
                <a:extLst>
                  <a:ext uri="{FF2B5EF4-FFF2-40B4-BE49-F238E27FC236}">
                    <a16:creationId xmlns:a16="http://schemas.microsoft.com/office/drawing/2014/main" id="{B6762540-A5D7-40B1-A8F2-C7EB3E604AD4}"/>
                  </a:ext>
                </a:extLst>
              </p:cNvPr>
              <p:cNvGrpSpPr/>
              <p:nvPr/>
            </p:nvGrpSpPr>
            <p:grpSpPr>
              <a:xfrm rot="5400000">
                <a:off x="5910032" y="3902442"/>
                <a:ext cx="2652420" cy="1008000"/>
                <a:chOff x="3215725" y="3292527"/>
                <a:chExt cx="2652420" cy="1008000"/>
              </a:xfrm>
            </p:grpSpPr>
            <p:sp>
              <p:nvSpPr>
                <p:cNvPr id="90" name="Block Arc 48">
                  <a:extLst>
                    <a:ext uri="{FF2B5EF4-FFF2-40B4-BE49-F238E27FC236}">
                      <a16:creationId xmlns:a16="http://schemas.microsoft.com/office/drawing/2014/main" id="{96C8646F-EBA7-4E3B-BF4D-E1A5EC80AB58}"/>
                    </a:ext>
                  </a:extLst>
                </p:cNvPr>
                <p:cNvSpPr/>
                <p:nvPr/>
              </p:nvSpPr>
              <p:spPr>
                <a:xfrm rot="5400000">
                  <a:off x="4855267" y="3287648"/>
                  <a:ext cx="1008000" cy="1017757"/>
                </a:xfrm>
                <a:prstGeom prst="blockArc">
                  <a:avLst>
                    <a:gd name="adj1" fmla="val 10800000"/>
                    <a:gd name="adj2" fmla="val 9456"/>
                    <a:gd name="adj3" fmla="val 10672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Rectangle 49">
                  <a:extLst>
                    <a:ext uri="{FF2B5EF4-FFF2-40B4-BE49-F238E27FC236}">
                      <a16:creationId xmlns:a16="http://schemas.microsoft.com/office/drawing/2014/main" id="{925A319C-1D00-4C9D-AF35-A46F9B5E1FA8}"/>
                    </a:ext>
                  </a:extLst>
                </p:cNvPr>
                <p:cNvSpPr/>
                <p:nvPr/>
              </p:nvSpPr>
              <p:spPr>
                <a:xfrm rot="10800000">
                  <a:off x="3215725" y="4192527"/>
                  <a:ext cx="2160000" cy="108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92" name="Rectangle 50">
                  <a:extLst>
                    <a:ext uri="{FF2B5EF4-FFF2-40B4-BE49-F238E27FC236}">
                      <a16:creationId xmlns:a16="http://schemas.microsoft.com/office/drawing/2014/main" id="{EC280730-A7F4-4471-8B8A-B894CD254D07}"/>
                    </a:ext>
                  </a:extLst>
                </p:cNvPr>
                <p:cNvSpPr/>
                <p:nvPr/>
              </p:nvSpPr>
              <p:spPr>
                <a:xfrm rot="10800000">
                  <a:off x="3215725" y="3294974"/>
                  <a:ext cx="2160000" cy="108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</p:grpSp>
          <p:sp>
            <p:nvSpPr>
              <p:cNvPr id="87" name="Rounded Rectangle 29">
                <a:extLst>
                  <a:ext uri="{FF2B5EF4-FFF2-40B4-BE49-F238E27FC236}">
                    <a16:creationId xmlns:a16="http://schemas.microsoft.com/office/drawing/2014/main" id="{5828C01A-D18D-4FDB-B166-106947AF7750}"/>
                  </a:ext>
                </a:extLst>
              </p:cNvPr>
              <p:cNvSpPr/>
              <p:nvPr/>
            </p:nvSpPr>
            <p:spPr>
              <a:xfrm>
                <a:off x="6660232" y="3023478"/>
                <a:ext cx="180010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8" name="Rounded Rectangle 32">
                <a:extLst>
                  <a:ext uri="{FF2B5EF4-FFF2-40B4-BE49-F238E27FC236}">
                    <a16:creationId xmlns:a16="http://schemas.microsoft.com/office/drawing/2014/main" id="{53FE1E6D-1C7A-41A3-9153-93B8AF805A57}"/>
                  </a:ext>
                </a:extLst>
              </p:cNvPr>
              <p:cNvSpPr/>
              <p:nvPr/>
            </p:nvSpPr>
            <p:spPr>
              <a:xfrm>
                <a:off x="7632350" y="3023478"/>
                <a:ext cx="180010" cy="108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89" name="Round Same Side Corner Rectangle 30">
                <a:extLst>
                  <a:ext uri="{FF2B5EF4-FFF2-40B4-BE49-F238E27FC236}">
                    <a16:creationId xmlns:a16="http://schemas.microsoft.com/office/drawing/2014/main" id="{1F497A4F-4F25-45B7-B6DA-F55B66236EB2}"/>
                  </a:ext>
                </a:extLst>
              </p:cNvPr>
              <p:cNvSpPr/>
              <p:nvPr/>
            </p:nvSpPr>
            <p:spPr>
              <a:xfrm rot="10800000">
                <a:off x="6840241" y="4038397"/>
                <a:ext cx="789554" cy="158856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47" name="Oval 51">
              <a:extLst>
                <a:ext uri="{FF2B5EF4-FFF2-40B4-BE49-F238E27FC236}">
                  <a16:creationId xmlns:a16="http://schemas.microsoft.com/office/drawing/2014/main" id="{291AE251-49B1-4D1D-AF8D-1F8C047C3E93}"/>
                </a:ext>
              </a:extLst>
            </p:cNvPr>
            <p:cNvSpPr/>
            <p:nvPr/>
          </p:nvSpPr>
          <p:spPr>
            <a:xfrm rot="19922172">
              <a:off x="9413601" y="5367261"/>
              <a:ext cx="158978" cy="1589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8" name="Oval 52">
              <a:extLst>
                <a:ext uri="{FF2B5EF4-FFF2-40B4-BE49-F238E27FC236}">
                  <a16:creationId xmlns:a16="http://schemas.microsoft.com/office/drawing/2014/main" id="{494E9313-B7B9-4709-81D4-A754519D6C97}"/>
                </a:ext>
              </a:extLst>
            </p:cNvPr>
            <p:cNvSpPr/>
            <p:nvPr/>
          </p:nvSpPr>
          <p:spPr>
            <a:xfrm rot="19922172">
              <a:off x="9414186" y="5216395"/>
              <a:ext cx="79488" cy="7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49" name="Oval 53">
              <a:extLst>
                <a:ext uri="{FF2B5EF4-FFF2-40B4-BE49-F238E27FC236}">
                  <a16:creationId xmlns:a16="http://schemas.microsoft.com/office/drawing/2014/main" id="{8D4DBF6B-4242-4E79-8D88-3369B336BB96}"/>
                </a:ext>
              </a:extLst>
            </p:cNvPr>
            <p:cNvSpPr/>
            <p:nvPr/>
          </p:nvSpPr>
          <p:spPr>
            <a:xfrm rot="19922172">
              <a:off x="9160816" y="5090898"/>
              <a:ext cx="129469" cy="1294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0" name="Oval 54">
              <a:extLst>
                <a:ext uri="{FF2B5EF4-FFF2-40B4-BE49-F238E27FC236}">
                  <a16:creationId xmlns:a16="http://schemas.microsoft.com/office/drawing/2014/main" id="{247AEA0C-0CBC-479F-B259-34BA9D836A08}"/>
                </a:ext>
              </a:extLst>
            </p:cNvPr>
            <p:cNvSpPr/>
            <p:nvPr/>
          </p:nvSpPr>
          <p:spPr>
            <a:xfrm rot="19922172">
              <a:off x="9225092" y="4743230"/>
              <a:ext cx="214669" cy="2146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1" name="Oval 55">
              <a:extLst>
                <a:ext uri="{FF2B5EF4-FFF2-40B4-BE49-F238E27FC236}">
                  <a16:creationId xmlns:a16="http://schemas.microsoft.com/office/drawing/2014/main" id="{F3621BFA-7731-4D0E-A3C2-D176C4E4D9CB}"/>
                </a:ext>
              </a:extLst>
            </p:cNvPr>
            <p:cNvSpPr/>
            <p:nvPr/>
          </p:nvSpPr>
          <p:spPr>
            <a:xfrm rot="19922172">
              <a:off x="9331244" y="5671742"/>
              <a:ext cx="129469" cy="1294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2" name="Oval 56">
              <a:extLst>
                <a:ext uri="{FF2B5EF4-FFF2-40B4-BE49-F238E27FC236}">
                  <a16:creationId xmlns:a16="http://schemas.microsoft.com/office/drawing/2014/main" id="{1F42FDA3-BA5C-41EB-B533-ED35EBCF2924}"/>
                </a:ext>
              </a:extLst>
            </p:cNvPr>
            <p:cNvSpPr/>
            <p:nvPr/>
          </p:nvSpPr>
          <p:spPr>
            <a:xfrm rot="19922172">
              <a:off x="9305062" y="4473525"/>
              <a:ext cx="158978" cy="15897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3" name="Oval 57">
              <a:extLst>
                <a:ext uri="{FF2B5EF4-FFF2-40B4-BE49-F238E27FC236}">
                  <a16:creationId xmlns:a16="http://schemas.microsoft.com/office/drawing/2014/main" id="{12E4FF05-E0B4-4881-9822-B16D3B5247B7}"/>
                </a:ext>
              </a:extLst>
            </p:cNvPr>
            <p:cNvSpPr/>
            <p:nvPr/>
          </p:nvSpPr>
          <p:spPr>
            <a:xfrm rot="19922172">
              <a:off x="9068678" y="4293265"/>
              <a:ext cx="129469" cy="1294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4" name="Oval 58">
              <a:extLst>
                <a:ext uri="{FF2B5EF4-FFF2-40B4-BE49-F238E27FC236}">
                  <a16:creationId xmlns:a16="http://schemas.microsoft.com/office/drawing/2014/main" id="{C5EC5520-49AB-4C00-85AF-60578204CB3A}"/>
                </a:ext>
              </a:extLst>
            </p:cNvPr>
            <p:cNvSpPr/>
            <p:nvPr/>
          </p:nvSpPr>
          <p:spPr>
            <a:xfrm rot="19922172">
              <a:off x="9347918" y="4261172"/>
              <a:ext cx="110234" cy="11023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5" name="Oval 59">
              <a:extLst>
                <a:ext uri="{FF2B5EF4-FFF2-40B4-BE49-F238E27FC236}">
                  <a16:creationId xmlns:a16="http://schemas.microsoft.com/office/drawing/2014/main" id="{F9CBE5B1-2180-49EF-BA5F-4038FD903B53}"/>
                </a:ext>
              </a:extLst>
            </p:cNvPr>
            <p:cNvSpPr/>
            <p:nvPr/>
          </p:nvSpPr>
          <p:spPr>
            <a:xfrm rot="19922172">
              <a:off x="9488278" y="4986708"/>
              <a:ext cx="129469" cy="12946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6" name="Oval 60">
              <a:extLst>
                <a:ext uri="{FF2B5EF4-FFF2-40B4-BE49-F238E27FC236}">
                  <a16:creationId xmlns:a16="http://schemas.microsoft.com/office/drawing/2014/main" id="{B72682CB-0C5E-4458-B362-DE8478321583}"/>
                </a:ext>
              </a:extLst>
            </p:cNvPr>
            <p:cNvSpPr/>
            <p:nvPr/>
          </p:nvSpPr>
          <p:spPr>
            <a:xfrm rot="19922172">
              <a:off x="9230283" y="5514488"/>
              <a:ext cx="79488" cy="7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7" name="Oval 61">
              <a:extLst>
                <a:ext uri="{FF2B5EF4-FFF2-40B4-BE49-F238E27FC236}">
                  <a16:creationId xmlns:a16="http://schemas.microsoft.com/office/drawing/2014/main" id="{03FD38DE-5D36-4450-A372-317245256AE0}"/>
                </a:ext>
              </a:extLst>
            </p:cNvPr>
            <p:cNvSpPr/>
            <p:nvPr/>
          </p:nvSpPr>
          <p:spPr>
            <a:xfrm rot="19922172">
              <a:off x="9515886" y="4104569"/>
              <a:ext cx="129469" cy="1294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8" name="Oval 62">
              <a:extLst>
                <a:ext uri="{FF2B5EF4-FFF2-40B4-BE49-F238E27FC236}">
                  <a16:creationId xmlns:a16="http://schemas.microsoft.com/office/drawing/2014/main" id="{4FEBC1D6-0B05-46A1-BFF5-2F8513D82909}"/>
                </a:ext>
              </a:extLst>
            </p:cNvPr>
            <p:cNvSpPr/>
            <p:nvPr/>
          </p:nvSpPr>
          <p:spPr>
            <a:xfrm>
              <a:off x="7596534" y="2710959"/>
              <a:ext cx="648072" cy="648072"/>
            </a:xfrm>
            <a:prstGeom prst="ellipse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9" name="Oval 63">
              <a:extLst>
                <a:ext uri="{FF2B5EF4-FFF2-40B4-BE49-F238E27FC236}">
                  <a16:creationId xmlns:a16="http://schemas.microsoft.com/office/drawing/2014/main" id="{0699872A-F143-497E-8170-A3FCEEB06158}"/>
                </a:ext>
              </a:extLst>
            </p:cNvPr>
            <p:cNvSpPr/>
            <p:nvPr/>
          </p:nvSpPr>
          <p:spPr>
            <a:xfrm>
              <a:off x="9038780" y="1781236"/>
              <a:ext cx="648072" cy="648072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0" name="Oval 64">
              <a:extLst>
                <a:ext uri="{FF2B5EF4-FFF2-40B4-BE49-F238E27FC236}">
                  <a16:creationId xmlns:a16="http://schemas.microsoft.com/office/drawing/2014/main" id="{C3F0D2F3-AF66-438A-A6ED-155C39648C4E}"/>
                </a:ext>
              </a:extLst>
            </p:cNvPr>
            <p:cNvSpPr/>
            <p:nvPr/>
          </p:nvSpPr>
          <p:spPr>
            <a:xfrm>
              <a:off x="10000279" y="2020519"/>
              <a:ext cx="648072" cy="6480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1" name="Oval 65">
              <a:extLst>
                <a:ext uri="{FF2B5EF4-FFF2-40B4-BE49-F238E27FC236}">
                  <a16:creationId xmlns:a16="http://schemas.microsoft.com/office/drawing/2014/main" id="{8853FD0B-84D5-4907-B2CB-69C47D4199CF}"/>
                </a:ext>
              </a:extLst>
            </p:cNvPr>
            <p:cNvSpPr/>
            <p:nvPr/>
          </p:nvSpPr>
          <p:spPr>
            <a:xfrm>
              <a:off x="8077282" y="2020519"/>
              <a:ext cx="648072" cy="64807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sp>
          <p:nvSpPr>
            <p:cNvPr id="62" name="Oval 66">
              <a:extLst>
                <a:ext uri="{FF2B5EF4-FFF2-40B4-BE49-F238E27FC236}">
                  <a16:creationId xmlns:a16="http://schemas.microsoft.com/office/drawing/2014/main" id="{B168E562-E190-40FA-8572-05672380C38D}"/>
                </a:ext>
              </a:extLst>
            </p:cNvPr>
            <p:cNvSpPr/>
            <p:nvPr/>
          </p:nvSpPr>
          <p:spPr>
            <a:xfrm>
              <a:off x="10481026" y="2710959"/>
              <a:ext cx="648072" cy="64807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cxnSp>
          <p:nvCxnSpPr>
            <p:cNvPr id="63" name="Straight Connector 67">
              <a:extLst>
                <a:ext uri="{FF2B5EF4-FFF2-40B4-BE49-F238E27FC236}">
                  <a16:creationId xmlns:a16="http://schemas.microsoft.com/office/drawing/2014/main" id="{24108B1C-00F9-44ED-B87B-A5B5F25913D3}"/>
                </a:ext>
              </a:extLst>
            </p:cNvPr>
            <p:cNvCxnSpPr>
              <a:cxnSpLocks/>
              <a:stCxn id="72" idx="0"/>
              <a:endCxn id="59" idx="4"/>
            </p:cNvCxnSpPr>
            <p:nvPr/>
          </p:nvCxnSpPr>
          <p:spPr>
            <a:xfrm flipH="1" flipV="1">
              <a:off x="9362814" y="2429306"/>
              <a:ext cx="2" cy="1507405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8">
              <a:extLst>
                <a:ext uri="{FF2B5EF4-FFF2-40B4-BE49-F238E27FC236}">
                  <a16:creationId xmlns:a16="http://schemas.microsoft.com/office/drawing/2014/main" id="{93228CEC-DDC3-4F16-9AC0-A8C6A3F78250}"/>
                </a:ext>
              </a:extLst>
            </p:cNvPr>
            <p:cNvCxnSpPr>
              <a:cxnSpLocks/>
              <a:stCxn id="72" idx="0"/>
              <a:endCxn id="75" idx="4"/>
            </p:cNvCxnSpPr>
            <p:nvPr/>
          </p:nvCxnSpPr>
          <p:spPr>
            <a:xfrm flipH="1" flipV="1">
              <a:off x="8882068" y="3257398"/>
              <a:ext cx="480749" cy="679312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9">
              <a:extLst>
                <a:ext uri="{FF2B5EF4-FFF2-40B4-BE49-F238E27FC236}">
                  <a16:creationId xmlns:a16="http://schemas.microsoft.com/office/drawing/2014/main" id="{C107A31D-E89C-4C38-A931-B193EB9820AB}"/>
                </a:ext>
              </a:extLst>
            </p:cNvPr>
            <p:cNvCxnSpPr>
              <a:cxnSpLocks/>
              <a:stCxn id="72" idx="0"/>
              <a:endCxn id="76" idx="4"/>
            </p:cNvCxnSpPr>
            <p:nvPr/>
          </p:nvCxnSpPr>
          <p:spPr>
            <a:xfrm flipV="1">
              <a:off x="9362818" y="3257398"/>
              <a:ext cx="480749" cy="679312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70">
              <a:extLst>
                <a:ext uri="{FF2B5EF4-FFF2-40B4-BE49-F238E27FC236}">
                  <a16:creationId xmlns:a16="http://schemas.microsoft.com/office/drawing/2014/main" id="{C87F6541-468A-4CD8-8446-A53B93D63A26}"/>
                </a:ext>
              </a:extLst>
            </p:cNvPr>
            <p:cNvCxnSpPr>
              <a:cxnSpLocks/>
              <a:stCxn id="72" idx="0"/>
              <a:endCxn id="62" idx="2"/>
            </p:cNvCxnSpPr>
            <p:nvPr/>
          </p:nvCxnSpPr>
          <p:spPr>
            <a:xfrm flipV="1">
              <a:off x="9362814" y="3034995"/>
              <a:ext cx="1118210" cy="901718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Freeform 81">
              <a:extLst>
                <a:ext uri="{FF2B5EF4-FFF2-40B4-BE49-F238E27FC236}">
                  <a16:creationId xmlns:a16="http://schemas.microsoft.com/office/drawing/2014/main" id="{351302FD-2560-4499-90FA-2B91E6CEA603}"/>
                </a:ext>
              </a:extLst>
            </p:cNvPr>
            <p:cNvSpPr/>
            <p:nvPr/>
          </p:nvSpPr>
          <p:spPr>
            <a:xfrm>
              <a:off x="8720130" y="2343757"/>
              <a:ext cx="611784" cy="1566250"/>
            </a:xfrm>
            <a:custGeom>
              <a:avLst/>
              <a:gdLst>
                <a:gd name="connsiteX0" fmla="*/ 506994 w 506994"/>
                <a:gd name="connsiteY0" fmla="*/ 1566249 h 1566249"/>
                <a:gd name="connsiteX1" fmla="*/ 321398 w 506994"/>
                <a:gd name="connsiteY1" fmla="*/ 113168 h 1566249"/>
                <a:gd name="connsiteX2" fmla="*/ 0 w 506994"/>
                <a:gd name="connsiteY2" fmla="*/ 0 h 1566249"/>
                <a:gd name="connsiteX3" fmla="*/ 0 w 506994"/>
                <a:gd name="connsiteY3" fmla="*/ 0 h 156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994" h="1566249">
                  <a:moveTo>
                    <a:pt x="506994" y="1566249"/>
                  </a:moveTo>
                  <a:lnTo>
                    <a:pt x="321398" y="11316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68" name="Freeform 114">
              <a:extLst>
                <a:ext uri="{FF2B5EF4-FFF2-40B4-BE49-F238E27FC236}">
                  <a16:creationId xmlns:a16="http://schemas.microsoft.com/office/drawing/2014/main" id="{46000E58-722D-4856-AAA0-E30FF2E604D8}"/>
                </a:ext>
              </a:extLst>
            </p:cNvPr>
            <p:cNvSpPr/>
            <p:nvPr/>
          </p:nvSpPr>
          <p:spPr>
            <a:xfrm flipH="1">
              <a:off x="9400241" y="2343757"/>
              <a:ext cx="611784" cy="1566250"/>
            </a:xfrm>
            <a:custGeom>
              <a:avLst/>
              <a:gdLst>
                <a:gd name="connsiteX0" fmla="*/ 506994 w 506994"/>
                <a:gd name="connsiteY0" fmla="*/ 1566249 h 1566249"/>
                <a:gd name="connsiteX1" fmla="*/ 321398 w 506994"/>
                <a:gd name="connsiteY1" fmla="*/ 113168 h 1566249"/>
                <a:gd name="connsiteX2" fmla="*/ 0 w 506994"/>
                <a:gd name="connsiteY2" fmla="*/ 0 h 1566249"/>
                <a:gd name="connsiteX3" fmla="*/ 0 w 506994"/>
                <a:gd name="connsiteY3" fmla="*/ 0 h 1566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994" h="1566249">
                  <a:moveTo>
                    <a:pt x="506994" y="1566249"/>
                  </a:moveTo>
                  <a:lnTo>
                    <a:pt x="321398" y="113168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cxnSp>
          <p:nvCxnSpPr>
            <p:cNvPr id="69" name="Straight Connector 73">
              <a:extLst>
                <a:ext uri="{FF2B5EF4-FFF2-40B4-BE49-F238E27FC236}">
                  <a16:creationId xmlns:a16="http://schemas.microsoft.com/office/drawing/2014/main" id="{0BF78CBC-E539-48B6-81E1-32B79CD5012B}"/>
                </a:ext>
              </a:extLst>
            </p:cNvPr>
            <p:cNvCxnSpPr>
              <a:cxnSpLocks/>
              <a:stCxn id="58" idx="6"/>
              <a:endCxn id="72" idx="0"/>
            </p:cNvCxnSpPr>
            <p:nvPr/>
          </p:nvCxnSpPr>
          <p:spPr>
            <a:xfrm>
              <a:off x="8244605" y="3034995"/>
              <a:ext cx="1118211" cy="901718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74">
              <a:extLst>
                <a:ext uri="{FF2B5EF4-FFF2-40B4-BE49-F238E27FC236}">
                  <a16:creationId xmlns:a16="http://schemas.microsoft.com/office/drawing/2014/main" id="{6C5E7682-70ED-4CC8-BC8A-2132FCBD5AA9}"/>
                </a:ext>
              </a:extLst>
            </p:cNvPr>
            <p:cNvCxnSpPr>
              <a:stCxn id="72" idx="0"/>
              <a:endCxn id="74" idx="7"/>
            </p:cNvCxnSpPr>
            <p:nvPr/>
          </p:nvCxnSpPr>
          <p:spPr>
            <a:xfrm flipH="1" flipV="1">
              <a:off x="8630445" y="3461990"/>
              <a:ext cx="732370" cy="47472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5">
              <a:extLst>
                <a:ext uri="{FF2B5EF4-FFF2-40B4-BE49-F238E27FC236}">
                  <a16:creationId xmlns:a16="http://schemas.microsoft.com/office/drawing/2014/main" id="{E1AB77C4-C84F-485D-A186-108BD3C0C4EB}"/>
                </a:ext>
              </a:extLst>
            </p:cNvPr>
            <p:cNvCxnSpPr>
              <a:cxnSpLocks/>
              <a:stCxn id="72" idx="0"/>
              <a:endCxn id="73" idx="1"/>
            </p:cNvCxnSpPr>
            <p:nvPr/>
          </p:nvCxnSpPr>
          <p:spPr>
            <a:xfrm flipV="1">
              <a:off x="9362814" y="3461990"/>
              <a:ext cx="732370" cy="47472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6">
              <a:extLst>
                <a:ext uri="{FF2B5EF4-FFF2-40B4-BE49-F238E27FC236}">
                  <a16:creationId xmlns:a16="http://schemas.microsoft.com/office/drawing/2014/main" id="{CD183CFC-3E78-400A-8660-34C388181B31}"/>
                </a:ext>
              </a:extLst>
            </p:cNvPr>
            <p:cNvSpPr/>
            <p:nvPr/>
          </p:nvSpPr>
          <p:spPr>
            <a:xfrm>
              <a:off x="9255482" y="3936714"/>
              <a:ext cx="214669" cy="2146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3" name="Oval 77">
              <a:extLst>
                <a:ext uri="{FF2B5EF4-FFF2-40B4-BE49-F238E27FC236}">
                  <a16:creationId xmlns:a16="http://schemas.microsoft.com/office/drawing/2014/main" id="{1E6F01ED-615B-49EA-A0FE-38158F586A5F}"/>
                </a:ext>
              </a:extLst>
            </p:cNvPr>
            <p:cNvSpPr/>
            <p:nvPr/>
          </p:nvSpPr>
          <p:spPr>
            <a:xfrm>
              <a:off x="10000278" y="3367084"/>
              <a:ext cx="648072" cy="648072"/>
            </a:xfrm>
            <a:prstGeom prst="ellipse">
              <a:avLst/>
            </a:prstGeom>
            <a:solidFill>
              <a:schemeClr val="tx2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4" name="Oval 78">
              <a:extLst>
                <a:ext uri="{FF2B5EF4-FFF2-40B4-BE49-F238E27FC236}">
                  <a16:creationId xmlns:a16="http://schemas.microsoft.com/office/drawing/2014/main" id="{A00ECA07-B11A-4EA2-80B3-64D2653FA211}"/>
                </a:ext>
              </a:extLst>
            </p:cNvPr>
            <p:cNvSpPr/>
            <p:nvPr/>
          </p:nvSpPr>
          <p:spPr>
            <a:xfrm>
              <a:off x="8077282" y="3367084"/>
              <a:ext cx="648072" cy="6480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5" name="Oval 79">
              <a:extLst>
                <a:ext uri="{FF2B5EF4-FFF2-40B4-BE49-F238E27FC236}">
                  <a16:creationId xmlns:a16="http://schemas.microsoft.com/office/drawing/2014/main" id="{EE107385-97B4-41E2-93E1-D4FEB1589F79}"/>
                </a:ext>
              </a:extLst>
            </p:cNvPr>
            <p:cNvSpPr/>
            <p:nvPr/>
          </p:nvSpPr>
          <p:spPr>
            <a:xfrm>
              <a:off x="8558031" y="2609329"/>
              <a:ext cx="648072" cy="64807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6" name="Oval 80">
              <a:extLst>
                <a:ext uri="{FF2B5EF4-FFF2-40B4-BE49-F238E27FC236}">
                  <a16:creationId xmlns:a16="http://schemas.microsoft.com/office/drawing/2014/main" id="{D24E625D-CC01-4FD8-AA52-FECCC63C1636}"/>
                </a:ext>
              </a:extLst>
            </p:cNvPr>
            <p:cNvSpPr/>
            <p:nvPr/>
          </p:nvSpPr>
          <p:spPr>
            <a:xfrm>
              <a:off x="9519529" y="2609329"/>
              <a:ext cx="648072" cy="648072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7" name="Donut 1">
              <a:extLst>
                <a:ext uri="{FF2B5EF4-FFF2-40B4-BE49-F238E27FC236}">
                  <a16:creationId xmlns:a16="http://schemas.microsoft.com/office/drawing/2014/main" id="{71205558-5D45-4FE5-86F3-198FE527DF32}"/>
                </a:ext>
              </a:extLst>
            </p:cNvPr>
            <p:cNvSpPr/>
            <p:nvPr/>
          </p:nvSpPr>
          <p:spPr>
            <a:xfrm>
              <a:off x="9652056" y="2726931"/>
              <a:ext cx="372568" cy="412868"/>
            </a:xfrm>
            <a:custGeom>
              <a:avLst/>
              <a:gdLst/>
              <a:ahLst/>
              <a:cxnLst/>
              <a:rect l="l" t="t" r="r" b="b"/>
              <a:pathLst>
                <a:path w="3573863" h="3960440">
                  <a:moveTo>
                    <a:pt x="1778235" y="2854144"/>
                  </a:moveTo>
                  <a:cubicBezTo>
                    <a:pt x="1630806" y="2921039"/>
                    <a:pt x="1485756" y="2976063"/>
                    <a:pt x="1346395" y="3019665"/>
                  </a:cubicBezTo>
                  <a:cubicBezTo>
                    <a:pt x="1449229" y="3443341"/>
                    <a:pt x="1614264" y="3717505"/>
                    <a:pt x="1800200" y="3717505"/>
                  </a:cubicBezTo>
                  <a:cubicBezTo>
                    <a:pt x="1981797" y="3717505"/>
                    <a:pt x="2143458" y="3455988"/>
                    <a:pt x="2246629" y="3049019"/>
                  </a:cubicBezTo>
                  <a:cubicBezTo>
                    <a:pt x="2095629" y="2998005"/>
                    <a:pt x="1938082" y="2933129"/>
                    <a:pt x="1778235" y="2854144"/>
                  </a:cubicBezTo>
                  <a:close/>
                  <a:moveTo>
                    <a:pt x="1266675" y="2564179"/>
                  </a:moveTo>
                  <a:lnTo>
                    <a:pt x="1299457" y="2790710"/>
                  </a:lnTo>
                  <a:cubicBezTo>
                    <a:pt x="1367662" y="2767618"/>
                    <a:pt x="1437614" y="2740949"/>
                    <a:pt x="1508914" y="2711076"/>
                  </a:cubicBezTo>
                  <a:cubicBezTo>
                    <a:pt x="1464441" y="2687582"/>
                    <a:pt x="1420733" y="2661738"/>
                    <a:pt x="1377054" y="2634978"/>
                  </a:cubicBezTo>
                  <a:close/>
                  <a:moveTo>
                    <a:pt x="2333774" y="2560277"/>
                  </a:moveTo>
                  <a:cubicBezTo>
                    <a:pt x="2295625" y="2584830"/>
                    <a:pt x="2256319" y="2608268"/>
                    <a:pt x="2216371" y="2631332"/>
                  </a:cubicBezTo>
                  <a:lnTo>
                    <a:pt x="2055143" y="2720029"/>
                  </a:lnTo>
                  <a:cubicBezTo>
                    <a:pt x="2137322" y="2758240"/>
                    <a:pt x="2218112" y="2791558"/>
                    <a:pt x="2296361" y="2820732"/>
                  </a:cubicBezTo>
                  <a:cubicBezTo>
                    <a:pt x="2311421" y="2737872"/>
                    <a:pt x="2324309" y="2650858"/>
                    <a:pt x="2333774" y="2560277"/>
                  </a:cubicBezTo>
                  <a:close/>
                  <a:moveTo>
                    <a:pt x="2938347" y="2115420"/>
                  </a:moveTo>
                  <a:cubicBezTo>
                    <a:pt x="2833874" y="2209266"/>
                    <a:pt x="2717689" y="2301450"/>
                    <a:pt x="2591514" y="2390104"/>
                  </a:cubicBezTo>
                  <a:cubicBezTo>
                    <a:pt x="2577332" y="2568819"/>
                    <a:pt x="2551964" y="2738541"/>
                    <a:pt x="2518016" y="2895802"/>
                  </a:cubicBezTo>
                  <a:cubicBezTo>
                    <a:pt x="2567345" y="2910267"/>
                    <a:pt x="2615150" y="2922759"/>
                    <a:pt x="2661232" y="2933072"/>
                  </a:cubicBezTo>
                  <a:cubicBezTo>
                    <a:pt x="2712976" y="2857644"/>
                    <a:pt x="2799843" y="2808312"/>
                    <a:pt x="2898232" y="2808312"/>
                  </a:cubicBezTo>
                  <a:cubicBezTo>
                    <a:pt x="3002730" y="2808312"/>
                    <a:pt x="3094231" y="2863960"/>
                    <a:pt x="3143840" y="2947770"/>
                  </a:cubicBezTo>
                  <a:cubicBezTo>
                    <a:pt x="3206751" y="2930092"/>
                    <a:pt x="3253488" y="2897708"/>
                    <a:pt x="3281582" y="2851851"/>
                  </a:cubicBezTo>
                  <a:cubicBezTo>
                    <a:pt x="3377140" y="2695873"/>
                    <a:pt x="3235870" y="2418527"/>
                    <a:pt x="2938347" y="2115420"/>
                  </a:cubicBezTo>
                  <a:close/>
                  <a:moveTo>
                    <a:pt x="653371" y="2086408"/>
                  </a:moveTo>
                  <a:cubicBezTo>
                    <a:pt x="358768" y="2375931"/>
                    <a:pt x="216958" y="2642817"/>
                    <a:pt x="306838" y="2798494"/>
                  </a:cubicBezTo>
                  <a:cubicBezTo>
                    <a:pt x="395033" y="2951251"/>
                    <a:pt x="687498" y="2964353"/>
                    <a:pt x="1074605" y="2860911"/>
                  </a:cubicBezTo>
                  <a:cubicBezTo>
                    <a:pt x="1044150" y="2711390"/>
                    <a:pt x="1021245" y="2551128"/>
                    <a:pt x="1007054" y="2383079"/>
                  </a:cubicBezTo>
                  <a:cubicBezTo>
                    <a:pt x="877997" y="2286402"/>
                    <a:pt x="759493" y="2186798"/>
                    <a:pt x="653371" y="2086408"/>
                  </a:cubicBezTo>
                  <a:close/>
                  <a:moveTo>
                    <a:pt x="2606852" y="1818110"/>
                  </a:moveTo>
                  <a:cubicBezTo>
                    <a:pt x="2609297" y="1871560"/>
                    <a:pt x="2610200" y="1925632"/>
                    <a:pt x="2610200" y="1980220"/>
                  </a:cubicBezTo>
                  <a:lnTo>
                    <a:pt x="2607655" y="2082108"/>
                  </a:lnTo>
                  <a:cubicBezTo>
                    <a:pt x="2664327" y="2040229"/>
                    <a:pt x="2718004" y="1997635"/>
                    <a:pt x="2768733" y="1954977"/>
                  </a:cubicBezTo>
                  <a:cubicBezTo>
                    <a:pt x="2718041" y="1909108"/>
                    <a:pt x="2663841" y="1863560"/>
                    <a:pt x="2606852" y="1818110"/>
                  </a:cubicBezTo>
                  <a:close/>
                  <a:moveTo>
                    <a:pt x="995280" y="1792420"/>
                  </a:moveTo>
                  <a:cubicBezTo>
                    <a:pt x="935444" y="1837415"/>
                    <a:pt x="878912" y="1882984"/>
                    <a:pt x="825924" y="1928708"/>
                  </a:cubicBezTo>
                  <a:cubicBezTo>
                    <a:pt x="877915" y="1975725"/>
                    <a:pt x="933502" y="2022554"/>
                    <a:pt x="992040" y="2069282"/>
                  </a:cubicBezTo>
                  <a:cubicBezTo>
                    <a:pt x="990470" y="2039771"/>
                    <a:pt x="990200" y="2010073"/>
                    <a:pt x="990200" y="1980220"/>
                  </a:cubicBezTo>
                  <a:close/>
                  <a:moveTo>
                    <a:pt x="1800199" y="1584251"/>
                  </a:moveTo>
                  <a:cubicBezTo>
                    <a:pt x="1999044" y="1584251"/>
                    <a:pt x="2160239" y="1745446"/>
                    <a:pt x="2160239" y="1944291"/>
                  </a:cubicBezTo>
                  <a:cubicBezTo>
                    <a:pt x="2160239" y="2143136"/>
                    <a:pt x="1999044" y="2304331"/>
                    <a:pt x="1800199" y="2304331"/>
                  </a:cubicBezTo>
                  <a:cubicBezTo>
                    <a:pt x="1601354" y="2304331"/>
                    <a:pt x="1440159" y="2143136"/>
                    <a:pt x="1440159" y="1944291"/>
                  </a:cubicBezTo>
                  <a:cubicBezTo>
                    <a:pt x="1440159" y="1745446"/>
                    <a:pt x="1601354" y="1584251"/>
                    <a:pt x="1800199" y="1584251"/>
                  </a:cubicBezTo>
                  <a:close/>
                  <a:moveTo>
                    <a:pt x="1799180" y="1292973"/>
                  </a:moveTo>
                  <a:cubicBezTo>
                    <a:pt x="1709473" y="1337408"/>
                    <a:pt x="1618838" y="1386220"/>
                    <a:pt x="1527839" y="1438759"/>
                  </a:cubicBezTo>
                  <a:cubicBezTo>
                    <a:pt x="1430103" y="1495187"/>
                    <a:pt x="1336299" y="1553400"/>
                    <a:pt x="1247277" y="1612889"/>
                  </a:cubicBezTo>
                  <a:cubicBezTo>
                    <a:pt x="1237518" y="1731224"/>
                    <a:pt x="1233135" y="1854154"/>
                    <a:pt x="1233135" y="1980220"/>
                  </a:cubicBezTo>
                  <a:lnTo>
                    <a:pt x="1242214" y="2256132"/>
                  </a:lnTo>
                  <a:cubicBezTo>
                    <a:pt x="1325337" y="2314701"/>
                    <a:pt x="1412868" y="2372018"/>
                    <a:pt x="1503964" y="2427827"/>
                  </a:cubicBezTo>
                  <a:cubicBezTo>
                    <a:pt x="1597846" y="2485344"/>
                    <a:pt x="1691436" y="2538760"/>
                    <a:pt x="1784393" y="2586751"/>
                  </a:cubicBezTo>
                  <a:cubicBezTo>
                    <a:pt x="1886614" y="2536574"/>
                    <a:pt x="1990519" y="2481211"/>
                    <a:pt x="2094904" y="2420944"/>
                  </a:cubicBezTo>
                  <a:cubicBezTo>
                    <a:pt x="2186771" y="2367905"/>
                    <a:pt x="2275164" y="2313288"/>
                    <a:pt x="2359234" y="2257296"/>
                  </a:cubicBezTo>
                  <a:cubicBezTo>
                    <a:pt x="2364812" y="2167101"/>
                    <a:pt x="2367265" y="2074538"/>
                    <a:pt x="2367265" y="1980220"/>
                  </a:cubicBezTo>
                  <a:lnTo>
                    <a:pt x="2355768" y="1630798"/>
                  </a:lnTo>
                  <a:cubicBezTo>
                    <a:pt x="2273382" y="1572781"/>
                    <a:pt x="2186657" y="1516029"/>
                    <a:pt x="2096435" y="1460755"/>
                  </a:cubicBezTo>
                  <a:cubicBezTo>
                    <a:pt x="1996852" y="1399746"/>
                    <a:pt x="1897599" y="1343351"/>
                    <a:pt x="1799180" y="1292973"/>
                  </a:cubicBezTo>
                  <a:close/>
                  <a:moveTo>
                    <a:pt x="2285222" y="1081939"/>
                  </a:moveTo>
                  <a:cubicBezTo>
                    <a:pt x="2215903" y="1106831"/>
                    <a:pt x="2144721" y="1134831"/>
                    <a:pt x="2072395" y="1166375"/>
                  </a:cubicBezTo>
                  <a:cubicBezTo>
                    <a:pt x="2123126" y="1193433"/>
                    <a:pt x="2173254" y="1222917"/>
                    <a:pt x="2223344" y="1253604"/>
                  </a:cubicBezTo>
                  <a:lnTo>
                    <a:pt x="2324429" y="1318442"/>
                  </a:lnTo>
                  <a:cubicBezTo>
                    <a:pt x="2313395" y="1236228"/>
                    <a:pt x="2300359" y="1157186"/>
                    <a:pt x="2285222" y="1081939"/>
                  </a:cubicBezTo>
                  <a:close/>
                  <a:moveTo>
                    <a:pt x="1317316" y="1072756"/>
                  </a:moveTo>
                  <a:cubicBezTo>
                    <a:pt x="1302241" y="1146918"/>
                    <a:pt x="1288992" y="1224776"/>
                    <a:pt x="1278338" y="1305859"/>
                  </a:cubicBezTo>
                  <a:cubicBezTo>
                    <a:pt x="1319937" y="1279161"/>
                    <a:pt x="1362772" y="1253543"/>
                    <a:pt x="1406371" y="1228371"/>
                  </a:cubicBezTo>
                  <a:lnTo>
                    <a:pt x="1529166" y="1160817"/>
                  </a:lnTo>
                  <a:cubicBezTo>
                    <a:pt x="1457109" y="1128012"/>
                    <a:pt x="1386248" y="1098795"/>
                    <a:pt x="1317316" y="1072756"/>
                  </a:cubicBezTo>
                  <a:close/>
                  <a:moveTo>
                    <a:pt x="2999167" y="931965"/>
                  </a:moveTo>
                  <a:cubicBezTo>
                    <a:pt x="2863797" y="929602"/>
                    <a:pt x="2695165" y="956643"/>
                    <a:pt x="2505705" y="1011187"/>
                  </a:cubicBezTo>
                  <a:cubicBezTo>
                    <a:pt x="2540918" y="1162557"/>
                    <a:pt x="2567684" y="1326382"/>
                    <a:pt x="2585126" y="1499198"/>
                  </a:cubicBezTo>
                  <a:cubicBezTo>
                    <a:pt x="2715788" y="1596638"/>
                    <a:pt x="2835744" y="1697107"/>
                    <a:pt x="2943147" y="1798370"/>
                  </a:cubicBezTo>
                  <a:cubicBezTo>
                    <a:pt x="3255545" y="1499362"/>
                    <a:pt x="3408394" y="1221406"/>
                    <a:pt x="3315904" y="1061209"/>
                  </a:cubicBezTo>
                  <a:cubicBezTo>
                    <a:pt x="3266970" y="976452"/>
                    <a:pt x="3155149" y="934688"/>
                    <a:pt x="2999167" y="931965"/>
                  </a:cubicBezTo>
                  <a:close/>
                  <a:moveTo>
                    <a:pt x="638815" y="915787"/>
                  </a:moveTo>
                  <a:cubicBezTo>
                    <a:pt x="482814" y="914444"/>
                    <a:pt x="369943" y="953278"/>
                    <a:pt x="318816" y="1036731"/>
                  </a:cubicBezTo>
                  <a:cubicBezTo>
                    <a:pt x="287500" y="1087848"/>
                    <a:pt x="281619" y="1151999"/>
                    <a:pt x="300317" y="1225375"/>
                  </a:cubicBezTo>
                  <a:cubicBezTo>
                    <a:pt x="453717" y="1230852"/>
                    <a:pt x="576064" y="1357222"/>
                    <a:pt x="576064" y="1512168"/>
                  </a:cubicBezTo>
                  <a:cubicBezTo>
                    <a:pt x="576064" y="1559570"/>
                    <a:pt x="564614" y="1604297"/>
                    <a:pt x="543189" y="1643149"/>
                  </a:cubicBezTo>
                  <a:cubicBezTo>
                    <a:pt x="577674" y="1684387"/>
                    <a:pt x="615806" y="1726058"/>
                    <a:pt x="656975" y="1768243"/>
                  </a:cubicBezTo>
                  <a:cubicBezTo>
                    <a:pt x="764771" y="1670077"/>
                    <a:pt x="885233" y="1573151"/>
                    <a:pt x="1016791" y="1480089"/>
                  </a:cubicBezTo>
                  <a:cubicBezTo>
                    <a:pt x="1034643" y="1309060"/>
                    <a:pt x="1062149" y="1147092"/>
                    <a:pt x="1097625" y="997448"/>
                  </a:cubicBezTo>
                  <a:cubicBezTo>
                    <a:pt x="922693" y="944833"/>
                    <a:pt x="766343" y="916885"/>
                    <a:pt x="638815" y="915787"/>
                  </a:cubicBezTo>
                  <a:close/>
                  <a:moveTo>
                    <a:pt x="1800200" y="242935"/>
                  </a:moveTo>
                  <a:cubicBezTo>
                    <a:pt x="1628632" y="242935"/>
                    <a:pt x="1474860" y="476364"/>
                    <a:pt x="1371457" y="845375"/>
                  </a:cubicBezTo>
                  <a:cubicBezTo>
                    <a:pt x="1510785" y="893390"/>
                    <a:pt x="1655544" y="953061"/>
                    <a:pt x="1802618" y="1024206"/>
                  </a:cubicBezTo>
                  <a:cubicBezTo>
                    <a:pt x="1948575" y="956462"/>
                    <a:pt x="2092393" y="899996"/>
                    <a:pt x="2231205" y="855254"/>
                  </a:cubicBezTo>
                  <a:cubicBezTo>
                    <a:pt x="2203972" y="756128"/>
                    <a:pt x="2173100" y="666602"/>
                    <a:pt x="2138735" y="588741"/>
                  </a:cubicBezTo>
                  <a:cubicBezTo>
                    <a:pt x="1989649" y="579063"/>
                    <a:pt x="1872207" y="454685"/>
                    <a:pt x="1872207" y="302877"/>
                  </a:cubicBezTo>
                  <a:lnTo>
                    <a:pt x="1876505" y="260249"/>
                  </a:lnTo>
                  <a:cubicBezTo>
                    <a:pt x="1851965" y="248332"/>
                    <a:pt x="1826288" y="242935"/>
                    <a:pt x="1800200" y="242935"/>
                  </a:cubicBezTo>
                  <a:close/>
                  <a:moveTo>
                    <a:pt x="1800200" y="0"/>
                  </a:moveTo>
                  <a:cubicBezTo>
                    <a:pt x="1869864" y="0"/>
                    <a:pt x="1937474" y="21500"/>
                    <a:pt x="2001400" y="62841"/>
                  </a:cubicBezTo>
                  <a:cubicBezTo>
                    <a:pt x="2046831" y="32440"/>
                    <a:pt x="2101480" y="14845"/>
                    <a:pt x="2160239" y="14845"/>
                  </a:cubicBezTo>
                  <a:cubicBezTo>
                    <a:pt x="2319315" y="14845"/>
                    <a:pt x="2448271" y="143801"/>
                    <a:pt x="2448271" y="302877"/>
                  </a:cubicBezTo>
                  <a:cubicBezTo>
                    <a:pt x="2448271" y="390874"/>
                    <a:pt x="2408810" y="469655"/>
                    <a:pt x="2345781" y="521503"/>
                  </a:cubicBezTo>
                  <a:cubicBezTo>
                    <a:pt x="2383927" y="603296"/>
                    <a:pt x="2417431" y="693947"/>
                    <a:pt x="2447297" y="791609"/>
                  </a:cubicBezTo>
                  <a:cubicBezTo>
                    <a:pt x="2970165" y="657950"/>
                    <a:pt x="3387629" y="699569"/>
                    <a:pt x="3526292" y="939741"/>
                  </a:cubicBezTo>
                  <a:cubicBezTo>
                    <a:pt x="3666393" y="1182403"/>
                    <a:pt x="3488654" y="1570199"/>
                    <a:pt x="3103466" y="1960424"/>
                  </a:cubicBezTo>
                  <a:cubicBezTo>
                    <a:pt x="3470949" y="2355583"/>
                    <a:pt x="3633606" y="2742288"/>
                    <a:pt x="3488732" y="2978761"/>
                  </a:cubicBezTo>
                  <a:cubicBezTo>
                    <a:pt x="3428277" y="3077440"/>
                    <a:pt x="3320191" y="3140292"/>
                    <a:pt x="3176550" y="3166836"/>
                  </a:cubicBezTo>
                  <a:cubicBezTo>
                    <a:pt x="3145985" y="3291955"/>
                    <a:pt x="3032902" y="3384376"/>
                    <a:pt x="2898232" y="3384376"/>
                  </a:cubicBezTo>
                  <a:cubicBezTo>
                    <a:pt x="2756837" y="3384376"/>
                    <a:pt x="2639238" y="3282493"/>
                    <a:pt x="2615411" y="3148031"/>
                  </a:cubicBezTo>
                  <a:cubicBezTo>
                    <a:pt x="2565981" y="3138986"/>
                    <a:pt x="2515458" y="3127210"/>
                    <a:pt x="2463844" y="3113602"/>
                  </a:cubicBezTo>
                  <a:cubicBezTo>
                    <a:pt x="2318011" y="3625660"/>
                    <a:pt x="2075098" y="3960440"/>
                    <a:pt x="1800200" y="3960440"/>
                  </a:cubicBezTo>
                  <a:cubicBezTo>
                    <a:pt x="1519205" y="3960440"/>
                    <a:pt x="1271629" y="3610643"/>
                    <a:pt x="1127186" y="3079228"/>
                  </a:cubicBezTo>
                  <a:cubicBezTo>
                    <a:pt x="627082" y="3198995"/>
                    <a:pt x="230836" y="3152724"/>
                    <a:pt x="96450" y="2919961"/>
                  </a:cubicBezTo>
                  <a:cubicBezTo>
                    <a:pt x="-40561" y="2682651"/>
                    <a:pt x="126404" y="2306537"/>
                    <a:pt x="494549" y="1925523"/>
                  </a:cubicBezTo>
                  <a:lnTo>
                    <a:pt x="373580" y="1785812"/>
                  </a:lnTo>
                  <a:cubicBezTo>
                    <a:pt x="346850" y="1795631"/>
                    <a:pt x="317974" y="1800200"/>
                    <a:pt x="288032" y="1800200"/>
                  </a:cubicBezTo>
                  <a:cubicBezTo>
                    <a:pt x="128956" y="1800200"/>
                    <a:pt x="0" y="1671244"/>
                    <a:pt x="0" y="1512168"/>
                  </a:cubicBezTo>
                  <a:cubicBezTo>
                    <a:pt x="0" y="1428111"/>
                    <a:pt x="36006" y="1352464"/>
                    <a:pt x="94065" y="1300493"/>
                  </a:cubicBezTo>
                  <a:cubicBezTo>
                    <a:pt x="43643" y="1149446"/>
                    <a:pt x="47337" y="1014823"/>
                    <a:pt x="111666" y="909822"/>
                  </a:cubicBezTo>
                  <a:cubicBezTo>
                    <a:pt x="253078" y="678998"/>
                    <a:pt x="655099" y="644207"/>
                    <a:pt x="1156926" y="780244"/>
                  </a:cubicBezTo>
                  <a:cubicBezTo>
                    <a:pt x="1303899" y="305876"/>
                    <a:pt x="1537438" y="0"/>
                    <a:pt x="18002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>
                <a:solidFill>
                  <a:schemeClr val="tx1"/>
                </a:solidFill>
              </a:endParaRPr>
            </a:p>
          </p:txBody>
        </p:sp>
        <p:sp>
          <p:nvSpPr>
            <p:cNvPr id="78" name="Oval 12287">
              <a:extLst>
                <a:ext uri="{FF2B5EF4-FFF2-40B4-BE49-F238E27FC236}">
                  <a16:creationId xmlns:a16="http://schemas.microsoft.com/office/drawing/2014/main" id="{73764D22-262D-41E0-BB6E-5D15799E16D4}"/>
                </a:ext>
              </a:extLst>
            </p:cNvPr>
            <p:cNvSpPr/>
            <p:nvPr/>
          </p:nvSpPr>
          <p:spPr>
            <a:xfrm>
              <a:off x="8218554" y="2157258"/>
              <a:ext cx="376297" cy="374916"/>
            </a:xfrm>
            <a:custGeom>
              <a:avLst/>
              <a:gdLst/>
              <a:ahLst/>
              <a:cxnLst/>
              <a:rect l="l" t="t" r="r" b="b"/>
              <a:pathLst>
                <a:path w="3960440" h="3945921">
                  <a:moveTo>
                    <a:pt x="1598844" y="0"/>
                  </a:moveTo>
                  <a:cubicBezTo>
                    <a:pt x="1857342" y="0"/>
                    <a:pt x="2066896" y="209554"/>
                    <a:pt x="2066896" y="468052"/>
                  </a:cubicBezTo>
                  <a:cubicBezTo>
                    <a:pt x="2066896" y="646802"/>
                    <a:pt x="1966694" y="802149"/>
                    <a:pt x="1818364" y="879058"/>
                  </a:cubicBezTo>
                  <a:lnTo>
                    <a:pt x="1965948" y="1429850"/>
                  </a:lnTo>
                  <a:cubicBezTo>
                    <a:pt x="2234183" y="1439289"/>
                    <a:pt x="2449559" y="1654793"/>
                    <a:pt x="2458766" y="1923094"/>
                  </a:cubicBezTo>
                  <a:lnTo>
                    <a:pt x="3052787" y="2082261"/>
                  </a:lnTo>
                  <a:cubicBezTo>
                    <a:pt x="3115207" y="1899813"/>
                    <a:pt x="3288586" y="1769556"/>
                    <a:pt x="3492388" y="1769556"/>
                  </a:cubicBezTo>
                  <a:cubicBezTo>
                    <a:pt x="3750886" y="1769556"/>
                    <a:pt x="3960440" y="1979110"/>
                    <a:pt x="3960440" y="2237608"/>
                  </a:cubicBezTo>
                  <a:cubicBezTo>
                    <a:pt x="3960440" y="2496106"/>
                    <a:pt x="3750886" y="2705660"/>
                    <a:pt x="3492388" y="2705660"/>
                  </a:cubicBezTo>
                  <a:cubicBezTo>
                    <a:pt x="3255123" y="2705660"/>
                    <a:pt x="3059091" y="2529117"/>
                    <a:pt x="3030620" y="2299941"/>
                  </a:cubicBezTo>
                  <a:lnTo>
                    <a:pt x="2422827" y="2137084"/>
                  </a:lnTo>
                  <a:cubicBezTo>
                    <a:pt x="2374914" y="2257246"/>
                    <a:pt x="2282973" y="2354960"/>
                    <a:pt x="2166800" y="2410258"/>
                  </a:cubicBezTo>
                  <a:lnTo>
                    <a:pt x="2329067" y="3015847"/>
                  </a:lnTo>
                  <a:cubicBezTo>
                    <a:pt x="2559464" y="3043136"/>
                    <a:pt x="2737303" y="3239734"/>
                    <a:pt x="2737303" y="3477869"/>
                  </a:cubicBezTo>
                  <a:cubicBezTo>
                    <a:pt x="2737303" y="3736367"/>
                    <a:pt x="2527749" y="3945921"/>
                    <a:pt x="2269251" y="3945921"/>
                  </a:cubicBezTo>
                  <a:cubicBezTo>
                    <a:pt x="2010753" y="3945921"/>
                    <a:pt x="1801199" y="3736367"/>
                    <a:pt x="1801199" y="3477869"/>
                  </a:cubicBezTo>
                  <a:cubicBezTo>
                    <a:pt x="1801199" y="3274904"/>
                    <a:pt x="1930388" y="3102113"/>
                    <a:pt x="2111643" y="3038969"/>
                  </a:cubicBezTo>
                  <a:lnTo>
                    <a:pt x="1956503" y="2459980"/>
                  </a:lnTo>
                  <a:cubicBezTo>
                    <a:pt x="1952432" y="2460875"/>
                    <a:pt x="1948330" y="2460923"/>
                    <a:pt x="1944216" y="2460923"/>
                  </a:cubicBezTo>
                  <a:cubicBezTo>
                    <a:pt x="1742647" y="2460923"/>
                    <a:pt x="1568040" y="2345487"/>
                    <a:pt x="1484865" y="2176122"/>
                  </a:cubicBezTo>
                  <a:lnTo>
                    <a:pt x="930415" y="2324686"/>
                  </a:lnTo>
                  <a:cubicBezTo>
                    <a:pt x="904712" y="2556716"/>
                    <a:pt x="707355" y="2736304"/>
                    <a:pt x="468052" y="2736304"/>
                  </a:cubicBezTo>
                  <a:cubicBezTo>
                    <a:pt x="209554" y="2736304"/>
                    <a:pt x="0" y="2526750"/>
                    <a:pt x="0" y="2268252"/>
                  </a:cubicBezTo>
                  <a:cubicBezTo>
                    <a:pt x="0" y="2009754"/>
                    <a:pt x="209554" y="1800200"/>
                    <a:pt x="468052" y="1800200"/>
                  </a:cubicBezTo>
                  <a:cubicBezTo>
                    <a:pt x="669892" y="1800200"/>
                    <a:pt x="841893" y="1927961"/>
                    <a:pt x="906009" y="2107606"/>
                  </a:cubicBezTo>
                  <a:lnTo>
                    <a:pt x="1429897" y="1967231"/>
                  </a:lnTo>
                  <a:cubicBezTo>
                    <a:pt x="1427753" y="1959679"/>
                    <a:pt x="1427584" y="1952005"/>
                    <a:pt x="1427584" y="1944291"/>
                  </a:cubicBezTo>
                  <a:cubicBezTo>
                    <a:pt x="1427584" y="1727054"/>
                    <a:pt x="1561663" y="1541133"/>
                    <a:pt x="1751891" y="1465536"/>
                  </a:cubicBezTo>
                  <a:lnTo>
                    <a:pt x="1609736" y="935006"/>
                  </a:lnTo>
                  <a:cubicBezTo>
                    <a:pt x="1606130" y="936062"/>
                    <a:pt x="1602492" y="936104"/>
                    <a:pt x="1598844" y="936104"/>
                  </a:cubicBezTo>
                  <a:cubicBezTo>
                    <a:pt x="1340346" y="936104"/>
                    <a:pt x="1130792" y="726550"/>
                    <a:pt x="1130792" y="468052"/>
                  </a:cubicBezTo>
                  <a:cubicBezTo>
                    <a:pt x="1130792" y="209554"/>
                    <a:pt x="1340346" y="0"/>
                    <a:pt x="159884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79" name="Oval 21">
              <a:extLst>
                <a:ext uri="{FF2B5EF4-FFF2-40B4-BE49-F238E27FC236}">
                  <a16:creationId xmlns:a16="http://schemas.microsoft.com/office/drawing/2014/main" id="{22CA323B-B40D-4A8E-BAEF-69A56A589D0A}"/>
                </a:ext>
              </a:extLst>
            </p:cNvPr>
            <p:cNvSpPr>
              <a:spLocks noChangeAspect="1"/>
            </p:cNvSpPr>
            <p:nvPr/>
          </p:nvSpPr>
          <p:spPr>
            <a:xfrm rot="20700000">
              <a:off x="8195918" y="3533697"/>
              <a:ext cx="387594" cy="314845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Isosceles Triangle 20">
              <a:extLst>
                <a:ext uri="{FF2B5EF4-FFF2-40B4-BE49-F238E27FC236}">
                  <a16:creationId xmlns:a16="http://schemas.microsoft.com/office/drawing/2014/main" id="{EF7F4D77-5FBA-4518-8543-D7F17981C5FB}"/>
                </a:ext>
              </a:extLst>
            </p:cNvPr>
            <p:cNvSpPr>
              <a:spLocks noChangeAspect="1"/>
            </p:cNvSpPr>
            <p:nvPr/>
          </p:nvSpPr>
          <p:spPr>
            <a:xfrm rot="8201235">
              <a:off x="10168705" y="2165710"/>
              <a:ext cx="322962" cy="356093"/>
            </a:xfrm>
            <a:custGeom>
              <a:avLst/>
              <a:gdLst/>
              <a:ahLst/>
              <a:cxnLst/>
              <a:rect l="l" t="t" r="r" b="b"/>
              <a:pathLst>
                <a:path w="4285801" h="4725490">
                  <a:moveTo>
                    <a:pt x="1428251" y="4622752"/>
                  </a:moveTo>
                  <a:cubicBezTo>
                    <a:pt x="1313180" y="4505074"/>
                    <a:pt x="1240588" y="4345285"/>
                    <a:pt x="1235771" y="4167715"/>
                  </a:cubicBezTo>
                  <a:cubicBezTo>
                    <a:pt x="1227835" y="3875156"/>
                    <a:pt x="1406218" y="3620819"/>
                    <a:pt x="1664050" y="3520754"/>
                  </a:cubicBezTo>
                  <a:lnTo>
                    <a:pt x="1635892" y="2482688"/>
                  </a:lnTo>
                  <a:lnTo>
                    <a:pt x="1044642" y="2469039"/>
                  </a:lnTo>
                  <a:lnTo>
                    <a:pt x="1044642" y="2667331"/>
                  </a:lnTo>
                  <a:cubicBezTo>
                    <a:pt x="1044642" y="2727000"/>
                    <a:pt x="996271" y="2775371"/>
                    <a:pt x="936601" y="2775372"/>
                  </a:cubicBezTo>
                  <a:lnTo>
                    <a:pt x="657382" y="2775371"/>
                  </a:lnTo>
                  <a:cubicBezTo>
                    <a:pt x="637755" y="2823613"/>
                    <a:pt x="630101" y="2874237"/>
                    <a:pt x="622448" y="2945800"/>
                  </a:cubicBezTo>
                  <a:lnTo>
                    <a:pt x="252030" y="2945800"/>
                  </a:lnTo>
                  <a:cubicBezTo>
                    <a:pt x="256275" y="2883407"/>
                    <a:pt x="252593" y="2828938"/>
                    <a:pt x="235967" y="2775370"/>
                  </a:cubicBezTo>
                  <a:lnTo>
                    <a:pt x="7267" y="2775370"/>
                  </a:lnTo>
                  <a:cubicBezTo>
                    <a:pt x="1003" y="2679903"/>
                    <a:pt x="-1109" y="2594661"/>
                    <a:pt x="535" y="2514852"/>
                  </a:cubicBezTo>
                  <a:cubicBezTo>
                    <a:pt x="5466" y="2275424"/>
                    <a:pt x="44187" y="2084887"/>
                    <a:pt x="105917" y="1813823"/>
                  </a:cubicBezTo>
                  <a:cubicBezTo>
                    <a:pt x="258635" y="1288584"/>
                    <a:pt x="488046" y="911620"/>
                    <a:pt x="870837" y="570445"/>
                  </a:cubicBezTo>
                  <a:cubicBezTo>
                    <a:pt x="674179" y="1284154"/>
                    <a:pt x="622718" y="1497188"/>
                    <a:pt x="741752" y="1669956"/>
                  </a:cubicBezTo>
                  <a:cubicBezTo>
                    <a:pt x="882751" y="1699943"/>
                    <a:pt x="788174" y="1674807"/>
                    <a:pt x="936601" y="1710419"/>
                  </a:cubicBezTo>
                  <a:cubicBezTo>
                    <a:pt x="1001384" y="1730870"/>
                    <a:pt x="1044642" y="1758791"/>
                    <a:pt x="1044642" y="1818460"/>
                  </a:cubicBezTo>
                  <a:lnTo>
                    <a:pt x="1044642" y="1970448"/>
                  </a:lnTo>
                  <a:lnTo>
                    <a:pt x="1621635" y="1957128"/>
                  </a:lnTo>
                  <a:lnTo>
                    <a:pt x="1601569" y="1217379"/>
                  </a:lnTo>
                  <a:cubicBezTo>
                    <a:pt x="1338692" y="1131438"/>
                    <a:pt x="1146783" y="887145"/>
                    <a:pt x="1138847" y="594588"/>
                  </a:cubicBezTo>
                  <a:cubicBezTo>
                    <a:pt x="1132425" y="357828"/>
                    <a:pt x="1248029" y="146099"/>
                    <a:pt x="1428910" y="20243"/>
                  </a:cubicBezTo>
                  <a:lnTo>
                    <a:pt x="1447318" y="698863"/>
                  </a:lnTo>
                  <a:lnTo>
                    <a:pt x="2193594" y="678620"/>
                  </a:lnTo>
                  <a:lnTo>
                    <a:pt x="2175185" y="0"/>
                  </a:lnTo>
                  <a:cubicBezTo>
                    <a:pt x="2362624" y="115865"/>
                    <a:pt x="2489536" y="321015"/>
                    <a:pt x="2495958" y="557775"/>
                  </a:cubicBezTo>
                  <a:cubicBezTo>
                    <a:pt x="2503894" y="850332"/>
                    <a:pt x="2325511" y="1104670"/>
                    <a:pt x="2067679" y="1204735"/>
                  </a:cubicBezTo>
                  <a:lnTo>
                    <a:pt x="2087796" y="1946367"/>
                  </a:lnTo>
                  <a:lnTo>
                    <a:pt x="4285801" y="1895627"/>
                  </a:lnTo>
                  <a:lnTo>
                    <a:pt x="4285801" y="2543859"/>
                  </a:lnTo>
                  <a:lnTo>
                    <a:pt x="2102637" y="2493462"/>
                  </a:lnTo>
                  <a:lnTo>
                    <a:pt x="2130160" y="3508110"/>
                  </a:lnTo>
                  <a:cubicBezTo>
                    <a:pt x="2393037" y="3594051"/>
                    <a:pt x="2584946" y="3838344"/>
                    <a:pt x="2592882" y="4130902"/>
                  </a:cubicBezTo>
                  <a:cubicBezTo>
                    <a:pt x="2599304" y="4367662"/>
                    <a:pt x="2483700" y="4579391"/>
                    <a:pt x="2302820" y="4705247"/>
                  </a:cubicBezTo>
                  <a:lnTo>
                    <a:pt x="2284411" y="4026626"/>
                  </a:lnTo>
                  <a:lnTo>
                    <a:pt x="1538135" y="4046869"/>
                  </a:lnTo>
                  <a:lnTo>
                    <a:pt x="1556544" y="4725490"/>
                  </a:lnTo>
                  <a:cubicBezTo>
                    <a:pt x="1509684" y="4696524"/>
                    <a:pt x="1466607" y="4661977"/>
                    <a:pt x="1428251" y="4622752"/>
                  </a:cubicBezTo>
                  <a:close/>
                  <a:moveTo>
                    <a:pt x="44807" y="3562389"/>
                  </a:moveTo>
                  <a:cubicBezTo>
                    <a:pt x="25255" y="3542837"/>
                    <a:pt x="13162" y="3515827"/>
                    <a:pt x="13162" y="3485992"/>
                  </a:cubicBezTo>
                  <a:lnTo>
                    <a:pt x="13162" y="3053842"/>
                  </a:lnTo>
                  <a:cubicBezTo>
                    <a:pt x="13162" y="2994173"/>
                    <a:pt x="61534" y="2945801"/>
                    <a:pt x="121203" y="2945801"/>
                  </a:cubicBezTo>
                  <a:lnTo>
                    <a:pt x="757287" y="2945801"/>
                  </a:lnTo>
                  <a:cubicBezTo>
                    <a:pt x="816956" y="2945801"/>
                    <a:pt x="865328" y="2994173"/>
                    <a:pt x="865328" y="3053842"/>
                  </a:cubicBezTo>
                  <a:lnTo>
                    <a:pt x="865328" y="3485992"/>
                  </a:lnTo>
                  <a:cubicBezTo>
                    <a:pt x="865328" y="3545662"/>
                    <a:pt x="816956" y="3594033"/>
                    <a:pt x="757287" y="3594033"/>
                  </a:cubicBezTo>
                  <a:lnTo>
                    <a:pt x="121203" y="3594033"/>
                  </a:lnTo>
                  <a:cubicBezTo>
                    <a:pt x="91368" y="3594033"/>
                    <a:pt x="64358" y="3581940"/>
                    <a:pt x="44807" y="35623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1" name="Trapezoid 10">
              <a:extLst>
                <a:ext uri="{FF2B5EF4-FFF2-40B4-BE49-F238E27FC236}">
                  <a16:creationId xmlns:a16="http://schemas.microsoft.com/office/drawing/2014/main" id="{47720B91-299E-430E-807C-95C9B4AF5F10}"/>
                </a:ext>
              </a:extLst>
            </p:cNvPr>
            <p:cNvSpPr/>
            <p:nvPr/>
          </p:nvSpPr>
          <p:spPr>
            <a:xfrm>
              <a:off x="10154968" y="3527975"/>
              <a:ext cx="343151" cy="342750"/>
            </a:xfrm>
            <a:custGeom>
              <a:avLst/>
              <a:gdLst/>
              <a:ahLst/>
              <a:cxnLst/>
              <a:rect l="l" t="t" r="r" b="b"/>
              <a:pathLst>
                <a:path w="3910377" h="3905794">
                  <a:moveTo>
                    <a:pt x="1" y="3797782"/>
                  </a:moveTo>
                  <a:lnTo>
                    <a:pt x="3910377" y="3797782"/>
                  </a:lnTo>
                  <a:lnTo>
                    <a:pt x="3910377" y="3905794"/>
                  </a:lnTo>
                  <a:lnTo>
                    <a:pt x="1" y="3905794"/>
                  </a:lnTo>
                  <a:close/>
                  <a:moveTo>
                    <a:pt x="1757257" y="3353296"/>
                  </a:moveTo>
                  <a:cubicBezTo>
                    <a:pt x="1690135" y="3353296"/>
                    <a:pt x="1635721" y="3407710"/>
                    <a:pt x="1635721" y="3474832"/>
                  </a:cubicBezTo>
                  <a:cubicBezTo>
                    <a:pt x="1635721" y="3541954"/>
                    <a:pt x="1690135" y="3596368"/>
                    <a:pt x="1757257" y="3596368"/>
                  </a:cubicBezTo>
                  <a:lnTo>
                    <a:pt x="2187409" y="3596368"/>
                  </a:lnTo>
                  <a:cubicBezTo>
                    <a:pt x="2254531" y="3596368"/>
                    <a:pt x="2308945" y="3541954"/>
                    <a:pt x="2308945" y="3474832"/>
                  </a:cubicBezTo>
                  <a:cubicBezTo>
                    <a:pt x="2308945" y="3407710"/>
                    <a:pt x="2254531" y="3353296"/>
                    <a:pt x="2187409" y="3353296"/>
                  </a:cubicBezTo>
                  <a:close/>
                  <a:moveTo>
                    <a:pt x="492288" y="2449553"/>
                  </a:moveTo>
                  <a:lnTo>
                    <a:pt x="472244" y="2517369"/>
                  </a:lnTo>
                  <a:lnTo>
                    <a:pt x="3438134" y="2517369"/>
                  </a:lnTo>
                  <a:lnTo>
                    <a:pt x="3418090" y="2449553"/>
                  </a:lnTo>
                  <a:close/>
                  <a:moveTo>
                    <a:pt x="432162" y="2249610"/>
                  </a:moveTo>
                  <a:lnTo>
                    <a:pt x="3478215" y="2249610"/>
                  </a:lnTo>
                  <a:lnTo>
                    <a:pt x="3910377" y="3711740"/>
                  </a:lnTo>
                  <a:lnTo>
                    <a:pt x="0" y="3711740"/>
                  </a:lnTo>
                  <a:close/>
                  <a:moveTo>
                    <a:pt x="1637280" y="544956"/>
                  </a:moveTo>
                  <a:cubicBezTo>
                    <a:pt x="1626413" y="544956"/>
                    <a:pt x="1615547" y="549102"/>
                    <a:pt x="1607256" y="557393"/>
                  </a:cubicBezTo>
                  <a:lnTo>
                    <a:pt x="796281" y="1368368"/>
                  </a:lnTo>
                  <a:cubicBezTo>
                    <a:pt x="779699" y="1384950"/>
                    <a:pt x="779699" y="1411834"/>
                    <a:pt x="796281" y="1428415"/>
                  </a:cubicBezTo>
                  <a:lnTo>
                    <a:pt x="825565" y="1457699"/>
                  </a:lnTo>
                  <a:cubicBezTo>
                    <a:pt x="842147" y="1474281"/>
                    <a:pt x="869031" y="1474281"/>
                    <a:pt x="885612" y="1457699"/>
                  </a:cubicBezTo>
                  <a:lnTo>
                    <a:pt x="1696588" y="646724"/>
                  </a:lnTo>
                  <a:cubicBezTo>
                    <a:pt x="1713169" y="630143"/>
                    <a:pt x="1713169" y="603258"/>
                    <a:pt x="1696588" y="586677"/>
                  </a:cubicBezTo>
                  <a:lnTo>
                    <a:pt x="1667304" y="557393"/>
                  </a:lnTo>
                  <a:cubicBezTo>
                    <a:pt x="1659013" y="549102"/>
                    <a:pt x="1648146" y="544956"/>
                    <a:pt x="1637280" y="544956"/>
                  </a:cubicBezTo>
                  <a:close/>
                  <a:moveTo>
                    <a:pt x="1372791" y="439020"/>
                  </a:moveTo>
                  <a:cubicBezTo>
                    <a:pt x="1361925" y="439020"/>
                    <a:pt x="1351058" y="443165"/>
                    <a:pt x="1342767" y="451456"/>
                  </a:cubicBezTo>
                  <a:lnTo>
                    <a:pt x="851745" y="942478"/>
                  </a:lnTo>
                  <a:cubicBezTo>
                    <a:pt x="835164" y="959060"/>
                    <a:pt x="835164" y="985944"/>
                    <a:pt x="851745" y="1002526"/>
                  </a:cubicBezTo>
                  <a:lnTo>
                    <a:pt x="881029" y="1031810"/>
                  </a:lnTo>
                  <a:cubicBezTo>
                    <a:pt x="897611" y="1048392"/>
                    <a:pt x="924495" y="1048392"/>
                    <a:pt x="941077" y="1031810"/>
                  </a:cubicBezTo>
                  <a:lnTo>
                    <a:pt x="1432099" y="540788"/>
                  </a:lnTo>
                  <a:cubicBezTo>
                    <a:pt x="1448681" y="524206"/>
                    <a:pt x="1448681" y="497322"/>
                    <a:pt x="1432099" y="480740"/>
                  </a:cubicBezTo>
                  <a:lnTo>
                    <a:pt x="1402815" y="451456"/>
                  </a:lnTo>
                  <a:cubicBezTo>
                    <a:pt x="1394524" y="443165"/>
                    <a:pt x="1383658" y="439020"/>
                    <a:pt x="1372791" y="439020"/>
                  </a:cubicBezTo>
                  <a:close/>
                  <a:moveTo>
                    <a:pt x="864042" y="270000"/>
                  </a:moveTo>
                  <a:lnTo>
                    <a:pt x="2945402" y="270000"/>
                  </a:lnTo>
                  <a:cubicBezTo>
                    <a:pt x="3094522" y="270000"/>
                    <a:pt x="3215407" y="390885"/>
                    <a:pt x="3215407" y="540005"/>
                  </a:cubicBezTo>
                  <a:lnTo>
                    <a:pt x="3215407" y="1619995"/>
                  </a:lnTo>
                  <a:cubicBezTo>
                    <a:pt x="3215407" y="1769115"/>
                    <a:pt x="3094522" y="1890000"/>
                    <a:pt x="2945402" y="1890000"/>
                  </a:cubicBezTo>
                  <a:lnTo>
                    <a:pt x="864042" y="1890000"/>
                  </a:lnTo>
                  <a:cubicBezTo>
                    <a:pt x="714922" y="1890000"/>
                    <a:pt x="594037" y="1769115"/>
                    <a:pt x="594037" y="1619995"/>
                  </a:cubicBezTo>
                  <a:lnTo>
                    <a:pt x="594037" y="540005"/>
                  </a:lnTo>
                  <a:cubicBezTo>
                    <a:pt x="594037" y="390885"/>
                    <a:pt x="714922" y="270000"/>
                    <a:pt x="864042" y="270000"/>
                  </a:cubicBezTo>
                  <a:close/>
                  <a:moveTo>
                    <a:pt x="804042" y="180000"/>
                  </a:moveTo>
                  <a:cubicBezTo>
                    <a:pt x="638353" y="180000"/>
                    <a:pt x="504036" y="314317"/>
                    <a:pt x="504036" y="480006"/>
                  </a:cubicBezTo>
                  <a:lnTo>
                    <a:pt x="504036" y="1679994"/>
                  </a:lnTo>
                  <a:cubicBezTo>
                    <a:pt x="504036" y="1845683"/>
                    <a:pt x="638353" y="1980000"/>
                    <a:pt x="804042" y="1980000"/>
                  </a:cubicBezTo>
                  <a:lnTo>
                    <a:pt x="3027043" y="1980000"/>
                  </a:lnTo>
                  <a:cubicBezTo>
                    <a:pt x="3192732" y="1980000"/>
                    <a:pt x="3327049" y="1845683"/>
                    <a:pt x="3327049" y="1679994"/>
                  </a:cubicBezTo>
                  <a:lnTo>
                    <a:pt x="3327049" y="480006"/>
                  </a:lnTo>
                  <a:cubicBezTo>
                    <a:pt x="3327049" y="314317"/>
                    <a:pt x="3192732" y="180000"/>
                    <a:pt x="3027043" y="180000"/>
                  </a:cubicBezTo>
                  <a:close/>
                  <a:moveTo>
                    <a:pt x="684043" y="0"/>
                  </a:moveTo>
                  <a:lnTo>
                    <a:pt x="3190330" y="0"/>
                  </a:lnTo>
                  <a:cubicBezTo>
                    <a:pt x="3389156" y="0"/>
                    <a:pt x="3550337" y="161181"/>
                    <a:pt x="3550337" y="360007"/>
                  </a:cubicBezTo>
                  <a:lnTo>
                    <a:pt x="3550337" y="1799993"/>
                  </a:lnTo>
                  <a:cubicBezTo>
                    <a:pt x="3550337" y="1998819"/>
                    <a:pt x="3389156" y="2160000"/>
                    <a:pt x="3190330" y="2160000"/>
                  </a:cubicBezTo>
                  <a:lnTo>
                    <a:pt x="684043" y="2160000"/>
                  </a:lnTo>
                  <a:cubicBezTo>
                    <a:pt x="485217" y="2160000"/>
                    <a:pt x="324036" y="1998819"/>
                    <a:pt x="324036" y="1799993"/>
                  </a:cubicBezTo>
                  <a:lnTo>
                    <a:pt x="324036" y="360007"/>
                  </a:lnTo>
                  <a:cubicBezTo>
                    <a:pt x="324036" y="161181"/>
                    <a:pt x="485217" y="0"/>
                    <a:pt x="6840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82" name="Oval 7">
              <a:extLst>
                <a:ext uri="{FF2B5EF4-FFF2-40B4-BE49-F238E27FC236}">
                  <a16:creationId xmlns:a16="http://schemas.microsoft.com/office/drawing/2014/main" id="{2BAD1790-B86E-4C66-B53F-7590D2D0A7B4}"/>
                </a:ext>
              </a:extLst>
            </p:cNvPr>
            <p:cNvSpPr/>
            <p:nvPr/>
          </p:nvSpPr>
          <p:spPr>
            <a:xfrm>
              <a:off x="7825561" y="2860634"/>
              <a:ext cx="265478" cy="348722"/>
            </a:xfrm>
            <a:custGeom>
              <a:avLst/>
              <a:gdLst/>
              <a:ahLst/>
              <a:cxnLst/>
              <a:rect l="l" t="t" r="r" b="b"/>
              <a:pathLst>
                <a:path w="3025265" h="3973870">
                  <a:moveTo>
                    <a:pt x="1048235" y="955278"/>
                  </a:moveTo>
                  <a:cubicBezTo>
                    <a:pt x="1143886" y="955278"/>
                    <a:pt x="1221426" y="1089843"/>
                    <a:pt x="1221426" y="1255837"/>
                  </a:cubicBezTo>
                  <a:cubicBezTo>
                    <a:pt x="1221426" y="1421831"/>
                    <a:pt x="1143886" y="1556396"/>
                    <a:pt x="1048235" y="1556396"/>
                  </a:cubicBezTo>
                  <a:cubicBezTo>
                    <a:pt x="952584" y="1556396"/>
                    <a:pt x="875044" y="1421831"/>
                    <a:pt x="875044" y="1255837"/>
                  </a:cubicBezTo>
                  <a:cubicBezTo>
                    <a:pt x="875044" y="1089843"/>
                    <a:pt x="952584" y="955278"/>
                    <a:pt x="1048235" y="955278"/>
                  </a:cubicBezTo>
                  <a:close/>
                  <a:moveTo>
                    <a:pt x="805954" y="648071"/>
                  </a:moveTo>
                  <a:lnTo>
                    <a:pt x="805954" y="1853034"/>
                  </a:lnTo>
                  <a:cubicBezTo>
                    <a:pt x="805954" y="1947724"/>
                    <a:pt x="869395" y="2027597"/>
                    <a:pt x="956357" y="2051540"/>
                  </a:cubicBezTo>
                  <a:lnTo>
                    <a:pt x="956356" y="2473030"/>
                  </a:lnTo>
                  <a:cubicBezTo>
                    <a:pt x="956356" y="2523517"/>
                    <a:pt x="997284" y="2564445"/>
                    <a:pt x="1047771" y="2564445"/>
                  </a:cubicBezTo>
                  <a:cubicBezTo>
                    <a:pt x="1098258" y="2564445"/>
                    <a:pt x="1139186" y="2523517"/>
                    <a:pt x="1139186" y="2473030"/>
                  </a:cubicBezTo>
                  <a:lnTo>
                    <a:pt x="1139186" y="2051828"/>
                  </a:lnTo>
                  <a:cubicBezTo>
                    <a:pt x="1226618" y="2028173"/>
                    <a:pt x="1290517" y="1948066"/>
                    <a:pt x="1290517" y="1853034"/>
                  </a:cubicBezTo>
                  <a:lnTo>
                    <a:pt x="1290517" y="649328"/>
                  </a:lnTo>
                  <a:cubicBezTo>
                    <a:pt x="1740927" y="708507"/>
                    <a:pt x="2088232" y="1094132"/>
                    <a:pt x="2088232" y="1560875"/>
                  </a:cubicBezTo>
                  <a:lnTo>
                    <a:pt x="2088232" y="2137870"/>
                  </a:lnTo>
                  <a:lnTo>
                    <a:pt x="2088233" y="2137870"/>
                  </a:lnTo>
                  <a:lnTo>
                    <a:pt x="2088233" y="3055870"/>
                  </a:lnTo>
                  <a:cubicBezTo>
                    <a:pt x="2088233" y="3562867"/>
                    <a:pt x="1677230" y="3973870"/>
                    <a:pt x="1170233" y="3973870"/>
                  </a:cubicBezTo>
                  <a:lnTo>
                    <a:pt x="918001" y="3973870"/>
                  </a:lnTo>
                  <a:cubicBezTo>
                    <a:pt x="411004" y="3973870"/>
                    <a:pt x="1" y="3562867"/>
                    <a:pt x="1" y="3055870"/>
                  </a:cubicBezTo>
                  <a:lnTo>
                    <a:pt x="1" y="2152339"/>
                  </a:lnTo>
                  <a:lnTo>
                    <a:pt x="0" y="2152339"/>
                  </a:lnTo>
                  <a:lnTo>
                    <a:pt x="0" y="1560875"/>
                  </a:lnTo>
                  <a:cubicBezTo>
                    <a:pt x="0" y="1091278"/>
                    <a:pt x="351565" y="703794"/>
                    <a:pt x="805954" y="648071"/>
                  </a:cubicBezTo>
                  <a:close/>
                  <a:moveTo>
                    <a:pt x="1619797" y="91"/>
                  </a:moveTo>
                  <a:cubicBezTo>
                    <a:pt x="1732841" y="1988"/>
                    <a:pt x="1845389" y="33430"/>
                    <a:pt x="1945434" y="94215"/>
                  </a:cubicBezTo>
                  <a:cubicBezTo>
                    <a:pt x="2133478" y="208468"/>
                    <a:pt x="2249869" y="409692"/>
                    <a:pt x="2255221" y="627780"/>
                  </a:cubicBezTo>
                  <a:lnTo>
                    <a:pt x="2257891" y="627572"/>
                  </a:lnTo>
                  <a:cubicBezTo>
                    <a:pt x="2272309" y="812739"/>
                    <a:pt x="2385479" y="975734"/>
                    <a:pt x="2553934" y="1053951"/>
                  </a:cubicBezTo>
                  <a:cubicBezTo>
                    <a:pt x="2706200" y="1124651"/>
                    <a:pt x="2882234" y="1116149"/>
                    <a:pt x="3025265" y="1032491"/>
                  </a:cubicBezTo>
                  <a:lnTo>
                    <a:pt x="3025265" y="1181594"/>
                  </a:lnTo>
                  <a:cubicBezTo>
                    <a:pt x="2858744" y="1255002"/>
                    <a:pt x="2666516" y="1253932"/>
                    <a:pt x="2497514" y="1175460"/>
                  </a:cubicBezTo>
                  <a:cubicBezTo>
                    <a:pt x="2293602" y="1080779"/>
                    <a:pt x="2153951" y="887555"/>
                    <a:pt x="2128339" y="665512"/>
                  </a:cubicBezTo>
                  <a:lnTo>
                    <a:pt x="2122734" y="665324"/>
                  </a:lnTo>
                  <a:cubicBezTo>
                    <a:pt x="2128967" y="479701"/>
                    <a:pt x="2034597" y="305147"/>
                    <a:pt x="1875870" y="208708"/>
                  </a:cubicBezTo>
                  <a:cubicBezTo>
                    <a:pt x="1717143" y="112268"/>
                    <a:pt x="1518741" y="108938"/>
                    <a:pt x="1356867" y="199997"/>
                  </a:cubicBezTo>
                  <a:cubicBezTo>
                    <a:pt x="1194993" y="291056"/>
                    <a:pt x="1094818" y="462344"/>
                    <a:pt x="1094818" y="648071"/>
                  </a:cubicBezTo>
                  <a:lnTo>
                    <a:pt x="960849" y="648071"/>
                  </a:lnTo>
                  <a:cubicBezTo>
                    <a:pt x="960849" y="413945"/>
                    <a:pt x="1087128" y="198021"/>
                    <a:pt x="1291185" y="83234"/>
                  </a:cubicBezTo>
                  <a:cubicBezTo>
                    <a:pt x="1393213" y="25840"/>
                    <a:pt x="1506753" y="-1807"/>
                    <a:pt x="1619797" y="9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83" name="Rounded Rectangle 1">
              <a:extLst>
                <a:ext uri="{FF2B5EF4-FFF2-40B4-BE49-F238E27FC236}">
                  <a16:creationId xmlns:a16="http://schemas.microsoft.com/office/drawing/2014/main" id="{07E5697C-7CB1-4CCB-B10C-10EE017BEF80}"/>
                </a:ext>
              </a:extLst>
            </p:cNvPr>
            <p:cNvSpPr/>
            <p:nvPr/>
          </p:nvSpPr>
          <p:spPr>
            <a:xfrm>
              <a:off x="9211370" y="1953654"/>
              <a:ext cx="300700" cy="300700"/>
            </a:xfrm>
            <a:custGeom>
              <a:avLst/>
              <a:gdLst/>
              <a:ahLst/>
              <a:cxnLst/>
              <a:rect l="l" t="t" r="r" b="b"/>
              <a:pathLst>
                <a:path w="3888432" h="3888432">
                  <a:moveTo>
                    <a:pt x="2959265" y="3140417"/>
                  </a:moveTo>
                  <a:cubicBezTo>
                    <a:pt x="2880371" y="3140417"/>
                    <a:pt x="2816414" y="3204374"/>
                    <a:pt x="2816414" y="3283268"/>
                  </a:cubicBezTo>
                  <a:cubicBezTo>
                    <a:pt x="2816414" y="3362162"/>
                    <a:pt x="2880371" y="3426119"/>
                    <a:pt x="2959265" y="3426119"/>
                  </a:cubicBezTo>
                  <a:cubicBezTo>
                    <a:pt x="3038159" y="3426119"/>
                    <a:pt x="3102116" y="3362162"/>
                    <a:pt x="3102116" y="3283268"/>
                  </a:cubicBezTo>
                  <a:cubicBezTo>
                    <a:pt x="3102116" y="3204374"/>
                    <a:pt x="3038159" y="3140417"/>
                    <a:pt x="2959265" y="3140417"/>
                  </a:cubicBezTo>
                  <a:close/>
                  <a:moveTo>
                    <a:pt x="2512916" y="2819124"/>
                  </a:moveTo>
                  <a:lnTo>
                    <a:pt x="2512916" y="3022941"/>
                  </a:lnTo>
                  <a:lnTo>
                    <a:pt x="3405613" y="3022941"/>
                  </a:lnTo>
                  <a:lnTo>
                    <a:pt x="3405613" y="2819124"/>
                  </a:lnTo>
                  <a:close/>
                  <a:moveTo>
                    <a:pt x="741072" y="2504407"/>
                  </a:moveTo>
                  <a:lnTo>
                    <a:pt x="539050" y="2706429"/>
                  </a:lnTo>
                  <a:lnTo>
                    <a:pt x="753654" y="2921033"/>
                  </a:lnTo>
                  <a:lnTo>
                    <a:pt x="539050" y="3135636"/>
                  </a:lnTo>
                  <a:lnTo>
                    <a:pt x="741072" y="3337658"/>
                  </a:lnTo>
                  <a:lnTo>
                    <a:pt x="955676" y="3123054"/>
                  </a:lnTo>
                  <a:lnTo>
                    <a:pt x="1170279" y="3337658"/>
                  </a:lnTo>
                  <a:lnTo>
                    <a:pt x="1372301" y="3135636"/>
                  </a:lnTo>
                  <a:lnTo>
                    <a:pt x="1157697" y="2921033"/>
                  </a:lnTo>
                  <a:lnTo>
                    <a:pt x="1372301" y="2706429"/>
                  </a:lnTo>
                  <a:lnTo>
                    <a:pt x="1170279" y="2504407"/>
                  </a:lnTo>
                  <a:lnTo>
                    <a:pt x="955676" y="2719011"/>
                  </a:lnTo>
                  <a:close/>
                  <a:moveTo>
                    <a:pt x="2959265" y="2415946"/>
                  </a:moveTo>
                  <a:cubicBezTo>
                    <a:pt x="2880371" y="2415946"/>
                    <a:pt x="2816414" y="2479903"/>
                    <a:pt x="2816414" y="2558797"/>
                  </a:cubicBezTo>
                  <a:cubicBezTo>
                    <a:pt x="2816414" y="2637691"/>
                    <a:pt x="2880371" y="2701648"/>
                    <a:pt x="2959265" y="2701648"/>
                  </a:cubicBezTo>
                  <a:cubicBezTo>
                    <a:pt x="3038159" y="2701648"/>
                    <a:pt x="3102116" y="2637691"/>
                    <a:pt x="3102116" y="2558797"/>
                  </a:cubicBezTo>
                  <a:cubicBezTo>
                    <a:pt x="3102116" y="2479903"/>
                    <a:pt x="3038159" y="2415946"/>
                    <a:pt x="2959265" y="2415946"/>
                  </a:cubicBezTo>
                  <a:close/>
                  <a:moveTo>
                    <a:pt x="2536364" y="828590"/>
                  </a:moveTo>
                  <a:lnTo>
                    <a:pt x="2536364" y="1114291"/>
                  </a:lnTo>
                  <a:lnTo>
                    <a:pt x="3429061" y="1114291"/>
                  </a:lnTo>
                  <a:lnTo>
                    <a:pt x="3429061" y="828590"/>
                  </a:lnTo>
                  <a:close/>
                  <a:moveTo>
                    <a:pt x="896557" y="525092"/>
                  </a:moveTo>
                  <a:lnTo>
                    <a:pt x="896557" y="828590"/>
                  </a:lnTo>
                  <a:lnTo>
                    <a:pt x="593059" y="828590"/>
                  </a:lnTo>
                  <a:lnTo>
                    <a:pt x="593059" y="1114291"/>
                  </a:lnTo>
                  <a:lnTo>
                    <a:pt x="896557" y="1114291"/>
                  </a:lnTo>
                  <a:lnTo>
                    <a:pt x="896557" y="1417789"/>
                  </a:lnTo>
                  <a:lnTo>
                    <a:pt x="1182258" y="1417789"/>
                  </a:lnTo>
                  <a:lnTo>
                    <a:pt x="1182258" y="1114291"/>
                  </a:lnTo>
                  <a:lnTo>
                    <a:pt x="1485756" y="1114291"/>
                  </a:lnTo>
                  <a:lnTo>
                    <a:pt x="1485756" y="828590"/>
                  </a:lnTo>
                  <a:lnTo>
                    <a:pt x="1182258" y="828590"/>
                  </a:lnTo>
                  <a:lnTo>
                    <a:pt x="1182258" y="525092"/>
                  </a:lnTo>
                  <a:close/>
                  <a:moveTo>
                    <a:pt x="648085" y="0"/>
                  </a:moveTo>
                  <a:lnTo>
                    <a:pt x="3240347" y="0"/>
                  </a:lnTo>
                  <a:cubicBezTo>
                    <a:pt x="3598274" y="0"/>
                    <a:pt x="3888432" y="290158"/>
                    <a:pt x="3888432" y="648085"/>
                  </a:cubicBezTo>
                  <a:lnTo>
                    <a:pt x="3888432" y="3240347"/>
                  </a:lnTo>
                  <a:cubicBezTo>
                    <a:pt x="3888432" y="3598274"/>
                    <a:pt x="3598274" y="3888432"/>
                    <a:pt x="3240347" y="3888432"/>
                  </a:cubicBezTo>
                  <a:lnTo>
                    <a:pt x="648085" y="3888432"/>
                  </a:lnTo>
                  <a:cubicBezTo>
                    <a:pt x="290158" y="3888432"/>
                    <a:pt x="0" y="3598274"/>
                    <a:pt x="0" y="3240347"/>
                  </a:cubicBezTo>
                  <a:lnTo>
                    <a:pt x="0" y="648085"/>
                  </a:lnTo>
                  <a:cubicBezTo>
                    <a:pt x="0" y="290158"/>
                    <a:pt x="290158" y="0"/>
                    <a:pt x="64808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84" name="Freeform 19">
              <a:extLst>
                <a:ext uri="{FF2B5EF4-FFF2-40B4-BE49-F238E27FC236}">
                  <a16:creationId xmlns:a16="http://schemas.microsoft.com/office/drawing/2014/main" id="{5C38DDE2-427A-436B-B9B0-39273C5855D4}"/>
                </a:ext>
              </a:extLst>
            </p:cNvPr>
            <p:cNvSpPr/>
            <p:nvPr/>
          </p:nvSpPr>
          <p:spPr>
            <a:xfrm>
              <a:off x="10648350" y="2860722"/>
              <a:ext cx="360864" cy="355077"/>
            </a:xfrm>
            <a:custGeom>
              <a:avLst/>
              <a:gdLst/>
              <a:ahLst/>
              <a:cxnLst/>
              <a:rect l="l" t="t" r="r" b="b"/>
              <a:pathLst>
                <a:path w="3214097" h="3162551">
                  <a:moveTo>
                    <a:pt x="1014592" y="2306036"/>
                  </a:moveTo>
                  <a:cubicBezTo>
                    <a:pt x="854868" y="2306036"/>
                    <a:pt x="725386" y="2435518"/>
                    <a:pt x="725386" y="2595242"/>
                  </a:cubicBezTo>
                  <a:cubicBezTo>
                    <a:pt x="725386" y="2754966"/>
                    <a:pt x="854868" y="2884448"/>
                    <a:pt x="1014592" y="2884448"/>
                  </a:cubicBezTo>
                  <a:cubicBezTo>
                    <a:pt x="1174316" y="2884448"/>
                    <a:pt x="1303798" y="2754966"/>
                    <a:pt x="1303798" y="2595242"/>
                  </a:cubicBezTo>
                  <a:cubicBezTo>
                    <a:pt x="1303798" y="2435518"/>
                    <a:pt x="1174316" y="2306036"/>
                    <a:pt x="1014592" y="2306036"/>
                  </a:cubicBezTo>
                  <a:close/>
                  <a:moveTo>
                    <a:pt x="481275" y="1691816"/>
                  </a:moveTo>
                  <a:cubicBezTo>
                    <a:pt x="321551" y="1691816"/>
                    <a:pt x="192069" y="1821298"/>
                    <a:pt x="192069" y="1981022"/>
                  </a:cubicBezTo>
                  <a:cubicBezTo>
                    <a:pt x="192069" y="2140746"/>
                    <a:pt x="321551" y="2270228"/>
                    <a:pt x="481275" y="2270228"/>
                  </a:cubicBezTo>
                  <a:cubicBezTo>
                    <a:pt x="640999" y="2270228"/>
                    <a:pt x="770481" y="2140746"/>
                    <a:pt x="770481" y="1981022"/>
                  </a:cubicBezTo>
                  <a:cubicBezTo>
                    <a:pt x="770481" y="1821298"/>
                    <a:pt x="640999" y="1691816"/>
                    <a:pt x="481275" y="1691816"/>
                  </a:cubicBezTo>
                  <a:close/>
                  <a:moveTo>
                    <a:pt x="2764751" y="1113404"/>
                  </a:moveTo>
                  <a:cubicBezTo>
                    <a:pt x="2605027" y="1113404"/>
                    <a:pt x="2475545" y="1242886"/>
                    <a:pt x="2475545" y="1402610"/>
                  </a:cubicBezTo>
                  <a:cubicBezTo>
                    <a:pt x="2475545" y="1562334"/>
                    <a:pt x="2605027" y="1691816"/>
                    <a:pt x="2764751" y="1691816"/>
                  </a:cubicBezTo>
                  <a:cubicBezTo>
                    <a:pt x="2924475" y="1691816"/>
                    <a:pt x="3053957" y="1562334"/>
                    <a:pt x="3053957" y="1402610"/>
                  </a:cubicBezTo>
                  <a:cubicBezTo>
                    <a:pt x="3053957" y="1242886"/>
                    <a:pt x="2924475" y="1113404"/>
                    <a:pt x="2764751" y="1113404"/>
                  </a:cubicBezTo>
                  <a:close/>
                  <a:moveTo>
                    <a:pt x="532503" y="881964"/>
                  </a:moveTo>
                  <a:cubicBezTo>
                    <a:pt x="372779" y="881964"/>
                    <a:pt x="243297" y="1011446"/>
                    <a:pt x="243297" y="1171170"/>
                  </a:cubicBezTo>
                  <a:cubicBezTo>
                    <a:pt x="243297" y="1330894"/>
                    <a:pt x="372779" y="1460376"/>
                    <a:pt x="532503" y="1460376"/>
                  </a:cubicBezTo>
                  <a:cubicBezTo>
                    <a:pt x="692227" y="1460376"/>
                    <a:pt x="821709" y="1330894"/>
                    <a:pt x="821709" y="1171170"/>
                  </a:cubicBezTo>
                  <a:cubicBezTo>
                    <a:pt x="821709" y="1011446"/>
                    <a:pt x="692227" y="881964"/>
                    <a:pt x="532503" y="881964"/>
                  </a:cubicBezTo>
                  <a:close/>
                  <a:moveTo>
                    <a:pt x="1162143" y="321316"/>
                  </a:moveTo>
                  <a:cubicBezTo>
                    <a:pt x="1002419" y="321316"/>
                    <a:pt x="872937" y="450798"/>
                    <a:pt x="872937" y="610522"/>
                  </a:cubicBezTo>
                  <a:cubicBezTo>
                    <a:pt x="872937" y="770246"/>
                    <a:pt x="1002419" y="899728"/>
                    <a:pt x="1162143" y="899728"/>
                  </a:cubicBezTo>
                  <a:cubicBezTo>
                    <a:pt x="1321867" y="899728"/>
                    <a:pt x="1451349" y="770246"/>
                    <a:pt x="1451349" y="610522"/>
                  </a:cubicBezTo>
                  <a:cubicBezTo>
                    <a:pt x="1451349" y="450798"/>
                    <a:pt x="1321867" y="321316"/>
                    <a:pt x="1162143" y="321316"/>
                  </a:cubicBezTo>
                  <a:close/>
                  <a:moveTo>
                    <a:pt x="1963447" y="177300"/>
                  </a:moveTo>
                  <a:cubicBezTo>
                    <a:pt x="1803723" y="177300"/>
                    <a:pt x="1674241" y="306782"/>
                    <a:pt x="1674241" y="466506"/>
                  </a:cubicBezTo>
                  <a:cubicBezTo>
                    <a:pt x="1674241" y="626230"/>
                    <a:pt x="1803723" y="755712"/>
                    <a:pt x="1963447" y="755712"/>
                  </a:cubicBezTo>
                  <a:cubicBezTo>
                    <a:pt x="2123171" y="755712"/>
                    <a:pt x="2252653" y="626230"/>
                    <a:pt x="2252653" y="466506"/>
                  </a:cubicBezTo>
                  <a:cubicBezTo>
                    <a:pt x="2252653" y="306782"/>
                    <a:pt x="2123171" y="177300"/>
                    <a:pt x="1963447" y="177300"/>
                  </a:cubicBezTo>
                  <a:close/>
                  <a:moveTo>
                    <a:pt x="1752672" y="312"/>
                  </a:moveTo>
                  <a:cubicBezTo>
                    <a:pt x="1817888" y="-690"/>
                    <a:pt x="1885249" y="703"/>
                    <a:pt x="1954799" y="4657"/>
                  </a:cubicBezTo>
                  <a:cubicBezTo>
                    <a:pt x="2504015" y="53541"/>
                    <a:pt x="2975590" y="412975"/>
                    <a:pt x="3145244" y="944937"/>
                  </a:cubicBezTo>
                  <a:cubicBezTo>
                    <a:pt x="3412664" y="2126757"/>
                    <a:pt x="2837568" y="2017487"/>
                    <a:pt x="2506889" y="1867964"/>
                  </a:cubicBezTo>
                  <a:cubicBezTo>
                    <a:pt x="1580987" y="1673869"/>
                    <a:pt x="2725425" y="3197869"/>
                    <a:pt x="1014520" y="3161925"/>
                  </a:cubicBezTo>
                  <a:cubicBezTo>
                    <a:pt x="-14898" y="3061283"/>
                    <a:pt x="-138545" y="1873713"/>
                    <a:pt x="108747" y="1100212"/>
                  </a:cubicBezTo>
                  <a:cubicBezTo>
                    <a:pt x="278579" y="569148"/>
                    <a:pt x="774429" y="15339"/>
                    <a:pt x="1752672" y="3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85" name="Oval 66">
              <a:extLst>
                <a:ext uri="{FF2B5EF4-FFF2-40B4-BE49-F238E27FC236}">
                  <a16:creationId xmlns:a16="http://schemas.microsoft.com/office/drawing/2014/main" id="{C570611F-C3DD-4D85-A652-D95D1207E67C}"/>
                </a:ext>
              </a:extLst>
            </p:cNvPr>
            <p:cNvSpPr/>
            <p:nvPr/>
          </p:nvSpPr>
          <p:spPr>
            <a:xfrm rot="20700000">
              <a:off x="8697163" y="2795754"/>
              <a:ext cx="342272" cy="293183"/>
            </a:xfrm>
            <a:custGeom>
              <a:avLst/>
              <a:gdLst/>
              <a:ahLst/>
              <a:cxnLst/>
              <a:rect l="l" t="t" r="r" b="b"/>
              <a:pathLst>
                <a:path w="2901316" h="2485205">
                  <a:moveTo>
                    <a:pt x="2901316" y="8833"/>
                  </a:moveTo>
                  <a:lnTo>
                    <a:pt x="2885407" y="69738"/>
                  </a:lnTo>
                  <a:lnTo>
                    <a:pt x="2890344" y="71061"/>
                  </a:lnTo>
                  <a:lnTo>
                    <a:pt x="2331295" y="2157461"/>
                  </a:lnTo>
                  <a:lnTo>
                    <a:pt x="2322295" y="2155049"/>
                  </a:lnTo>
                  <a:cubicBezTo>
                    <a:pt x="2311779" y="2339141"/>
                    <a:pt x="2127696" y="2485205"/>
                    <a:pt x="1902404" y="2485205"/>
                  </a:cubicBezTo>
                  <a:cubicBezTo>
                    <a:pt x="1669201" y="2485205"/>
                    <a:pt x="1480151" y="2328701"/>
                    <a:pt x="1480150" y="2135644"/>
                  </a:cubicBezTo>
                  <a:cubicBezTo>
                    <a:pt x="1480150" y="1942587"/>
                    <a:pt x="1669200" y="1786083"/>
                    <a:pt x="1902404" y="1786083"/>
                  </a:cubicBezTo>
                  <a:cubicBezTo>
                    <a:pt x="2026046" y="1786083"/>
                    <a:pt x="2137276" y="1830075"/>
                    <a:pt x="2213623" y="1901150"/>
                  </a:cubicBezTo>
                  <a:lnTo>
                    <a:pt x="2586815" y="508378"/>
                  </a:lnTo>
                  <a:lnTo>
                    <a:pt x="1283297" y="508378"/>
                  </a:lnTo>
                  <a:lnTo>
                    <a:pt x="847984" y="2132988"/>
                  </a:lnTo>
                  <a:lnTo>
                    <a:pt x="841776" y="2131324"/>
                  </a:lnTo>
                  <a:cubicBezTo>
                    <a:pt x="829584" y="2314002"/>
                    <a:pt x="646295" y="2458448"/>
                    <a:pt x="422254" y="2458448"/>
                  </a:cubicBezTo>
                  <a:cubicBezTo>
                    <a:pt x="189051" y="2458448"/>
                    <a:pt x="1" y="2301944"/>
                    <a:pt x="0" y="2108887"/>
                  </a:cubicBezTo>
                  <a:cubicBezTo>
                    <a:pt x="0" y="1915830"/>
                    <a:pt x="189051" y="1759326"/>
                    <a:pt x="422255" y="1759326"/>
                  </a:cubicBezTo>
                  <a:cubicBezTo>
                    <a:pt x="544771" y="1759326"/>
                    <a:pt x="655100" y="1802522"/>
                    <a:pt x="731465" y="1872378"/>
                  </a:cubicBezTo>
                  <a:lnTo>
                    <a:pt x="1233167" y="0"/>
                  </a:lnTo>
                  <a:lnTo>
                    <a:pt x="1266129" y="883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93" name="Group 111">
            <a:extLst>
              <a:ext uri="{FF2B5EF4-FFF2-40B4-BE49-F238E27FC236}">
                <a16:creationId xmlns:a16="http://schemas.microsoft.com/office/drawing/2014/main" id="{E489989B-7C28-445C-8731-4650D9D98353}"/>
              </a:ext>
            </a:extLst>
          </p:cNvPr>
          <p:cNvGrpSpPr/>
          <p:nvPr userDrawn="1"/>
        </p:nvGrpSpPr>
        <p:grpSpPr>
          <a:xfrm>
            <a:off x="10430198" y="200349"/>
            <a:ext cx="1503041" cy="3058086"/>
            <a:chOff x="5174351" y="2344852"/>
            <a:chExt cx="1843306" cy="3750389"/>
          </a:xfrm>
        </p:grpSpPr>
        <p:grpSp>
          <p:nvGrpSpPr>
            <p:cNvPr id="94" name="그룹 7">
              <a:extLst>
                <a:ext uri="{FF2B5EF4-FFF2-40B4-BE49-F238E27FC236}">
                  <a16:creationId xmlns:a16="http://schemas.microsoft.com/office/drawing/2014/main" id="{8E6C9F49-78E7-4619-8DE5-A6D5771F9020}"/>
                </a:ext>
              </a:extLst>
            </p:cNvPr>
            <p:cNvGrpSpPr/>
            <p:nvPr userDrawn="1"/>
          </p:nvGrpSpPr>
          <p:grpSpPr>
            <a:xfrm>
              <a:off x="5174351" y="3637228"/>
              <a:ext cx="1704867" cy="455477"/>
              <a:chOff x="5134372" y="3131004"/>
              <a:chExt cx="1431908" cy="315692"/>
            </a:xfrm>
          </p:grpSpPr>
          <p:sp>
            <p:nvSpPr>
              <p:cNvPr id="110" name="직사각형 6">
                <a:extLst>
                  <a:ext uri="{FF2B5EF4-FFF2-40B4-BE49-F238E27FC236}">
                    <a16:creationId xmlns:a16="http://schemas.microsoft.com/office/drawing/2014/main" id="{55DC81BC-0CC5-4E6A-B8E1-721F13A6BFEE}"/>
                  </a:ext>
                </a:extLst>
              </p:cNvPr>
              <p:cNvSpPr/>
              <p:nvPr userDrawn="1"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11" name="자유형: 도형 32">
                <a:extLst>
                  <a:ext uri="{FF2B5EF4-FFF2-40B4-BE49-F238E27FC236}">
                    <a16:creationId xmlns:a16="http://schemas.microsoft.com/office/drawing/2014/main" id="{7EE35BAA-F8FF-4893-9135-70C67173E428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5" name="그룹 34">
              <a:extLst>
                <a:ext uri="{FF2B5EF4-FFF2-40B4-BE49-F238E27FC236}">
                  <a16:creationId xmlns:a16="http://schemas.microsoft.com/office/drawing/2014/main" id="{B45DA547-163B-4282-90A9-A868B87DD000}"/>
                </a:ext>
              </a:extLst>
            </p:cNvPr>
            <p:cNvGrpSpPr/>
            <p:nvPr/>
          </p:nvGrpSpPr>
          <p:grpSpPr>
            <a:xfrm>
              <a:off x="5312790" y="4137862"/>
              <a:ext cx="1704867" cy="455477"/>
              <a:chOff x="5134372" y="3131004"/>
              <a:chExt cx="1431908" cy="315692"/>
            </a:xfrm>
          </p:grpSpPr>
          <p:sp>
            <p:nvSpPr>
              <p:cNvPr id="108" name="직사각형 6">
                <a:extLst>
                  <a:ext uri="{FF2B5EF4-FFF2-40B4-BE49-F238E27FC236}">
                    <a16:creationId xmlns:a16="http://schemas.microsoft.com/office/drawing/2014/main" id="{D8967315-DB35-4A40-954E-F6216D635A31}"/>
                  </a:ext>
                </a:extLst>
              </p:cNvPr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9" name="자유형: 도형 36">
                <a:extLst>
                  <a:ext uri="{FF2B5EF4-FFF2-40B4-BE49-F238E27FC236}">
                    <a16:creationId xmlns:a16="http://schemas.microsoft.com/office/drawing/2014/main" id="{7BB378AC-B960-4229-B98B-6FE1E2FB76CB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tx2">
                  <a:lumMod val="65000"/>
                  <a:lumOff val="35000"/>
                </a:schemeClr>
              </a:solidFill>
              <a:ln>
                <a:solidFill>
                  <a:schemeClr val="tx2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6" name="그룹 37">
              <a:extLst>
                <a:ext uri="{FF2B5EF4-FFF2-40B4-BE49-F238E27FC236}">
                  <a16:creationId xmlns:a16="http://schemas.microsoft.com/office/drawing/2014/main" id="{EF469A21-964F-4BB6-AB81-AE60665B52FF}"/>
                </a:ext>
              </a:extLst>
            </p:cNvPr>
            <p:cNvGrpSpPr/>
            <p:nvPr/>
          </p:nvGrpSpPr>
          <p:grpSpPr>
            <a:xfrm>
              <a:off x="5174351" y="4638496"/>
              <a:ext cx="1704867" cy="455477"/>
              <a:chOff x="5134372" y="3131004"/>
              <a:chExt cx="1431908" cy="315692"/>
            </a:xfrm>
          </p:grpSpPr>
          <p:sp>
            <p:nvSpPr>
              <p:cNvPr id="106" name="직사각형 6">
                <a:extLst>
                  <a:ext uri="{FF2B5EF4-FFF2-40B4-BE49-F238E27FC236}">
                    <a16:creationId xmlns:a16="http://schemas.microsoft.com/office/drawing/2014/main" id="{F623DB1F-4086-4752-96E5-493E7E3A3E05}"/>
                  </a:ext>
                </a:extLst>
              </p:cNvPr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7" name="자유형: 도형 39">
                <a:extLst>
                  <a:ext uri="{FF2B5EF4-FFF2-40B4-BE49-F238E27FC236}">
                    <a16:creationId xmlns:a16="http://schemas.microsoft.com/office/drawing/2014/main" id="{91335066-D4A3-4B3B-9D82-CA7E1C32A35E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7" name="그룹 40">
              <a:extLst>
                <a:ext uri="{FF2B5EF4-FFF2-40B4-BE49-F238E27FC236}">
                  <a16:creationId xmlns:a16="http://schemas.microsoft.com/office/drawing/2014/main" id="{214D74B8-EB58-4404-8F74-07408D0328BD}"/>
                </a:ext>
              </a:extLst>
            </p:cNvPr>
            <p:cNvGrpSpPr/>
            <p:nvPr/>
          </p:nvGrpSpPr>
          <p:grpSpPr>
            <a:xfrm>
              <a:off x="5312790" y="5139130"/>
              <a:ext cx="1704867" cy="455477"/>
              <a:chOff x="5134372" y="3131004"/>
              <a:chExt cx="1431908" cy="315692"/>
            </a:xfrm>
          </p:grpSpPr>
          <p:sp>
            <p:nvSpPr>
              <p:cNvPr id="104" name="직사각형 6">
                <a:extLst>
                  <a:ext uri="{FF2B5EF4-FFF2-40B4-BE49-F238E27FC236}">
                    <a16:creationId xmlns:a16="http://schemas.microsoft.com/office/drawing/2014/main" id="{0BD39D72-6B6B-4CC8-AAD7-4C93C3E3A0DD}"/>
                  </a:ext>
                </a:extLst>
              </p:cNvPr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5" name="자유형: 도형 46">
                <a:extLst>
                  <a:ext uri="{FF2B5EF4-FFF2-40B4-BE49-F238E27FC236}">
                    <a16:creationId xmlns:a16="http://schemas.microsoft.com/office/drawing/2014/main" id="{DFF8DAC7-1A73-4AA9-BF53-C338E1EEB077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 dirty="0"/>
              </a:p>
            </p:txBody>
          </p:sp>
        </p:grpSp>
        <p:grpSp>
          <p:nvGrpSpPr>
            <p:cNvPr id="98" name="그룹 47">
              <a:extLst>
                <a:ext uri="{FF2B5EF4-FFF2-40B4-BE49-F238E27FC236}">
                  <a16:creationId xmlns:a16="http://schemas.microsoft.com/office/drawing/2014/main" id="{30E63C95-1DD2-465B-932D-34BA3EBF296F}"/>
                </a:ext>
              </a:extLst>
            </p:cNvPr>
            <p:cNvGrpSpPr/>
            <p:nvPr/>
          </p:nvGrpSpPr>
          <p:grpSpPr>
            <a:xfrm>
              <a:off x="5174351" y="5639764"/>
              <a:ext cx="1704867" cy="455477"/>
              <a:chOff x="5134372" y="3131004"/>
              <a:chExt cx="1431908" cy="315692"/>
            </a:xfrm>
          </p:grpSpPr>
          <p:sp>
            <p:nvSpPr>
              <p:cNvPr id="102" name="직사각형 6">
                <a:extLst>
                  <a:ext uri="{FF2B5EF4-FFF2-40B4-BE49-F238E27FC236}">
                    <a16:creationId xmlns:a16="http://schemas.microsoft.com/office/drawing/2014/main" id="{2FFC5D02-CCEA-4745-A439-8C5134C843BA}"/>
                  </a:ext>
                </a:extLst>
              </p:cNvPr>
              <p:cNvSpPr/>
              <p:nvPr/>
            </p:nvSpPr>
            <p:spPr>
              <a:xfrm>
                <a:off x="5208323" y="3177330"/>
                <a:ext cx="1258310" cy="223041"/>
              </a:xfrm>
              <a:custGeom>
                <a:avLst/>
                <a:gdLst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  <a:gd name="connsiteX0" fmla="*/ 0 w 1258310"/>
                  <a:gd name="connsiteY0" fmla="*/ 0 h 199384"/>
                  <a:gd name="connsiteX1" fmla="*/ 1258310 w 1258310"/>
                  <a:gd name="connsiteY1" fmla="*/ 0 h 199384"/>
                  <a:gd name="connsiteX2" fmla="*/ 1258310 w 1258310"/>
                  <a:gd name="connsiteY2" fmla="*/ 199384 h 199384"/>
                  <a:gd name="connsiteX3" fmla="*/ 0 w 1258310"/>
                  <a:gd name="connsiteY3" fmla="*/ 199384 h 199384"/>
                  <a:gd name="connsiteX4" fmla="*/ 0 w 1258310"/>
                  <a:gd name="connsiteY4" fmla="*/ 0 h 199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8310" h="199384">
                    <a:moveTo>
                      <a:pt x="0" y="0"/>
                    </a:moveTo>
                    <a:lnTo>
                      <a:pt x="1258310" y="0"/>
                    </a:lnTo>
                    <a:cubicBezTo>
                      <a:pt x="1210685" y="75986"/>
                      <a:pt x="1213065" y="130541"/>
                      <a:pt x="1258310" y="199384"/>
                    </a:cubicBezTo>
                    <a:lnTo>
                      <a:pt x="0" y="1993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3" name="자유형: 도형 68">
                <a:extLst>
                  <a:ext uri="{FF2B5EF4-FFF2-40B4-BE49-F238E27FC236}">
                    <a16:creationId xmlns:a16="http://schemas.microsoft.com/office/drawing/2014/main" id="{4E5E167A-FA12-459A-82A9-366016110784}"/>
                  </a:ext>
                </a:extLst>
              </p:cNvPr>
              <p:cNvSpPr/>
              <p:nvPr/>
            </p:nvSpPr>
            <p:spPr>
              <a:xfrm>
                <a:off x="5134372" y="3131004"/>
                <a:ext cx="1431908" cy="315692"/>
              </a:xfrm>
              <a:custGeom>
                <a:avLst/>
                <a:gdLst>
                  <a:gd name="connsiteX0" fmla="*/ 62289 w 1431908"/>
                  <a:gd name="connsiteY0" fmla="*/ 0 h 315692"/>
                  <a:gd name="connsiteX1" fmla="*/ 1371331 w 1431908"/>
                  <a:gd name="connsiteY1" fmla="*/ 0 h 315692"/>
                  <a:gd name="connsiteX2" fmla="*/ 1415376 w 1431908"/>
                  <a:gd name="connsiteY2" fmla="*/ 18244 h 315692"/>
                  <a:gd name="connsiteX3" fmla="*/ 1431908 w 1431908"/>
                  <a:gd name="connsiteY3" fmla="*/ 58155 h 315692"/>
                  <a:gd name="connsiteX4" fmla="*/ 100375 w 1431908"/>
                  <a:gd name="connsiteY4" fmla="*/ 58155 h 315692"/>
                  <a:gd name="connsiteX5" fmla="*/ 73951 w 1431908"/>
                  <a:gd name="connsiteY5" fmla="*/ 84579 h 315692"/>
                  <a:gd name="connsiteX6" fmla="*/ 73951 w 1431908"/>
                  <a:gd name="connsiteY6" fmla="*/ 231114 h 315692"/>
                  <a:gd name="connsiteX7" fmla="*/ 100375 w 1431908"/>
                  <a:gd name="connsiteY7" fmla="*/ 257538 h 315692"/>
                  <a:gd name="connsiteX8" fmla="*/ 1431907 w 1431908"/>
                  <a:gd name="connsiteY8" fmla="*/ 257538 h 315692"/>
                  <a:gd name="connsiteX9" fmla="*/ 1415376 w 1431908"/>
                  <a:gd name="connsiteY9" fmla="*/ 297448 h 315692"/>
                  <a:gd name="connsiteX10" fmla="*/ 1371331 w 1431908"/>
                  <a:gd name="connsiteY10" fmla="*/ 315692 h 315692"/>
                  <a:gd name="connsiteX11" fmla="*/ 62289 w 1431908"/>
                  <a:gd name="connsiteY11" fmla="*/ 315692 h 315692"/>
                  <a:gd name="connsiteX12" fmla="*/ 0 w 1431908"/>
                  <a:gd name="connsiteY12" fmla="*/ 253403 h 315692"/>
                  <a:gd name="connsiteX13" fmla="*/ 0 w 1431908"/>
                  <a:gd name="connsiteY13" fmla="*/ 62289 h 315692"/>
                  <a:gd name="connsiteX14" fmla="*/ 62289 w 1431908"/>
                  <a:gd name="connsiteY14" fmla="*/ 0 h 31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1908" h="315692">
                    <a:moveTo>
                      <a:pt x="62289" y="0"/>
                    </a:moveTo>
                    <a:lnTo>
                      <a:pt x="1371331" y="0"/>
                    </a:lnTo>
                    <a:cubicBezTo>
                      <a:pt x="1388532" y="0"/>
                      <a:pt x="1404104" y="6972"/>
                      <a:pt x="1415376" y="18244"/>
                    </a:cubicBezTo>
                    <a:lnTo>
                      <a:pt x="1431908" y="58155"/>
                    </a:lnTo>
                    <a:lnTo>
                      <a:pt x="100375" y="58155"/>
                    </a:lnTo>
                    <a:cubicBezTo>
                      <a:pt x="85781" y="58155"/>
                      <a:pt x="73951" y="69985"/>
                      <a:pt x="73951" y="84579"/>
                    </a:cubicBezTo>
                    <a:lnTo>
                      <a:pt x="73951" y="231114"/>
                    </a:lnTo>
                    <a:cubicBezTo>
                      <a:pt x="73951" y="245708"/>
                      <a:pt x="85781" y="257538"/>
                      <a:pt x="100375" y="257538"/>
                    </a:cubicBezTo>
                    <a:lnTo>
                      <a:pt x="1431907" y="257538"/>
                    </a:lnTo>
                    <a:lnTo>
                      <a:pt x="1415376" y="297448"/>
                    </a:lnTo>
                    <a:cubicBezTo>
                      <a:pt x="1404104" y="308720"/>
                      <a:pt x="1388532" y="315692"/>
                      <a:pt x="1371331" y="315692"/>
                    </a:cubicBezTo>
                    <a:lnTo>
                      <a:pt x="62289" y="315692"/>
                    </a:lnTo>
                    <a:cubicBezTo>
                      <a:pt x="27888" y="315692"/>
                      <a:pt x="0" y="287804"/>
                      <a:pt x="0" y="253403"/>
                    </a:cubicBezTo>
                    <a:lnTo>
                      <a:pt x="0" y="62289"/>
                    </a:lnTo>
                    <a:cubicBezTo>
                      <a:pt x="0" y="27888"/>
                      <a:pt x="27888" y="0"/>
                      <a:pt x="62289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99" name="그룹 14">
              <a:extLst>
                <a:ext uri="{FF2B5EF4-FFF2-40B4-BE49-F238E27FC236}">
                  <a16:creationId xmlns:a16="http://schemas.microsoft.com/office/drawing/2014/main" id="{E864186F-9B78-4911-B1F3-56684BAF8214}"/>
                </a:ext>
              </a:extLst>
            </p:cNvPr>
            <p:cNvGrpSpPr/>
            <p:nvPr/>
          </p:nvGrpSpPr>
          <p:grpSpPr>
            <a:xfrm>
              <a:off x="5668546" y="2344852"/>
              <a:ext cx="854909" cy="1343933"/>
              <a:chOff x="6163612" y="1966761"/>
              <a:chExt cx="2991257" cy="4702319"/>
            </a:xfrm>
          </p:grpSpPr>
          <p:sp>
            <p:nvSpPr>
              <p:cNvPr id="100" name="자유형: 도형 69">
                <a:extLst>
                  <a:ext uri="{FF2B5EF4-FFF2-40B4-BE49-F238E27FC236}">
                    <a16:creationId xmlns:a16="http://schemas.microsoft.com/office/drawing/2014/main" id="{A1790780-4976-4EA1-93F2-BF68CC7A7AF3}"/>
                  </a:ext>
                </a:extLst>
              </p:cNvPr>
              <p:cNvSpPr/>
              <p:nvPr/>
            </p:nvSpPr>
            <p:spPr>
              <a:xfrm>
                <a:off x="6316187" y="2135206"/>
                <a:ext cx="2653352" cy="2896349"/>
              </a:xfrm>
              <a:custGeom>
                <a:avLst/>
                <a:gdLst>
                  <a:gd name="connsiteX0" fmla="*/ 1146409 w 2292818"/>
                  <a:gd name="connsiteY0" fmla="*/ 0 h 2502797"/>
                  <a:gd name="connsiteX1" fmla="*/ 2292818 w 2292818"/>
                  <a:gd name="connsiteY1" fmla="*/ 1146409 h 2502797"/>
                  <a:gd name="connsiteX2" fmla="*/ 1692856 w 2292818"/>
                  <a:gd name="connsiteY2" fmla="*/ 2154453 h 2502797"/>
                  <a:gd name="connsiteX3" fmla="*/ 1686333 w 2292818"/>
                  <a:gd name="connsiteY3" fmla="*/ 2157595 h 2502797"/>
                  <a:gd name="connsiteX4" fmla="*/ 1625204 w 2292818"/>
                  <a:gd name="connsiteY4" fmla="*/ 2502797 h 2502797"/>
                  <a:gd name="connsiteX5" fmla="*/ 690116 w 2292818"/>
                  <a:gd name="connsiteY5" fmla="*/ 2502797 h 2502797"/>
                  <a:gd name="connsiteX6" fmla="*/ 631086 w 2292818"/>
                  <a:gd name="connsiteY6" fmla="*/ 2169446 h 2502797"/>
                  <a:gd name="connsiteX7" fmla="*/ 599963 w 2292818"/>
                  <a:gd name="connsiteY7" fmla="*/ 2154453 h 2502797"/>
                  <a:gd name="connsiteX8" fmla="*/ 0 w 2292818"/>
                  <a:gd name="connsiteY8" fmla="*/ 1146409 h 2502797"/>
                  <a:gd name="connsiteX9" fmla="*/ 1146409 w 2292818"/>
                  <a:gd name="connsiteY9" fmla="*/ 0 h 2502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92818" h="2502797">
                    <a:moveTo>
                      <a:pt x="1146409" y="0"/>
                    </a:moveTo>
                    <a:cubicBezTo>
                      <a:pt x="1779553" y="0"/>
                      <a:pt x="2292818" y="513265"/>
                      <a:pt x="2292818" y="1146409"/>
                    </a:cubicBezTo>
                    <a:cubicBezTo>
                      <a:pt x="2292818" y="1581696"/>
                      <a:pt x="2050220" y="1960321"/>
                      <a:pt x="1692856" y="2154453"/>
                    </a:cubicBezTo>
                    <a:lnTo>
                      <a:pt x="1686333" y="2157595"/>
                    </a:lnTo>
                    <a:lnTo>
                      <a:pt x="1625204" y="2502797"/>
                    </a:lnTo>
                    <a:lnTo>
                      <a:pt x="690116" y="2502797"/>
                    </a:lnTo>
                    <a:lnTo>
                      <a:pt x="631086" y="2169446"/>
                    </a:lnTo>
                    <a:lnTo>
                      <a:pt x="599963" y="2154453"/>
                    </a:lnTo>
                    <a:cubicBezTo>
                      <a:pt x="242598" y="1960321"/>
                      <a:pt x="0" y="1581696"/>
                      <a:pt x="0" y="1146409"/>
                    </a:cubicBezTo>
                    <a:cubicBezTo>
                      <a:pt x="0" y="513265"/>
                      <a:pt x="513265" y="0"/>
                      <a:pt x="1146409" y="0"/>
                    </a:cubicBezTo>
                    <a:close/>
                  </a:path>
                </a:pathLst>
              </a:cu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01" name="자유형: 도형 79">
                <a:extLst>
                  <a:ext uri="{FF2B5EF4-FFF2-40B4-BE49-F238E27FC236}">
                    <a16:creationId xmlns:a16="http://schemas.microsoft.com/office/drawing/2014/main" id="{38BFF686-B2E6-41A1-9A7F-7DFA91DDFB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63612" y="1966761"/>
                <a:ext cx="2991257" cy="4702319"/>
              </a:xfrm>
              <a:custGeom>
                <a:avLst/>
                <a:gdLst>
                  <a:gd name="connsiteX0" fmla="*/ 951056 w 2991257"/>
                  <a:gd name="connsiteY0" fmla="*/ 4310393 h 4702319"/>
                  <a:gd name="connsiteX1" fmla="*/ 2052826 w 2991257"/>
                  <a:gd name="connsiteY1" fmla="*/ 4310393 h 4702319"/>
                  <a:gd name="connsiteX2" fmla="*/ 2052826 w 2991257"/>
                  <a:gd name="connsiteY2" fmla="*/ 4506356 h 4702319"/>
                  <a:gd name="connsiteX3" fmla="*/ 1501941 w 2991257"/>
                  <a:gd name="connsiteY3" fmla="*/ 4702319 h 4702319"/>
                  <a:gd name="connsiteX4" fmla="*/ 951056 w 2991257"/>
                  <a:gd name="connsiteY4" fmla="*/ 4506356 h 4702319"/>
                  <a:gd name="connsiteX5" fmla="*/ 953472 w 2991257"/>
                  <a:gd name="connsiteY5" fmla="*/ 3978828 h 4702319"/>
                  <a:gd name="connsiteX6" fmla="*/ 2050412 w 2991257"/>
                  <a:gd name="connsiteY6" fmla="*/ 3978828 h 4702319"/>
                  <a:gd name="connsiteX7" fmla="*/ 2152988 w 2991257"/>
                  <a:gd name="connsiteY7" fmla="*/ 4079172 h 4702319"/>
                  <a:gd name="connsiteX8" fmla="*/ 2152988 w 2991257"/>
                  <a:gd name="connsiteY8" fmla="*/ 4123466 h 4702319"/>
                  <a:gd name="connsiteX9" fmla="*/ 2050412 w 2991257"/>
                  <a:gd name="connsiteY9" fmla="*/ 4223810 h 4702319"/>
                  <a:gd name="connsiteX10" fmla="*/ 953472 w 2991257"/>
                  <a:gd name="connsiteY10" fmla="*/ 4223810 h 4702319"/>
                  <a:gd name="connsiteX11" fmla="*/ 850896 w 2991257"/>
                  <a:gd name="connsiteY11" fmla="*/ 4123466 h 4702319"/>
                  <a:gd name="connsiteX12" fmla="*/ 850896 w 2991257"/>
                  <a:gd name="connsiteY12" fmla="*/ 4079172 h 4702319"/>
                  <a:gd name="connsiteX13" fmla="*/ 953472 w 2991257"/>
                  <a:gd name="connsiteY13" fmla="*/ 3978828 h 4702319"/>
                  <a:gd name="connsiteX14" fmla="*/ 903390 w 2991257"/>
                  <a:gd name="connsiteY14" fmla="*/ 3647264 h 4702319"/>
                  <a:gd name="connsiteX15" fmla="*/ 2100491 w 2991257"/>
                  <a:gd name="connsiteY15" fmla="*/ 3647264 h 4702319"/>
                  <a:gd name="connsiteX16" fmla="*/ 2203068 w 2991257"/>
                  <a:gd name="connsiteY16" fmla="*/ 3747607 h 4702319"/>
                  <a:gd name="connsiteX17" fmla="*/ 2203068 w 2991257"/>
                  <a:gd name="connsiteY17" fmla="*/ 3791900 h 4702319"/>
                  <a:gd name="connsiteX18" fmla="*/ 2100491 w 2991257"/>
                  <a:gd name="connsiteY18" fmla="*/ 3892244 h 4702319"/>
                  <a:gd name="connsiteX19" fmla="*/ 903390 w 2991257"/>
                  <a:gd name="connsiteY19" fmla="*/ 3892244 h 4702319"/>
                  <a:gd name="connsiteX20" fmla="*/ 800815 w 2991257"/>
                  <a:gd name="connsiteY20" fmla="*/ 3791900 h 4702319"/>
                  <a:gd name="connsiteX21" fmla="*/ 800815 w 2991257"/>
                  <a:gd name="connsiteY21" fmla="*/ 3747607 h 4702319"/>
                  <a:gd name="connsiteX22" fmla="*/ 903390 w 2991257"/>
                  <a:gd name="connsiteY22" fmla="*/ 3647264 h 4702319"/>
                  <a:gd name="connsiteX23" fmla="*/ 853310 w 2991257"/>
                  <a:gd name="connsiteY23" fmla="*/ 3315698 h 4702319"/>
                  <a:gd name="connsiteX24" fmla="*/ 2150572 w 2991257"/>
                  <a:gd name="connsiteY24" fmla="*/ 3315698 h 4702319"/>
                  <a:gd name="connsiteX25" fmla="*/ 2253147 w 2991257"/>
                  <a:gd name="connsiteY25" fmla="*/ 3416042 h 4702319"/>
                  <a:gd name="connsiteX26" fmla="*/ 2253147 w 2991257"/>
                  <a:gd name="connsiteY26" fmla="*/ 3460336 h 4702319"/>
                  <a:gd name="connsiteX27" fmla="*/ 2150572 w 2991257"/>
                  <a:gd name="connsiteY27" fmla="*/ 3560680 h 4702319"/>
                  <a:gd name="connsiteX28" fmla="*/ 853310 w 2991257"/>
                  <a:gd name="connsiteY28" fmla="*/ 3560680 h 4702319"/>
                  <a:gd name="connsiteX29" fmla="*/ 750733 w 2991257"/>
                  <a:gd name="connsiteY29" fmla="*/ 3460336 h 4702319"/>
                  <a:gd name="connsiteX30" fmla="*/ 750733 w 2991257"/>
                  <a:gd name="connsiteY30" fmla="*/ 3416042 h 4702319"/>
                  <a:gd name="connsiteX31" fmla="*/ 853310 w 2991257"/>
                  <a:gd name="connsiteY31" fmla="*/ 3315698 h 4702319"/>
                  <a:gd name="connsiteX32" fmla="*/ 1386722 w 2991257"/>
                  <a:gd name="connsiteY32" fmla="*/ 1558904 h 4702319"/>
                  <a:gd name="connsiteX33" fmla="*/ 1267488 w 2991257"/>
                  <a:gd name="connsiteY33" fmla="*/ 1609721 h 4702319"/>
                  <a:gd name="connsiteX34" fmla="*/ 1167563 w 2991257"/>
                  <a:gd name="connsiteY34" fmla="*/ 1572653 h 4702319"/>
                  <a:gd name="connsiteX35" fmla="*/ 1400707 w 2991257"/>
                  <a:gd name="connsiteY35" fmla="*/ 3012633 h 4702319"/>
                  <a:gd name="connsiteX36" fmla="*/ 1492336 w 2991257"/>
                  <a:gd name="connsiteY36" fmla="*/ 3011914 h 4702319"/>
                  <a:gd name="connsiteX37" fmla="*/ 1492336 w 2991257"/>
                  <a:gd name="connsiteY37" fmla="*/ 3011864 h 4702319"/>
                  <a:gd name="connsiteX38" fmla="*/ 1495631 w 2991257"/>
                  <a:gd name="connsiteY38" fmla="*/ 3011889 h 4702319"/>
                  <a:gd name="connsiteX39" fmla="*/ 1498923 w 2991257"/>
                  <a:gd name="connsiteY39" fmla="*/ 3011864 h 4702319"/>
                  <a:gd name="connsiteX40" fmla="*/ 1498923 w 2991257"/>
                  <a:gd name="connsiteY40" fmla="*/ 3011914 h 4702319"/>
                  <a:gd name="connsiteX41" fmla="*/ 1589466 w 2991257"/>
                  <a:gd name="connsiteY41" fmla="*/ 3012625 h 4702319"/>
                  <a:gd name="connsiteX42" fmla="*/ 1819775 w 2991257"/>
                  <a:gd name="connsiteY42" fmla="*/ 1590148 h 4702319"/>
                  <a:gd name="connsiteX43" fmla="*/ 1744424 w 2991257"/>
                  <a:gd name="connsiteY43" fmla="*/ 1609721 h 4702319"/>
                  <a:gd name="connsiteX44" fmla="*/ 1625191 w 2991257"/>
                  <a:gd name="connsiteY44" fmla="*/ 1558904 h 4702319"/>
                  <a:gd name="connsiteX45" fmla="*/ 1505957 w 2991257"/>
                  <a:gd name="connsiteY45" fmla="*/ 1609721 h 4702319"/>
                  <a:gd name="connsiteX46" fmla="*/ 1386722 w 2991257"/>
                  <a:gd name="connsiteY46" fmla="*/ 1558904 h 4702319"/>
                  <a:gd name="connsiteX47" fmla="*/ 1492336 w 2991257"/>
                  <a:gd name="connsiteY47" fmla="*/ 296022 h 4702319"/>
                  <a:gd name="connsiteX48" fmla="*/ 274831 w 2991257"/>
                  <a:gd name="connsiteY48" fmla="*/ 1488534 h 4702319"/>
                  <a:gd name="connsiteX49" fmla="*/ 855798 w 2991257"/>
                  <a:gd name="connsiteY49" fmla="*/ 2574654 h 4702319"/>
                  <a:gd name="connsiteX50" fmla="*/ 1010657 w 2991257"/>
                  <a:gd name="connsiteY50" fmla="*/ 2878465 h 4702319"/>
                  <a:gd name="connsiteX51" fmla="*/ 1099844 w 2991257"/>
                  <a:gd name="connsiteY51" fmla="*/ 3014995 h 4702319"/>
                  <a:gd name="connsiteX52" fmla="*/ 1178890 w 2991257"/>
                  <a:gd name="connsiteY52" fmla="*/ 3014374 h 4702319"/>
                  <a:gd name="connsiteX53" fmla="*/ 912952 w 2991257"/>
                  <a:gd name="connsiteY53" fmla="*/ 1371837 h 4702319"/>
                  <a:gd name="connsiteX54" fmla="*/ 1002548 w 2991257"/>
                  <a:gd name="connsiteY54" fmla="*/ 1251201 h 4702319"/>
                  <a:gd name="connsiteX55" fmla="*/ 1006296 w 2991257"/>
                  <a:gd name="connsiteY55" fmla="*/ 1250621 h 4702319"/>
                  <a:gd name="connsiteX56" fmla="*/ 1124040 w 2991257"/>
                  <a:gd name="connsiteY56" fmla="*/ 1323612 h 4702319"/>
                  <a:gd name="connsiteX57" fmla="*/ 1267488 w 2991257"/>
                  <a:gd name="connsiteY57" fmla="*/ 1239026 h 4702319"/>
                  <a:gd name="connsiteX58" fmla="*/ 1386722 w 2991257"/>
                  <a:gd name="connsiteY58" fmla="*/ 1289845 h 4702319"/>
                  <a:gd name="connsiteX59" fmla="*/ 1505957 w 2991257"/>
                  <a:gd name="connsiteY59" fmla="*/ 1239026 h 4702319"/>
                  <a:gd name="connsiteX60" fmla="*/ 1625191 w 2991257"/>
                  <a:gd name="connsiteY60" fmla="*/ 1289845 h 4702319"/>
                  <a:gd name="connsiteX61" fmla="*/ 1744424 w 2991257"/>
                  <a:gd name="connsiteY61" fmla="*/ 1239026 h 4702319"/>
                  <a:gd name="connsiteX62" fmla="*/ 1873330 w 2991257"/>
                  <a:gd name="connsiteY62" fmla="*/ 1300835 h 4702319"/>
                  <a:gd name="connsiteX63" fmla="*/ 1984961 w 2991257"/>
                  <a:gd name="connsiteY63" fmla="*/ 1243910 h 4702319"/>
                  <a:gd name="connsiteX64" fmla="*/ 1988709 w 2991257"/>
                  <a:gd name="connsiteY64" fmla="*/ 1244491 h 4702319"/>
                  <a:gd name="connsiteX65" fmla="*/ 2078307 w 2991257"/>
                  <a:gd name="connsiteY65" fmla="*/ 1365125 h 4702319"/>
                  <a:gd name="connsiteX66" fmla="*/ 1811283 w 2991257"/>
                  <a:gd name="connsiteY66" fmla="*/ 3014366 h 4702319"/>
                  <a:gd name="connsiteX67" fmla="*/ 1891413 w 2991257"/>
                  <a:gd name="connsiteY67" fmla="*/ 3014995 h 4702319"/>
                  <a:gd name="connsiteX68" fmla="*/ 1980600 w 2991257"/>
                  <a:gd name="connsiteY68" fmla="*/ 2878465 h 4702319"/>
                  <a:gd name="connsiteX69" fmla="*/ 2135459 w 2991257"/>
                  <a:gd name="connsiteY69" fmla="*/ 2574654 h 4702319"/>
                  <a:gd name="connsiteX70" fmla="*/ 2716427 w 2991257"/>
                  <a:gd name="connsiteY70" fmla="*/ 1488534 h 4702319"/>
                  <a:gd name="connsiteX71" fmla="*/ 1498923 w 2991257"/>
                  <a:gd name="connsiteY71" fmla="*/ 296022 h 4702319"/>
                  <a:gd name="connsiteX72" fmla="*/ 1498923 w 2991257"/>
                  <a:gd name="connsiteY72" fmla="*/ 296319 h 4702319"/>
                  <a:gd name="connsiteX73" fmla="*/ 1495631 w 2991257"/>
                  <a:gd name="connsiteY73" fmla="*/ 296070 h 4702319"/>
                  <a:gd name="connsiteX74" fmla="*/ 1492336 w 2991257"/>
                  <a:gd name="connsiteY74" fmla="*/ 296319 h 4702319"/>
                  <a:gd name="connsiteX75" fmla="*/ 1492826 w 2991257"/>
                  <a:gd name="connsiteY75" fmla="*/ 0 h 4702319"/>
                  <a:gd name="connsiteX76" fmla="*/ 1495631 w 2991257"/>
                  <a:gd name="connsiteY76" fmla="*/ 211 h 4702319"/>
                  <a:gd name="connsiteX77" fmla="*/ 1498432 w 2991257"/>
                  <a:gd name="connsiteY77" fmla="*/ 0 h 4702319"/>
                  <a:gd name="connsiteX78" fmla="*/ 2991257 w 2991257"/>
                  <a:gd name="connsiteY78" fmla="*/ 1460348 h 4702319"/>
                  <a:gd name="connsiteX79" fmla="*/ 2279478 w 2991257"/>
                  <a:gd name="connsiteY79" fmla="*/ 2790647 h 4702319"/>
                  <a:gd name="connsiteX80" fmla="*/ 2207246 w 2991257"/>
                  <a:gd name="connsiteY80" fmla="*/ 3088369 h 4702319"/>
                  <a:gd name="connsiteX81" fmla="*/ 2016213 w 2991257"/>
                  <a:gd name="connsiteY81" fmla="*/ 3228140 h 4702319"/>
                  <a:gd name="connsiteX82" fmla="*/ 1495631 w 2991257"/>
                  <a:gd name="connsiteY82" fmla="*/ 3226317 h 4702319"/>
                  <a:gd name="connsiteX83" fmla="*/ 975044 w 2991257"/>
                  <a:gd name="connsiteY83" fmla="*/ 3228140 h 4702319"/>
                  <a:gd name="connsiteX84" fmla="*/ 784011 w 2991257"/>
                  <a:gd name="connsiteY84" fmla="*/ 3088369 h 4702319"/>
                  <a:gd name="connsiteX85" fmla="*/ 711780 w 2991257"/>
                  <a:gd name="connsiteY85" fmla="*/ 2790647 h 4702319"/>
                  <a:gd name="connsiteX86" fmla="*/ 0 w 2991257"/>
                  <a:gd name="connsiteY86" fmla="*/ 1460348 h 4702319"/>
                  <a:gd name="connsiteX87" fmla="*/ 1492826 w 2991257"/>
                  <a:gd name="connsiteY87" fmla="*/ 0 h 4702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2991257" h="4702319">
                    <a:moveTo>
                      <a:pt x="951056" y="4310393"/>
                    </a:moveTo>
                    <a:lnTo>
                      <a:pt x="2052826" y="4310393"/>
                    </a:lnTo>
                    <a:lnTo>
                      <a:pt x="2052826" y="4506356"/>
                    </a:lnTo>
                    <a:cubicBezTo>
                      <a:pt x="2052826" y="4614583"/>
                      <a:pt x="1806188" y="4702319"/>
                      <a:pt x="1501941" y="4702319"/>
                    </a:cubicBezTo>
                    <a:cubicBezTo>
                      <a:pt x="1197696" y="4702319"/>
                      <a:pt x="951056" y="4614583"/>
                      <a:pt x="951056" y="4506356"/>
                    </a:cubicBezTo>
                    <a:close/>
                    <a:moveTo>
                      <a:pt x="953472" y="3978828"/>
                    </a:moveTo>
                    <a:lnTo>
                      <a:pt x="2050412" y="3978828"/>
                    </a:lnTo>
                    <a:cubicBezTo>
                      <a:pt x="2107063" y="3978828"/>
                      <a:pt x="2152988" y="4023754"/>
                      <a:pt x="2152988" y="4079172"/>
                    </a:cubicBezTo>
                    <a:lnTo>
                      <a:pt x="2152988" y="4123466"/>
                    </a:lnTo>
                    <a:cubicBezTo>
                      <a:pt x="2152988" y="4178882"/>
                      <a:pt x="2107063" y="4223810"/>
                      <a:pt x="2050412" y="4223810"/>
                    </a:cubicBezTo>
                    <a:lnTo>
                      <a:pt x="953472" y="4223810"/>
                    </a:lnTo>
                    <a:cubicBezTo>
                      <a:pt x="896821" y="4223810"/>
                      <a:pt x="850896" y="4178882"/>
                      <a:pt x="850896" y="4123466"/>
                    </a:cubicBezTo>
                    <a:lnTo>
                      <a:pt x="850896" y="4079172"/>
                    </a:lnTo>
                    <a:cubicBezTo>
                      <a:pt x="850896" y="4023754"/>
                      <a:pt x="896821" y="3978828"/>
                      <a:pt x="953472" y="3978828"/>
                    </a:cubicBezTo>
                    <a:close/>
                    <a:moveTo>
                      <a:pt x="903390" y="3647264"/>
                    </a:moveTo>
                    <a:lnTo>
                      <a:pt x="2100491" y="3647264"/>
                    </a:lnTo>
                    <a:cubicBezTo>
                      <a:pt x="2157143" y="3647264"/>
                      <a:pt x="2203068" y="3692189"/>
                      <a:pt x="2203068" y="3747607"/>
                    </a:cubicBezTo>
                    <a:lnTo>
                      <a:pt x="2203068" y="3791900"/>
                    </a:lnTo>
                    <a:cubicBezTo>
                      <a:pt x="2203068" y="3847318"/>
                      <a:pt x="2157143" y="3892244"/>
                      <a:pt x="2100491" y="3892244"/>
                    </a:cubicBezTo>
                    <a:lnTo>
                      <a:pt x="903390" y="3892244"/>
                    </a:lnTo>
                    <a:cubicBezTo>
                      <a:pt x="846740" y="3892244"/>
                      <a:pt x="800815" y="3847318"/>
                      <a:pt x="800815" y="3791900"/>
                    </a:cubicBezTo>
                    <a:lnTo>
                      <a:pt x="800815" y="3747607"/>
                    </a:lnTo>
                    <a:cubicBezTo>
                      <a:pt x="800815" y="3692189"/>
                      <a:pt x="846740" y="3647264"/>
                      <a:pt x="903390" y="3647264"/>
                    </a:cubicBezTo>
                    <a:close/>
                    <a:moveTo>
                      <a:pt x="853310" y="3315698"/>
                    </a:moveTo>
                    <a:lnTo>
                      <a:pt x="2150572" y="3315698"/>
                    </a:lnTo>
                    <a:cubicBezTo>
                      <a:pt x="2207223" y="3315698"/>
                      <a:pt x="2253147" y="3360624"/>
                      <a:pt x="2253147" y="3416042"/>
                    </a:cubicBezTo>
                    <a:lnTo>
                      <a:pt x="2253147" y="3460336"/>
                    </a:lnTo>
                    <a:cubicBezTo>
                      <a:pt x="2253147" y="3515753"/>
                      <a:pt x="2207223" y="3560680"/>
                      <a:pt x="2150572" y="3560680"/>
                    </a:cubicBezTo>
                    <a:lnTo>
                      <a:pt x="853310" y="3560680"/>
                    </a:lnTo>
                    <a:cubicBezTo>
                      <a:pt x="796658" y="3560680"/>
                      <a:pt x="750733" y="3515753"/>
                      <a:pt x="750733" y="3460336"/>
                    </a:cubicBezTo>
                    <a:lnTo>
                      <a:pt x="750733" y="3416042"/>
                    </a:lnTo>
                    <a:cubicBezTo>
                      <a:pt x="750733" y="3360624"/>
                      <a:pt x="796658" y="3315698"/>
                      <a:pt x="853310" y="3315698"/>
                    </a:cubicBezTo>
                    <a:close/>
                    <a:moveTo>
                      <a:pt x="1386722" y="1558904"/>
                    </a:moveTo>
                    <a:cubicBezTo>
                      <a:pt x="1356097" y="1590701"/>
                      <a:pt x="1313897" y="1609721"/>
                      <a:pt x="1267488" y="1609721"/>
                    </a:cubicBezTo>
                    <a:cubicBezTo>
                      <a:pt x="1229461" y="1609721"/>
                      <a:pt x="1194258" y="1596950"/>
                      <a:pt x="1167563" y="1572653"/>
                    </a:cubicBezTo>
                    <a:lnTo>
                      <a:pt x="1400707" y="3012633"/>
                    </a:lnTo>
                    <a:lnTo>
                      <a:pt x="1492336" y="3011914"/>
                    </a:lnTo>
                    <a:lnTo>
                      <a:pt x="1492336" y="3011864"/>
                    </a:lnTo>
                    <a:lnTo>
                      <a:pt x="1495631" y="3011889"/>
                    </a:lnTo>
                    <a:lnTo>
                      <a:pt x="1498923" y="3011864"/>
                    </a:lnTo>
                    <a:lnTo>
                      <a:pt x="1498923" y="3011914"/>
                    </a:lnTo>
                    <a:lnTo>
                      <a:pt x="1589466" y="3012625"/>
                    </a:lnTo>
                    <a:lnTo>
                      <a:pt x="1819775" y="1590148"/>
                    </a:lnTo>
                    <a:cubicBezTo>
                      <a:pt x="1797467" y="1603167"/>
                      <a:pt x="1771670" y="1609721"/>
                      <a:pt x="1744424" y="1609721"/>
                    </a:cubicBezTo>
                    <a:cubicBezTo>
                      <a:pt x="1698015" y="1609721"/>
                      <a:pt x="1655815" y="1590701"/>
                      <a:pt x="1625191" y="1558904"/>
                    </a:cubicBezTo>
                    <a:cubicBezTo>
                      <a:pt x="1594564" y="1590701"/>
                      <a:pt x="1552364" y="1609721"/>
                      <a:pt x="1505957" y="1609721"/>
                    </a:cubicBezTo>
                    <a:cubicBezTo>
                      <a:pt x="1459548" y="1609721"/>
                      <a:pt x="1417348" y="1590701"/>
                      <a:pt x="1386722" y="1558904"/>
                    </a:cubicBezTo>
                    <a:close/>
                    <a:moveTo>
                      <a:pt x="1492336" y="296022"/>
                    </a:moveTo>
                    <a:cubicBezTo>
                      <a:pt x="819777" y="296795"/>
                      <a:pt x="274831" y="830410"/>
                      <a:pt x="274831" y="1488534"/>
                    </a:cubicBezTo>
                    <a:cubicBezTo>
                      <a:pt x="274831" y="1934058"/>
                      <a:pt x="599874" y="2373770"/>
                      <a:pt x="855798" y="2574654"/>
                    </a:cubicBezTo>
                    <a:cubicBezTo>
                      <a:pt x="972489" y="2706724"/>
                      <a:pt x="963238" y="2709431"/>
                      <a:pt x="1010657" y="2878465"/>
                    </a:cubicBezTo>
                    <a:cubicBezTo>
                      <a:pt x="1029549" y="2996988"/>
                      <a:pt x="991277" y="3008834"/>
                      <a:pt x="1099844" y="3014995"/>
                    </a:cubicBezTo>
                    <a:lnTo>
                      <a:pt x="1178890" y="3014374"/>
                    </a:lnTo>
                    <a:lnTo>
                      <a:pt x="912952" y="1371837"/>
                    </a:lnTo>
                    <a:cubicBezTo>
                      <a:pt x="903639" y="1314321"/>
                      <a:pt x="943753" y="1260311"/>
                      <a:pt x="1002548" y="1251201"/>
                    </a:cubicBezTo>
                    <a:lnTo>
                      <a:pt x="1006296" y="1250621"/>
                    </a:lnTo>
                    <a:cubicBezTo>
                      <a:pt x="1059733" y="1242341"/>
                      <a:pt x="1110210" y="1274002"/>
                      <a:pt x="1124040" y="1323612"/>
                    </a:cubicBezTo>
                    <a:cubicBezTo>
                      <a:pt x="1152654" y="1271953"/>
                      <a:pt x="1206429" y="1239026"/>
                      <a:pt x="1267488" y="1239026"/>
                    </a:cubicBezTo>
                    <a:cubicBezTo>
                      <a:pt x="1313897" y="1239026"/>
                      <a:pt x="1356097" y="1258048"/>
                      <a:pt x="1386722" y="1289845"/>
                    </a:cubicBezTo>
                    <a:cubicBezTo>
                      <a:pt x="1417348" y="1258048"/>
                      <a:pt x="1459548" y="1239026"/>
                      <a:pt x="1505957" y="1239026"/>
                    </a:cubicBezTo>
                    <a:cubicBezTo>
                      <a:pt x="1552364" y="1239026"/>
                      <a:pt x="1594564" y="1258048"/>
                      <a:pt x="1625191" y="1289845"/>
                    </a:cubicBezTo>
                    <a:cubicBezTo>
                      <a:pt x="1655815" y="1258048"/>
                      <a:pt x="1698015" y="1239026"/>
                      <a:pt x="1744424" y="1239026"/>
                    </a:cubicBezTo>
                    <a:cubicBezTo>
                      <a:pt x="1795987" y="1239026"/>
                      <a:pt x="1842359" y="1262509"/>
                      <a:pt x="1873330" y="1300835"/>
                    </a:cubicBezTo>
                    <a:cubicBezTo>
                      <a:pt x="1892646" y="1260564"/>
                      <a:pt x="1937643" y="1236578"/>
                      <a:pt x="1984961" y="1243910"/>
                    </a:cubicBezTo>
                    <a:lnTo>
                      <a:pt x="1988709" y="1244491"/>
                    </a:lnTo>
                    <a:cubicBezTo>
                      <a:pt x="2047506" y="1253600"/>
                      <a:pt x="2087618" y="1307610"/>
                      <a:pt x="2078307" y="1365125"/>
                    </a:cubicBezTo>
                    <a:lnTo>
                      <a:pt x="1811283" y="3014366"/>
                    </a:lnTo>
                    <a:lnTo>
                      <a:pt x="1891413" y="3014995"/>
                    </a:lnTo>
                    <a:cubicBezTo>
                      <a:pt x="1999980" y="3008834"/>
                      <a:pt x="1961709" y="2996988"/>
                      <a:pt x="1980600" y="2878465"/>
                    </a:cubicBezTo>
                    <a:cubicBezTo>
                      <a:pt x="2028019" y="2709431"/>
                      <a:pt x="2018769" y="2706724"/>
                      <a:pt x="2135459" y="2574654"/>
                    </a:cubicBezTo>
                    <a:cubicBezTo>
                      <a:pt x="2391383" y="2373770"/>
                      <a:pt x="2716427" y="1934058"/>
                      <a:pt x="2716427" y="1488534"/>
                    </a:cubicBezTo>
                    <a:cubicBezTo>
                      <a:pt x="2716427" y="830410"/>
                      <a:pt x="2171481" y="296795"/>
                      <a:pt x="1498923" y="296022"/>
                    </a:cubicBezTo>
                    <a:lnTo>
                      <a:pt x="1498923" y="296319"/>
                    </a:lnTo>
                    <a:lnTo>
                      <a:pt x="1495631" y="296070"/>
                    </a:lnTo>
                    <a:lnTo>
                      <a:pt x="1492336" y="296319"/>
                    </a:lnTo>
                    <a:close/>
                    <a:moveTo>
                      <a:pt x="1492826" y="0"/>
                    </a:moveTo>
                    <a:lnTo>
                      <a:pt x="1495631" y="211"/>
                    </a:lnTo>
                    <a:lnTo>
                      <a:pt x="1498432" y="0"/>
                    </a:lnTo>
                    <a:cubicBezTo>
                      <a:pt x="2322897" y="0"/>
                      <a:pt x="2991257" y="653819"/>
                      <a:pt x="2991257" y="1460348"/>
                    </a:cubicBezTo>
                    <a:cubicBezTo>
                      <a:pt x="2991257" y="2006129"/>
                      <a:pt x="2592903" y="2544781"/>
                      <a:pt x="2279478" y="2790647"/>
                    </a:cubicBezTo>
                    <a:cubicBezTo>
                      <a:pt x="2186103" y="2895884"/>
                      <a:pt x="2227311" y="2951181"/>
                      <a:pt x="2207246" y="3088369"/>
                    </a:cubicBezTo>
                    <a:cubicBezTo>
                      <a:pt x="2155081" y="3194275"/>
                      <a:pt x="2108422" y="3228140"/>
                      <a:pt x="2016213" y="3228140"/>
                    </a:cubicBezTo>
                    <a:lnTo>
                      <a:pt x="1495631" y="3226317"/>
                    </a:lnTo>
                    <a:lnTo>
                      <a:pt x="975044" y="3228140"/>
                    </a:lnTo>
                    <a:cubicBezTo>
                      <a:pt x="882838" y="3228140"/>
                      <a:pt x="836177" y="3194275"/>
                      <a:pt x="784011" y="3088369"/>
                    </a:cubicBezTo>
                    <a:cubicBezTo>
                      <a:pt x="763946" y="2951181"/>
                      <a:pt x="805155" y="2895884"/>
                      <a:pt x="711780" y="2790647"/>
                    </a:cubicBezTo>
                    <a:cubicBezTo>
                      <a:pt x="398354" y="2544781"/>
                      <a:pt x="0" y="2006129"/>
                      <a:pt x="0" y="1460348"/>
                    </a:cubicBezTo>
                    <a:cubicBezTo>
                      <a:pt x="0" y="653819"/>
                      <a:pt x="668362" y="0"/>
                      <a:pt x="1492826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2701" dirty="0"/>
              </a:p>
            </p:txBody>
          </p:sp>
        </p:grpSp>
      </p:grpSp>
      <p:grpSp>
        <p:nvGrpSpPr>
          <p:cNvPr id="112" name="Group 112">
            <a:extLst>
              <a:ext uri="{FF2B5EF4-FFF2-40B4-BE49-F238E27FC236}">
                <a16:creationId xmlns:a16="http://schemas.microsoft.com/office/drawing/2014/main" id="{3D0A7498-AF33-4925-AA6E-6365133CFBE6}"/>
              </a:ext>
            </a:extLst>
          </p:cNvPr>
          <p:cNvGrpSpPr/>
          <p:nvPr userDrawn="1"/>
        </p:nvGrpSpPr>
        <p:grpSpPr>
          <a:xfrm>
            <a:off x="7643711" y="3553300"/>
            <a:ext cx="3409869" cy="3231342"/>
            <a:chOff x="-116760" y="950876"/>
            <a:chExt cx="6261875" cy="5934029"/>
          </a:xfrm>
        </p:grpSpPr>
        <p:grpSp>
          <p:nvGrpSpPr>
            <p:cNvPr id="113" name="Group 113">
              <a:extLst>
                <a:ext uri="{FF2B5EF4-FFF2-40B4-BE49-F238E27FC236}">
                  <a16:creationId xmlns:a16="http://schemas.microsoft.com/office/drawing/2014/main" id="{1B8D4E28-A697-47C0-ABE6-6260A0BD6DC0}"/>
                </a:ext>
              </a:extLst>
            </p:cNvPr>
            <p:cNvGrpSpPr/>
            <p:nvPr/>
          </p:nvGrpSpPr>
          <p:grpSpPr>
            <a:xfrm rot="532827">
              <a:off x="-116760" y="3488410"/>
              <a:ext cx="3619070" cy="3396495"/>
              <a:chOff x="509678" y="1797347"/>
              <a:chExt cx="2339381" cy="2195507"/>
            </a:xfrm>
          </p:grpSpPr>
          <p:sp>
            <p:nvSpPr>
              <p:cNvPr id="127" name="Rounded Rectangle 41">
                <a:extLst>
                  <a:ext uri="{FF2B5EF4-FFF2-40B4-BE49-F238E27FC236}">
                    <a16:creationId xmlns:a16="http://schemas.microsoft.com/office/drawing/2014/main" id="{195F4C09-B094-4AAA-977F-A5EB0A0CE889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8" name="Rounded Rectangle 62">
                <a:extLst>
                  <a:ext uri="{FF2B5EF4-FFF2-40B4-BE49-F238E27FC236}">
                    <a16:creationId xmlns:a16="http://schemas.microsoft.com/office/drawing/2014/main" id="{C4FB5FA8-F93B-4AEF-881D-BE0EB09575C8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9" name="Rounded Rectangle 63">
                <a:extLst>
                  <a:ext uri="{FF2B5EF4-FFF2-40B4-BE49-F238E27FC236}">
                    <a16:creationId xmlns:a16="http://schemas.microsoft.com/office/drawing/2014/main" id="{AD7DD5C3-7D45-4C7A-B4B4-4F4BFDFFE05E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0" name="Rounded Rectangle 64">
                <a:extLst>
                  <a:ext uri="{FF2B5EF4-FFF2-40B4-BE49-F238E27FC236}">
                    <a16:creationId xmlns:a16="http://schemas.microsoft.com/office/drawing/2014/main" id="{505D9EA4-74FE-4879-857D-634DAB6B83FB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1" name="Rounded Rectangle 65">
                <a:extLst>
                  <a:ext uri="{FF2B5EF4-FFF2-40B4-BE49-F238E27FC236}">
                    <a16:creationId xmlns:a16="http://schemas.microsoft.com/office/drawing/2014/main" id="{C686235D-5F44-4F74-AAF2-B4B4E56E3477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2" name="Rounded Rectangle 66">
                <a:extLst>
                  <a:ext uri="{FF2B5EF4-FFF2-40B4-BE49-F238E27FC236}">
                    <a16:creationId xmlns:a16="http://schemas.microsoft.com/office/drawing/2014/main" id="{7314C52A-B61A-4585-8F1F-AFF363D3B350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3" name="Rounded Rectangle 67">
                <a:extLst>
                  <a:ext uri="{FF2B5EF4-FFF2-40B4-BE49-F238E27FC236}">
                    <a16:creationId xmlns:a16="http://schemas.microsoft.com/office/drawing/2014/main" id="{9B0660F4-F6C3-4E1C-A8A8-3FD2B2344CDA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4" name="Rounded Rectangle 68">
                <a:extLst>
                  <a:ext uri="{FF2B5EF4-FFF2-40B4-BE49-F238E27FC236}">
                    <a16:creationId xmlns:a16="http://schemas.microsoft.com/office/drawing/2014/main" id="{8EA90598-BAC1-4A88-8187-B8080D896A93}"/>
                  </a:ext>
                </a:extLst>
              </p:cNvPr>
              <p:cNvSpPr/>
              <p:nvPr/>
            </p:nvSpPr>
            <p:spPr>
              <a:xfrm rot="18063644">
                <a:off x="2339839" y="1665982"/>
                <a:ext cx="49373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5" name="Rounded Rectangle 69">
                <a:extLst>
                  <a:ext uri="{FF2B5EF4-FFF2-40B4-BE49-F238E27FC236}">
                    <a16:creationId xmlns:a16="http://schemas.microsoft.com/office/drawing/2014/main" id="{3E2B7E8F-B72B-4336-8B44-3238483D049C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6" name="Oval 39">
                <a:extLst>
                  <a:ext uri="{FF2B5EF4-FFF2-40B4-BE49-F238E27FC236}">
                    <a16:creationId xmlns:a16="http://schemas.microsoft.com/office/drawing/2014/main" id="{90D714D1-A364-46DA-81ED-5C55D22D1C76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7" name="Oval 39">
                <a:extLst>
                  <a:ext uri="{FF2B5EF4-FFF2-40B4-BE49-F238E27FC236}">
                    <a16:creationId xmlns:a16="http://schemas.microsoft.com/office/drawing/2014/main" id="{E8B7BAEB-683F-4CBE-84A9-564348A68B0C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14" name="Group 114">
              <a:extLst>
                <a:ext uri="{FF2B5EF4-FFF2-40B4-BE49-F238E27FC236}">
                  <a16:creationId xmlns:a16="http://schemas.microsoft.com/office/drawing/2014/main" id="{6123DAD2-F956-4A46-99FF-5A88C82017DC}"/>
                </a:ext>
              </a:extLst>
            </p:cNvPr>
            <p:cNvGrpSpPr/>
            <p:nvPr/>
          </p:nvGrpSpPr>
          <p:grpSpPr>
            <a:xfrm rot="532827">
              <a:off x="2526045" y="950876"/>
              <a:ext cx="3619070" cy="3396495"/>
              <a:chOff x="509678" y="1797347"/>
              <a:chExt cx="2339381" cy="2195507"/>
            </a:xfrm>
          </p:grpSpPr>
          <p:sp>
            <p:nvSpPr>
              <p:cNvPr id="115" name="Rounded Rectangle 16">
                <a:extLst>
                  <a:ext uri="{FF2B5EF4-FFF2-40B4-BE49-F238E27FC236}">
                    <a16:creationId xmlns:a16="http://schemas.microsoft.com/office/drawing/2014/main" id="{67046428-14C4-4BF0-801D-09BFA8628720}"/>
                  </a:ext>
                </a:extLst>
              </p:cNvPr>
              <p:cNvSpPr/>
              <p:nvPr/>
            </p:nvSpPr>
            <p:spPr>
              <a:xfrm rot="18063644">
                <a:off x="1724663" y="2419627"/>
                <a:ext cx="73094" cy="82300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6" name="Rounded Rectangle 17">
                <a:extLst>
                  <a:ext uri="{FF2B5EF4-FFF2-40B4-BE49-F238E27FC236}">
                    <a16:creationId xmlns:a16="http://schemas.microsoft.com/office/drawing/2014/main" id="{A0EE6222-B5EB-4780-88CD-FB4FBF308D73}"/>
                  </a:ext>
                </a:extLst>
              </p:cNvPr>
              <p:cNvSpPr/>
              <p:nvPr/>
            </p:nvSpPr>
            <p:spPr>
              <a:xfrm rot="18060000">
                <a:off x="1820802" y="2253850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7" name="Rounded Rectangle 18">
                <a:extLst>
                  <a:ext uri="{FF2B5EF4-FFF2-40B4-BE49-F238E27FC236}">
                    <a16:creationId xmlns:a16="http://schemas.microsoft.com/office/drawing/2014/main" id="{B4359223-AB9C-489B-82DB-22A8ED629971}"/>
                  </a:ext>
                </a:extLst>
              </p:cNvPr>
              <p:cNvSpPr/>
              <p:nvPr/>
            </p:nvSpPr>
            <p:spPr>
              <a:xfrm rot="18063644">
                <a:off x="1939567" y="2260617"/>
                <a:ext cx="73094" cy="402749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8" name="Rounded Rectangle 19">
                <a:extLst>
                  <a:ext uri="{FF2B5EF4-FFF2-40B4-BE49-F238E27FC236}">
                    <a16:creationId xmlns:a16="http://schemas.microsoft.com/office/drawing/2014/main" id="{D64373E3-1902-4174-B627-03BF937964D8}"/>
                  </a:ext>
                </a:extLst>
              </p:cNvPr>
              <p:cNvSpPr/>
              <p:nvPr/>
            </p:nvSpPr>
            <p:spPr>
              <a:xfrm rot="18063644">
                <a:off x="1574952" y="2602544"/>
                <a:ext cx="73094" cy="805498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19" name="Rounded Rectangle 20">
                <a:extLst>
                  <a:ext uri="{FF2B5EF4-FFF2-40B4-BE49-F238E27FC236}">
                    <a16:creationId xmlns:a16="http://schemas.microsoft.com/office/drawing/2014/main" id="{9271BABB-E743-4F92-ADA8-C1012FF1F10D}"/>
                  </a:ext>
                </a:extLst>
              </p:cNvPr>
              <p:cNvSpPr/>
              <p:nvPr/>
            </p:nvSpPr>
            <p:spPr>
              <a:xfrm rot="18063644">
                <a:off x="1516856" y="2958046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0" name="Rounded Rectangle 21">
                <a:extLst>
                  <a:ext uri="{FF2B5EF4-FFF2-40B4-BE49-F238E27FC236}">
                    <a16:creationId xmlns:a16="http://schemas.microsoft.com/office/drawing/2014/main" id="{9C8BF5E8-2C6B-44C9-985F-5954B52D2C8A}"/>
                  </a:ext>
                </a:extLst>
              </p:cNvPr>
              <p:cNvSpPr/>
              <p:nvPr/>
            </p:nvSpPr>
            <p:spPr>
              <a:xfrm rot="18063644">
                <a:off x="1091076" y="3196078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  <p:sp>
            <p:nvSpPr>
              <p:cNvPr id="121" name="Rounded Rectangle 22">
                <a:extLst>
                  <a:ext uri="{FF2B5EF4-FFF2-40B4-BE49-F238E27FC236}">
                    <a16:creationId xmlns:a16="http://schemas.microsoft.com/office/drawing/2014/main" id="{D744DE82-5170-4BFB-B7CA-56A3C119E013}"/>
                  </a:ext>
                </a:extLst>
              </p:cNvPr>
              <p:cNvSpPr/>
              <p:nvPr/>
            </p:nvSpPr>
            <p:spPr>
              <a:xfrm rot="18063644">
                <a:off x="1223216" y="318059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2" name="Rounded Rectangle 23">
                <a:extLst>
                  <a:ext uri="{FF2B5EF4-FFF2-40B4-BE49-F238E27FC236}">
                    <a16:creationId xmlns:a16="http://schemas.microsoft.com/office/drawing/2014/main" id="{98F18025-375A-4298-A5D3-736587126480}"/>
                  </a:ext>
                </a:extLst>
              </p:cNvPr>
              <p:cNvSpPr/>
              <p:nvPr/>
            </p:nvSpPr>
            <p:spPr>
              <a:xfrm rot="18063644">
                <a:off x="2321860" y="1676143"/>
                <a:ext cx="73094" cy="73545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3" name="Rounded Rectangle 24">
                <a:extLst>
                  <a:ext uri="{FF2B5EF4-FFF2-40B4-BE49-F238E27FC236}">
                    <a16:creationId xmlns:a16="http://schemas.microsoft.com/office/drawing/2014/main" id="{FF72808D-79EC-41A5-8A1A-2193D3DA576D}"/>
                  </a:ext>
                </a:extLst>
              </p:cNvPr>
              <p:cNvSpPr/>
              <p:nvPr/>
            </p:nvSpPr>
            <p:spPr>
              <a:xfrm rot="18063644">
                <a:off x="2213789" y="1953823"/>
                <a:ext cx="73094" cy="50141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4" name="Oval 39">
                <a:extLst>
                  <a:ext uri="{FF2B5EF4-FFF2-40B4-BE49-F238E27FC236}">
                    <a16:creationId xmlns:a16="http://schemas.microsoft.com/office/drawing/2014/main" id="{61653BB4-8D13-4DF1-9CC8-A88307E0CD37}"/>
                  </a:ext>
                </a:extLst>
              </p:cNvPr>
              <p:cNvSpPr/>
              <p:nvPr/>
            </p:nvSpPr>
            <p:spPr>
              <a:xfrm rot="15291151" flipH="1">
                <a:off x="640729" y="1666296"/>
                <a:ext cx="1650865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1777921" h="2274057">
                    <a:moveTo>
                      <a:pt x="1535931" y="0"/>
                    </a:moveTo>
                    <a:cubicBezTo>
                      <a:pt x="1583748" y="0"/>
                      <a:pt x="1622512" y="36012"/>
                      <a:pt x="1622512" y="80435"/>
                    </a:cubicBezTo>
                    <a:cubicBezTo>
                      <a:pt x="1622512" y="91693"/>
                      <a:pt x="1620023" y="102411"/>
                      <a:pt x="1615448" y="112103"/>
                    </a:cubicBezTo>
                    <a:lnTo>
                      <a:pt x="1616074" y="113399"/>
                    </a:lnTo>
                    <a:lnTo>
                      <a:pt x="1584270" y="165850"/>
                    </a:lnTo>
                    <a:lnTo>
                      <a:pt x="1565188" y="222968"/>
                    </a:lnTo>
                    <a:cubicBezTo>
                      <a:pt x="1559887" y="244082"/>
                      <a:pt x="1554587" y="265418"/>
                      <a:pt x="1549286" y="286532"/>
                    </a:cubicBezTo>
                    <a:cubicBezTo>
                      <a:pt x="1548756" y="309868"/>
                      <a:pt x="1548226" y="332982"/>
                      <a:pt x="1547696" y="356318"/>
                    </a:cubicBezTo>
                    <a:cubicBezTo>
                      <a:pt x="1548226" y="378988"/>
                      <a:pt x="1548756" y="401880"/>
                      <a:pt x="1549286" y="424549"/>
                    </a:cubicBezTo>
                    <a:cubicBezTo>
                      <a:pt x="1552466" y="447885"/>
                      <a:pt x="1555647" y="470999"/>
                      <a:pt x="1558827" y="494336"/>
                    </a:cubicBezTo>
                    <a:lnTo>
                      <a:pt x="1573139" y="561011"/>
                    </a:lnTo>
                    <a:lnTo>
                      <a:pt x="1587451" y="627686"/>
                    </a:lnTo>
                    <a:cubicBezTo>
                      <a:pt x="1593281" y="646799"/>
                      <a:pt x="1599112" y="665691"/>
                      <a:pt x="1604943" y="684804"/>
                    </a:cubicBezTo>
                    <a:cubicBezTo>
                      <a:pt x="1610774" y="702362"/>
                      <a:pt x="1616428" y="719697"/>
                      <a:pt x="1622258" y="737255"/>
                    </a:cubicBezTo>
                    <a:cubicBezTo>
                      <a:pt x="1627029" y="751479"/>
                      <a:pt x="1631800" y="765925"/>
                      <a:pt x="1636570" y="780149"/>
                    </a:cubicBezTo>
                    <a:cubicBezTo>
                      <a:pt x="1641341" y="791706"/>
                      <a:pt x="1646111" y="803486"/>
                      <a:pt x="1650882" y="815043"/>
                    </a:cubicBezTo>
                    <a:lnTo>
                      <a:pt x="1660423" y="835712"/>
                    </a:lnTo>
                    <a:lnTo>
                      <a:pt x="1662013" y="840379"/>
                    </a:lnTo>
                    <a:lnTo>
                      <a:pt x="1708129" y="949948"/>
                    </a:lnTo>
                    <a:cubicBezTo>
                      <a:pt x="1719791" y="983730"/>
                      <a:pt x="1731275" y="1017735"/>
                      <a:pt x="1742937" y="1051517"/>
                    </a:cubicBezTo>
                    <a:lnTo>
                      <a:pt x="1766790" y="1146862"/>
                    </a:lnTo>
                    <a:cubicBezTo>
                      <a:pt x="1769440" y="1176421"/>
                      <a:pt x="1772090" y="1206203"/>
                      <a:pt x="1774741" y="1235762"/>
                    </a:cubicBezTo>
                    <a:cubicBezTo>
                      <a:pt x="1775801" y="1263765"/>
                      <a:pt x="1776861" y="1291991"/>
                      <a:pt x="1777921" y="1319995"/>
                    </a:cubicBezTo>
                    <a:cubicBezTo>
                      <a:pt x="1775801" y="1344887"/>
                      <a:pt x="1773681" y="1369556"/>
                      <a:pt x="1771560" y="1394448"/>
                    </a:cubicBezTo>
                    <a:cubicBezTo>
                      <a:pt x="1767850" y="1418896"/>
                      <a:pt x="1764139" y="1443121"/>
                      <a:pt x="1760429" y="1467569"/>
                    </a:cubicBezTo>
                    <a:cubicBezTo>
                      <a:pt x="1754598" y="1488682"/>
                      <a:pt x="1748768" y="1510018"/>
                      <a:pt x="1742937" y="1531132"/>
                    </a:cubicBezTo>
                    <a:cubicBezTo>
                      <a:pt x="1737106" y="1549135"/>
                      <a:pt x="1731452" y="1566915"/>
                      <a:pt x="1725621" y="1584917"/>
                    </a:cubicBezTo>
                    <a:lnTo>
                      <a:pt x="1706539" y="1631145"/>
                    </a:lnTo>
                    <a:lnTo>
                      <a:pt x="1685866" y="1672261"/>
                    </a:lnTo>
                    <a:lnTo>
                      <a:pt x="1665194" y="1704043"/>
                    </a:lnTo>
                    <a:cubicBezTo>
                      <a:pt x="1660423" y="1711377"/>
                      <a:pt x="1655653" y="1718934"/>
                      <a:pt x="1650882" y="1726268"/>
                    </a:cubicBezTo>
                    <a:lnTo>
                      <a:pt x="1639751" y="1738936"/>
                    </a:lnTo>
                    <a:cubicBezTo>
                      <a:pt x="1638690" y="1740492"/>
                      <a:pt x="1637630" y="1742270"/>
                      <a:pt x="1636570" y="1743826"/>
                    </a:cubicBezTo>
                    <a:lnTo>
                      <a:pt x="1576319" y="1810501"/>
                    </a:lnTo>
                    <a:lnTo>
                      <a:pt x="1509708" y="1866063"/>
                    </a:lnTo>
                    <a:lnTo>
                      <a:pt x="1431788" y="1912069"/>
                    </a:lnTo>
                    <a:lnTo>
                      <a:pt x="1354045" y="1946962"/>
                    </a:lnTo>
                    <a:lnTo>
                      <a:pt x="1273121" y="1978744"/>
                    </a:lnTo>
                    <a:lnTo>
                      <a:pt x="1192198" y="1997857"/>
                    </a:lnTo>
                    <a:lnTo>
                      <a:pt x="1114278" y="2015193"/>
                    </a:lnTo>
                    <a:lnTo>
                      <a:pt x="1041306" y="2026305"/>
                    </a:lnTo>
                    <a:lnTo>
                      <a:pt x="976284" y="2035862"/>
                    </a:lnTo>
                    <a:lnTo>
                      <a:pt x="920627" y="2038974"/>
                    </a:lnTo>
                    <a:lnTo>
                      <a:pt x="881049" y="2042307"/>
                    </a:lnTo>
                    <a:lnTo>
                      <a:pt x="850835" y="2042307"/>
                    </a:lnTo>
                    <a:lnTo>
                      <a:pt x="842884" y="2042307"/>
                    </a:lnTo>
                    <a:lnTo>
                      <a:pt x="726976" y="2035862"/>
                    </a:lnTo>
                    <a:lnTo>
                      <a:pt x="626970" y="2038974"/>
                    </a:lnTo>
                    <a:lnTo>
                      <a:pt x="536506" y="2050086"/>
                    </a:lnTo>
                    <a:lnTo>
                      <a:pt x="455582" y="2064532"/>
                    </a:lnTo>
                    <a:lnTo>
                      <a:pt x="390384" y="2081868"/>
                    </a:lnTo>
                    <a:lnTo>
                      <a:pt x="331723" y="2105649"/>
                    </a:lnTo>
                    <a:lnTo>
                      <a:pt x="282427" y="2127874"/>
                    </a:lnTo>
                    <a:lnTo>
                      <a:pt x="246029" y="2151654"/>
                    </a:lnTo>
                    <a:lnTo>
                      <a:pt x="214225" y="2173879"/>
                    </a:lnTo>
                    <a:lnTo>
                      <a:pt x="187192" y="2197882"/>
                    </a:lnTo>
                    <a:cubicBezTo>
                      <a:pt x="181361" y="2204105"/>
                      <a:pt x="175530" y="2210551"/>
                      <a:pt x="169700" y="2216774"/>
                    </a:cubicBezTo>
                    <a:cubicBezTo>
                      <a:pt x="165989" y="2222108"/>
                      <a:pt x="162455" y="2227442"/>
                      <a:pt x="158745" y="2232776"/>
                    </a:cubicBezTo>
                    <a:cubicBezTo>
                      <a:pt x="156625" y="2235443"/>
                      <a:pt x="154504" y="2237887"/>
                      <a:pt x="152384" y="2240554"/>
                    </a:cubicBezTo>
                    <a:cubicBezTo>
                      <a:pt x="139802" y="2247207"/>
                      <a:pt x="108649" y="2281215"/>
                      <a:pt x="83252" y="2272697"/>
                    </a:cubicBezTo>
                    <a:cubicBezTo>
                      <a:pt x="57855" y="2264179"/>
                      <a:pt x="0" y="2235424"/>
                      <a:pt x="0" y="2189445"/>
                    </a:cubicBezTo>
                    <a:cubicBezTo>
                      <a:pt x="0" y="2174502"/>
                      <a:pt x="3937" y="2160478"/>
                      <a:pt x="11964" y="2148998"/>
                    </a:cubicBezTo>
                    <a:cubicBezTo>
                      <a:pt x="22019" y="2131068"/>
                      <a:pt x="42226" y="2101798"/>
                      <a:pt x="60329" y="2081868"/>
                    </a:cubicBezTo>
                    <a:lnTo>
                      <a:pt x="120580" y="2029417"/>
                    </a:lnTo>
                    <a:lnTo>
                      <a:pt x="190372" y="1986745"/>
                    </a:lnTo>
                    <a:lnTo>
                      <a:pt x="263521" y="1951629"/>
                    </a:lnTo>
                    <a:lnTo>
                      <a:pt x="338084" y="1923181"/>
                    </a:lnTo>
                    <a:lnTo>
                      <a:pt x="412647" y="1902512"/>
                    </a:lnTo>
                    <a:lnTo>
                      <a:pt x="487209" y="1888288"/>
                    </a:lnTo>
                    <a:lnTo>
                      <a:pt x="560359" y="1877176"/>
                    </a:lnTo>
                    <a:lnTo>
                      <a:pt x="626970" y="1870730"/>
                    </a:lnTo>
                    <a:lnTo>
                      <a:pt x="684218" y="1867619"/>
                    </a:lnTo>
                    <a:lnTo>
                      <a:pt x="733337" y="1867619"/>
                    </a:lnTo>
                    <a:lnTo>
                      <a:pt x="771502" y="1867619"/>
                    </a:lnTo>
                    <a:lnTo>
                      <a:pt x="796768" y="1870730"/>
                    </a:lnTo>
                    <a:lnTo>
                      <a:pt x="804719" y="1870730"/>
                    </a:lnTo>
                    <a:lnTo>
                      <a:pt x="917447" y="1873842"/>
                    </a:lnTo>
                    <a:lnTo>
                      <a:pt x="1022223" y="1867619"/>
                    </a:lnTo>
                    <a:lnTo>
                      <a:pt x="1114278" y="1853395"/>
                    </a:lnTo>
                    <a:lnTo>
                      <a:pt x="1195378" y="1834281"/>
                    </a:lnTo>
                    <a:lnTo>
                      <a:pt x="1263580" y="1807167"/>
                    </a:lnTo>
                    <a:lnTo>
                      <a:pt x="1325421" y="1781830"/>
                    </a:lnTo>
                    <a:lnTo>
                      <a:pt x="1376308" y="1753382"/>
                    </a:lnTo>
                    <a:lnTo>
                      <a:pt x="1420656" y="1724712"/>
                    </a:lnTo>
                    <a:lnTo>
                      <a:pt x="1452460" y="1694486"/>
                    </a:lnTo>
                    <a:lnTo>
                      <a:pt x="1477904" y="1672261"/>
                    </a:lnTo>
                    <a:lnTo>
                      <a:pt x="1495396" y="1651592"/>
                    </a:lnTo>
                    <a:cubicBezTo>
                      <a:pt x="1499106" y="1647814"/>
                      <a:pt x="1502817" y="1644258"/>
                      <a:pt x="1506527" y="1640479"/>
                    </a:cubicBezTo>
                    <a:cubicBezTo>
                      <a:pt x="1507587" y="1639368"/>
                      <a:pt x="1508647" y="1638479"/>
                      <a:pt x="1509708" y="1637368"/>
                    </a:cubicBezTo>
                    <a:lnTo>
                      <a:pt x="1549286" y="1567581"/>
                    </a:lnTo>
                    <a:lnTo>
                      <a:pt x="1579500" y="1496017"/>
                    </a:lnTo>
                    <a:cubicBezTo>
                      <a:pt x="1585330" y="1471125"/>
                      <a:pt x="1591161" y="1446455"/>
                      <a:pt x="1596992" y="1421563"/>
                    </a:cubicBezTo>
                    <a:cubicBezTo>
                      <a:pt x="1599642" y="1396226"/>
                      <a:pt x="1602292" y="1370668"/>
                      <a:pt x="1604943" y="1345331"/>
                    </a:cubicBezTo>
                    <a:lnTo>
                      <a:pt x="1604943" y="1270655"/>
                    </a:lnTo>
                    <a:lnTo>
                      <a:pt x="1596992" y="1199313"/>
                    </a:lnTo>
                    <a:cubicBezTo>
                      <a:pt x="1592751" y="1174865"/>
                      <a:pt x="1588511" y="1150640"/>
                      <a:pt x="1584270" y="1126193"/>
                    </a:cubicBezTo>
                    <a:cubicBezTo>
                      <a:pt x="1579500" y="1105079"/>
                      <a:pt x="1574729" y="1083743"/>
                      <a:pt x="1569958" y="1062629"/>
                    </a:cubicBezTo>
                    <a:cubicBezTo>
                      <a:pt x="1564128" y="1042627"/>
                      <a:pt x="1558297" y="1022402"/>
                      <a:pt x="1552466" y="1002399"/>
                    </a:cubicBezTo>
                    <a:lnTo>
                      <a:pt x="1533384" y="949948"/>
                    </a:lnTo>
                    <a:cubicBezTo>
                      <a:pt x="1528083" y="935724"/>
                      <a:pt x="1522959" y="921278"/>
                      <a:pt x="1517659" y="907054"/>
                    </a:cubicBezTo>
                    <a:cubicBezTo>
                      <a:pt x="1512888" y="896608"/>
                      <a:pt x="1508117" y="885940"/>
                      <a:pt x="1503347" y="875495"/>
                    </a:cubicBezTo>
                    <a:lnTo>
                      <a:pt x="1495396" y="854825"/>
                    </a:lnTo>
                    <a:cubicBezTo>
                      <a:pt x="1493276" y="853270"/>
                      <a:pt x="1491155" y="851492"/>
                      <a:pt x="1489035" y="849936"/>
                    </a:cubicBezTo>
                    <a:lnTo>
                      <a:pt x="1446100" y="734144"/>
                    </a:lnTo>
                    <a:lnTo>
                      <a:pt x="1414296" y="629242"/>
                    </a:lnTo>
                    <a:cubicBezTo>
                      <a:pt x="1407405" y="597015"/>
                      <a:pt x="1400691" y="564789"/>
                      <a:pt x="1393800" y="532563"/>
                    </a:cubicBezTo>
                    <a:lnTo>
                      <a:pt x="1382668" y="445218"/>
                    </a:lnTo>
                    <a:cubicBezTo>
                      <a:pt x="1381608" y="418326"/>
                      <a:pt x="1380548" y="391212"/>
                      <a:pt x="1379488" y="364319"/>
                    </a:cubicBezTo>
                    <a:cubicBezTo>
                      <a:pt x="1380548" y="340539"/>
                      <a:pt x="1381608" y="316536"/>
                      <a:pt x="1382668" y="292755"/>
                    </a:cubicBezTo>
                    <a:cubicBezTo>
                      <a:pt x="1385319" y="271641"/>
                      <a:pt x="1387969" y="250305"/>
                      <a:pt x="1390619" y="229191"/>
                    </a:cubicBezTo>
                    <a:cubicBezTo>
                      <a:pt x="1394860" y="210745"/>
                      <a:pt x="1399100" y="192076"/>
                      <a:pt x="1403341" y="173629"/>
                    </a:cubicBezTo>
                    <a:cubicBezTo>
                      <a:pt x="1408112" y="158294"/>
                      <a:pt x="1412705" y="142958"/>
                      <a:pt x="1417476" y="127623"/>
                    </a:cubicBezTo>
                    <a:lnTo>
                      <a:pt x="1434968" y="89618"/>
                    </a:lnTo>
                    <a:lnTo>
                      <a:pt x="1449280" y="60948"/>
                    </a:lnTo>
                    <a:lnTo>
                      <a:pt x="1456101" y="49373"/>
                    </a:lnTo>
                    <a:cubicBezTo>
                      <a:pt x="1456198" y="49028"/>
                      <a:pt x="1456346" y="48707"/>
                      <a:pt x="1456642" y="48454"/>
                    </a:cubicBezTo>
                    <a:cubicBezTo>
                      <a:pt x="1457894" y="46305"/>
                      <a:pt x="1459153" y="44168"/>
                      <a:pt x="1460411" y="42057"/>
                    </a:cubicBezTo>
                    <a:lnTo>
                      <a:pt x="1469953" y="26055"/>
                    </a:lnTo>
                    <a:cubicBezTo>
                      <a:pt x="1470483" y="25610"/>
                      <a:pt x="1471013" y="24944"/>
                      <a:pt x="1471543" y="24499"/>
                    </a:cubicBezTo>
                    <a:lnTo>
                      <a:pt x="1474027" y="24499"/>
                    </a:lnTo>
                    <a:cubicBezTo>
                      <a:pt x="1489607" y="9327"/>
                      <a:pt x="1511597" y="0"/>
                      <a:pt x="1535931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5" name="Oval 39">
                <a:extLst>
                  <a:ext uri="{FF2B5EF4-FFF2-40B4-BE49-F238E27FC236}">
                    <a16:creationId xmlns:a16="http://schemas.microsoft.com/office/drawing/2014/main" id="{E119FDFC-3C45-40E2-AF8C-D14046FB47AE}"/>
                  </a:ext>
                </a:extLst>
              </p:cNvPr>
              <p:cNvSpPr/>
              <p:nvPr/>
            </p:nvSpPr>
            <p:spPr>
              <a:xfrm flipH="1" flipV="1">
                <a:off x="1198193" y="2079887"/>
                <a:ext cx="1650866" cy="1912967"/>
              </a:xfrm>
              <a:custGeom>
                <a:avLst/>
                <a:gdLst/>
                <a:ahLst/>
                <a:cxnLst/>
                <a:rect l="l" t="t" r="r" b="b"/>
                <a:pathLst>
                  <a:path w="3393967" h="3932814">
                    <a:moveTo>
                      <a:pt x="1745685" y="3527152"/>
                    </a:moveTo>
                    <a:lnTo>
                      <a:pt x="1657171" y="3238316"/>
                    </a:lnTo>
                    <a:lnTo>
                      <a:pt x="1751363" y="3240672"/>
                    </a:lnTo>
                    <a:lnTo>
                      <a:pt x="1951375" y="3229909"/>
                    </a:lnTo>
                    <a:lnTo>
                      <a:pt x="2127104" y="3205310"/>
                    </a:lnTo>
                    <a:lnTo>
                      <a:pt x="2281920" y="3172254"/>
                    </a:lnTo>
                    <a:lnTo>
                      <a:pt x="2412114" y="3125362"/>
                    </a:lnTo>
                    <a:lnTo>
                      <a:pt x="2530166" y="3081544"/>
                    </a:lnTo>
                    <a:lnTo>
                      <a:pt x="2627307" y="3032345"/>
                    </a:lnTo>
                    <a:lnTo>
                      <a:pt x="2711965" y="2982762"/>
                    </a:lnTo>
                    <a:lnTo>
                      <a:pt x="2772677" y="2930489"/>
                    </a:lnTo>
                    <a:lnTo>
                      <a:pt x="2821249" y="2892052"/>
                    </a:lnTo>
                    <a:lnTo>
                      <a:pt x="2854640" y="2856307"/>
                    </a:lnTo>
                    <a:cubicBezTo>
                      <a:pt x="2861722" y="2849773"/>
                      <a:pt x="2868807" y="2843623"/>
                      <a:pt x="2875889" y="2837088"/>
                    </a:cubicBezTo>
                    <a:cubicBezTo>
                      <a:pt x="2877912" y="2835166"/>
                      <a:pt x="2879936" y="2833629"/>
                      <a:pt x="2881961" y="2831707"/>
                    </a:cubicBezTo>
                    <a:lnTo>
                      <a:pt x="2957514" y="2711016"/>
                    </a:lnTo>
                    <a:lnTo>
                      <a:pt x="3015191" y="2587251"/>
                    </a:lnTo>
                    <a:cubicBezTo>
                      <a:pt x="3026320" y="2544202"/>
                      <a:pt x="3037451" y="2501537"/>
                      <a:pt x="3048582" y="2458489"/>
                    </a:cubicBezTo>
                    <a:cubicBezTo>
                      <a:pt x="3053641" y="2414670"/>
                      <a:pt x="3058700" y="2370469"/>
                      <a:pt x="3063760" y="2326651"/>
                    </a:cubicBezTo>
                    <a:lnTo>
                      <a:pt x="3063760" y="2197504"/>
                    </a:lnTo>
                    <a:lnTo>
                      <a:pt x="3048582" y="2074124"/>
                    </a:lnTo>
                    <a:cubicBezTo>
                      <a:pt x="3040486" y="2031843"/>
                      <a:pt x="3032392" y="1989947"/>
                      <a:pt x="3024296" y="1947668"/>
                    </a:cubicBezTo>
                    <a:cubicBezTo>
                      <a:pt x="3015191" y="1911153"/>
                      <a:pt x="3006083" y="1874254"/>
                      <a:pt x="2996976" y="1837739"/>
                    </a:cubicBezTo>
                    <a:cubicBezTo>
                      <a:pt x="2985846" y="1803147"/>
                      <a:pt x="2974715" y="1768169"/>
                      <a:pt x="2963584" y="1733575"/>
                    </a:cubicBezTo>
                    <a:lnTo>
                      <a:pt x="2927157" y="1642865"/>
                    </a:lnTo>
                    <a:cubicBezTo>
                      <a:pt x="2917038" y="1618266"/>
                      <a:pt x="2907257" y="1593283"/>
                      <a:pt x="2897139" y="1568683"/>
                    </a:cubicBezTo>
                    <a:cubicBezTo>
                      <a:pt x="2888032" y="1550618"/>
                      <a:pt x="2878924" y="1532168"/>
                      <a:pt x="2869818" y="1514104"/>
                    </a:cubicBezTo>
                    <a:lnTo>
                      <a:pt x="2854640" y="1478357"/>
                    </a:lnTo>
                    <a:cubicBezTo>
                      <a:pt x="2850593" y="1475668"/>
                      <a:pt x="2846544" y="1472593"/>
                      <a:pt x="2842497" y="1469902"/>
                    </a:cubicBezTo>
                    <a:lnTo>
                      <a:pt x="2760536" y="1269648"/>
                    </a:lnTo>
                    <a:lnTo>
                      <a:pt x="2699824" y="1088228"/>
                    </a:lnTo>
                    <a:cubicBezTo>
                      <a:pt x="2686670" y="1032494"/>
                      <a:pt x="2673853" y="976761"/>
                      <a:pt x="2660698" y="921029"/>
                    </a:cubicBezTo>
                    <a:lnTo>
                      <a:pt x="2639448" y="769972"/>
                    </a:lnTo>
                    <a:cubicBezTo>
                      <a:pt x="2637424" y="723464"/>
                      <a:pt x="2635401" y="676573"/>
                      <a:pt x="2633377" y="630063"/>
                    </a:cubicBezTo>
                    <a:cubicBezTo>
                      <a:pt x="2635401" y="588937"/>
                      <a:pt x="2637424" y="547426"/>
                      <a:pt x="2639448" y="506298"/>
                    </a:cubicBezTo>
                    <a:cubicBezTo>
                      <a:pt x="2644508" y="469783"/>
                      <a:pt x="2649567" y="432884"/>
                      <a:pt x="2654626" y="396369"/>
                    </a:cubicBezTo>
                    <a:cubicBezTo>
                      <a:pt x="2662722" y="364468"/>
                      <a:pt x="2670816" y="332182"/>
                      <a:pt x="2678912" y="300279"/>
                    </a:cubicBezTo>
                    <a:cubicBezTo>
                      <a:pt x="2688019" y="273758"/>
                      <a:pt x="2696787" y="247236"/>
                      <a:pt x="2705895" y="220715"/>
                    </a:cubicBezTo>
                    <a:lnTo>
                      <a:pt x="2739286" y="154988"/>
                    </a:lnTo>
                    <a:lnTo>
                      <a:pt x="2766607" y="105405"/>
                    </a:lnTo>
                    <a:lnTo>
                      <a:pt x="2779628" y="85387"/>
                    </a:lnTo>
                    <a:cubicBezTo>
                      <a:pt x="2779813" y="84791"/>
                      <a:pt x="2780096" y="84235"/>
                      <a:pt x="2780661" y="83798"/>
                    </a:cubicBezTo>
                    <a:cubicBezTo>
                      <a:pt x="2783051" y="80081"/>
                      <a:pt x="2785454" y="76386"/>
                      <a:pt x="2787855" y="72735"/>
                    </a:cubicBezTo>
                    <a:lnTo>
                      <a:pt x="2806071" y="45060"/>
                    </a:lnTo>
                    <a:cubicBezTo>
                      <a:pt x="2807082" y="44291"/>
                      <a:pt x="2808094" y="43139"/>
                      <a:pt x="2809106" y="42369"/>
                    </a:cubicBezTo>
                    <a:lnTo>
                      <a:pt x="2813848" y="42369"/>
                    </a:lnTo>
                    <a:cubicBezTo>
                      <a:pt x="2843589" y="16131"/>
                      <a:pt x="2885567" y="0"/>
                      <a:pt x="2932020" y="0"/>
                    </a:cubicBezTo>
                    <a:cubicBezTo>
                      <a:pt x="3023300" y="0"/>
                      <a:pt x="3097299" y="62280"/>
                      <a:pt x="3097299" y="139107"/>
                    </a:cubicBezTo>
                    <a:cubicBezTo>
                      <a:pt x="3097299" y="158577"/>
                      <a:pt x="3092547" y="177113"/>
                      <a:pt x="3083814" y="193874"/>
                    </a:cubicBezTo>
                    <a:lnTo>
                      <a:pt x="3085009" y="196115"/>
                    </a:lnTo>
                    <a:lnTo>
                      <a:pt x="3024296" y="286826"/>
                    </a:lnTo>
                    <a:lnTo>
                      <a:pt x="2987870" y="385607"/>
                    </a:lnTo>
                    <a:cubicBezTo>
                      <a:pt x="2977750" y="422122"/>
                      <a:pt x="2967633" y="459021"/>
                      <a:pt x="2957514" y="495536"/>
                    </a:cubicBezTo>
                    <a:cubicBezTo>
                      <a:pt x="2956502" y="535894"/>
                      <a:pt x="2955490" y="575868"/>
                      <a:pt x="2954478" y="616226"/>
                    </a:cubicBezTo>
                    <a:cubicBezTo>
                      <a:pt x="2955490" y="655432"/>
                      <a:pt x="2956502" y="695022"/>
                      <a:pt x="2957514" y="734226"/>
                    </a:cubicBezTo>
                    <a:cubicBezTo>
                      <a:pt x="2963584" y="774584"/>
                      <a:pt x="2969657" y="814558"/>
                      <a:pt x="2975727" y="854918"/>
                    </a:cubicBezTo>
                    <a:lnTo>
                      <a:pt x="3003048" y="970227"/>
                    </a:lnTo>
                    <a:lnTo>
                      <a:pt x="3030369" y="1085537"/>
                    </a:lnTo>
                    <a:cubicBezTo>
                      <a:pt x="3041498" y="1118591"/>
                      <a:pt x="3052629" y="1151264"/>
                      <a:pt x="3063760" y="1184318"/>
                    </a:cubicBezTo>
                    <a:cubicBezTo>
                      <a:pt x="3074891" y="1214683"/>
                      <a:pt x="3085685" y="1244663"/>
                      <a:pt x="3096814" y="1275028"/>
                    </a:cubicBezTo>
                    <a:cubicBezTo>
                      <a:pt x="3105921" y="1299628"/>
                      <a:pt x="3115029" y="1324611"/>
                      <a:pt x="3124135" y="1349210"/>
                    </a:cubicBezTo>
                    <a:cubicBezTo>
                      <a:pt x="3133242" y="1369197"/>
                      <a:pt x="3142348" y="1389570"/>
                      <a:pt x="3151456" y="1409557"/>
                    </a:cubicBezTo>
                    <a:lnTo>
                      <a:pt x="3169669" y="1445302"/>
                    </a:lnTo>
                    <a:lnTo>
                      <a:pt x="3172704" y="1453374"/>
                    </a:lnTo>
                    <a:lnTo>
                      <a:pt x="3260737" y="1642865"/>
                    </a:lnTo>
                    <a:cubicBezTo>
                      <a:pt x="3283000" y="1701289"/>
                      <a:pt x="3304922" y="1760098"/>
                      <a:pt x="3327184" y="1818521"/>
                    </a:cubicBezTo>
                    <a:lnTo>
                      <a:pt x="3372718" y="1983413"/>
                    </a:lnTo>
                    <a:cubicBezTo>
                      <a:pt x="3377777" y="2034534"/>
                      <a:pt x="3382836" y="2086039"/>
                      <a:pt x="3387897" y="2137159"/>
                    </a:cubicBezTo>
                    <a:cubicBezTo>
                      <a:pt x="3389920" y="2185589"/>
                      <a:pt x="3391944" y="2234403"/>
                      <a:pt x="3393967" y="2282834"/>
                    </a:cubicBezTo>
                    <a:cubicBezTo>
                      <a:pt x="3389920" y="2325883"/>
                      <a:pt x="3385873" y="2368546"/>
                      <a:pt x="3381824" y="2411595"/>
                    </a:cubicBezTo>
                    <a:cubicBezTo>
                      <a:pt x="3374742" y="2453876"/>
                      <a:pt x="3367658" y="2495771"/>
                      <a:pt x="3360576" y="2538052"/>
                    </a:cubicBezTo>
                    <a:cubicBezTo>
                      <a:pt x="3349445" y="2574566"/>
                      <a:pt x="3338315" y="2611465"/>
                      <a:pt x="3327184" y="2647980"/>
                    </a:cubicBezTo>
                    <a:cubicBezTo>
                      <a:pt x="3316053" y="2679115"/>
                      <a:pt x="3305260" y="2709864"/>
                      <a:pt x="3294129" y="2740997"/>
                    </a:cubicBezTo>
                    <a:lnTo>
                      <a:pt x="3257702" y="2820945"/>
                    </a:lnTo>
                    <a:lnTo>
                      <a:pt x="3218238" y="2892052"/>
                    </a:lnTo>
                    <a:lnTo>
                      <a:pt x="3178777" y="2947017"/>
                    </a:lnTo>
                    <a:cubicBezTo>
                      <a:pt x="3169669" y="2959700"/>
                      <a:pt x="3160563" y="2972770"/>
                      <a:pt x="3151456" y="2985453"/>
                    </a:cubicBezTo>
                    <a:lnTo>
                      <a:pt x="3130207" y="3007362"/>
                    </a:lnTo>
                    <a:cubicBezTo>
                      <a:pt x="3128182" y="3010053"/>
                      <a:pt x="3126158" y="3013128"/>
                      <a:pt x="3124135" y="3015819"/>
                    </a:cubicBezTo>
                    <a:lnTo>
                      <a:pt x="3009118" y="3131128"/>
                    </a:lnTo>
                    <a:lnTo>
                      <a:pt x="2881961" y="3227218"/>
                    </a:lnTo>
                    <a:lnTo>
                      <a:pt x="2733216" y="3306782"/>
                    </a:lnTo>
                    <a:lnTo>
                      <a:pt x="2584808" y="3367127"/>
                    </a:lnTo>
                    <a:lnTo>
                      <a:pt x="2430328" y="3422092"/>
                    </a:lnTo>
                    <a:lnTo>
                      <a:pt x="2275850" y="3455146"/>
                    </a:lnTo>
                    <a:lnTo>
                      <a:pt x="2127104" y="3485128"/>
                    </a:lnTo>
                    <a:lnTo>
                      <a:pt x="1987804" y="3504345"/>
                    </a:lnTo>
                    <a:lnTo>
                      <a:pt x="1863680" y="3520873"/>
                    </a:lnTo>
                    <a:lnTo>
                      <a:pt x="1757433" y="3526255"/>
                    </a:lnTo>
                    <a:close/>
                    <a:moveTo>
                      <a:pt x="158924" y="3930462"/>
                    </a:moveTo>
                    <a:cubicBezTo>
                      <a:pt x="110443" y="3915731"/>
                      <a:pt x="0" y="3866001"/>
                      <a:pt x="0" y="3786484"/>
                    </a:cubicBezTo>
                    <a:cubicBezTo>
                      <a:pt x="0" y="3760641"/>
                      <a:pt x="7516" y="3736388"/>
                      <a:pt x="22839" y="3716534"/>
                    </a:cubicBezTo>
                    <a:cubicBezTo>
                      <a:pt x="42033" y="3685525"/>
                      <a:pt x="80608" y="3634905"/>
                      <a:pt x="115165" y="3600437"/>
                    </a:cubicBezTo>
                    <a:lnTo>
                      <a:pt x="230182" y="3509727"/>
                    </a:lnTo>
                    <a:lnTo>
                      <a:pt x="363411" y="3435929"/>
                    </a:lnTo>
                    <a:lnTo>
                      <a:pt x="503049" y="3375199"/>
                    </a:lnTo>
                    <a:lnTo>
                      <a:pt x="645387" y="3326000"/>
                    </a:lnTo>
                    <a:lnTo>
                      <a:pt x="787724" y="3290254"/>
                    </a:lnTo>
                    <a:lnTo>
                      <a:pt x="930059" y="3265655"/>
                    </a:lnTo>
                    <a:lnTo>
                      <a:pt x="1069699" y="3246438"/>
                    </a:lnTo>
                    <a:lnTo>
                      <a:pt x="1196856" y="3235290"/>
                    </a:lnTo>
                    <a:lnTo>
                      <a:pt x="1306140" y="3229909"/>
                    </a:lnTo>
                    <a:lnTo>
                      <a:pt x="1322155" y="3229909"/>
                    </a:lnTo>
                    <a:lnTo>
                      <a:pt x="1387858" y="3520878"/>
                    </a:lnTo>
                    <a:lnTo>
                      <a:pt x="1387763" y="3520873"/>
                    </a:lnTo>
                    <a:lnTo>
                      <a:pt x="1196856" y="3526255"/>
                    </a:lnTo>
                    <a:lnTo>
                      <a:pt x="1024165" y="3545473"/>
                    </a:lnTo>
                    <a:lnTo>
                      <a:pt x="869685" y="3570456"/>
                    </a:lnTo>
                    <a:lnTo>
                      <a:pt x="745225" y="3600437"/>
                    </a:lnTo>
                    <a:lnTo>
                      <a:pt x="633244" y="3641565"/>
                    </a:lnTo>
                    <a:lnTo>
                      <a:pt x="539140" y="3680001"/>
                    </a:lnTo>
                    <a:lnTo>
                      <a:pt x="469658" y="3721127"/>
                    </a:lnTo>
                    <a:lnTo>
                      <a:pt x="408946" y="3759564"/>
                    </a:lnTo>
                    <a:lnTo>
                      <a:pt x="357341" y="3801075"/>
                    </a:lnTo>
                    <a:cubicBezTo>
                      <a:pt x="346210" y="3811837"/>
                      <a:pt x="335079" y="3822985"/>
                      <a:pt x="323949" y="3833747"/>
                    </a:cubicBezTo>
                    <a:cubicBezTo>
                      <a:pt x="316865" y="3842972"/>
                      <a:pt x="310119" y="3852197"/>
                      <a:pt x="303037" y="3861422"/>
                    </a:cubicBezTo>
                    <a:cubicBezTo>
                      <a:pt x="298990" y="3866034"/>
                      <a:pt x="294941" y="3870261"/>
                      <a:pt x="290894" y="3874873"/>
                    </a:cubicBezTo>
                    <a:cubicBezTo>
                      <a:pt x="266876" y="3886379"/>
                      <a:pt x="207406" y="3945193"/>
                      <a:pt x="158924" y="3930462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26" name="Rounded Rectangle 21">
                <a:extLst>
                  <a:ext uri="{FF2B5EF4-FFF2-40B4-BE49-F238E27FC236}">
                    <a16:creationId xmlns:a16="http://schemas.microsoft.com/office/drawing/2014/main" id="{66E400E3-2643-42AA-9178-BC7FD61DC42C}"/>
                  </a:ext>
                </a:extLst>
              </p:cNvPr>
              <p:cNvSpPr/>
              <p:nvPr/>
            </p:nvSpPr>
            <p:spPr>
              <a:xfrm rot="18063644">
                <a:off x="1029053" y="3391349"/>
                <a:ext cx="73094" cy="7354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0" dirty="0"/>
              </a:p>
            </p:txBody>
          </p:sp>
        </p:grpSp>
      </p:grpSp>
      <p:sp>
        <p:nvSpPr>
          <p:cNvPr id="138" name="Freeform: Shape 138">
            <a:extLst>
              <a:ext uri="{FF2B5EF4-FFF2-40B4-BE49-F238E27FC236}">
                <a16:creationId xmlns:a16="http://schemas.microsoft.com/office/drawing/2014/main" id="{296BB05B-D410-4793-8DF4-158BE2B6B40D}"/>
              </a:ext>
            </a:extLst>
          </p:cNvPr>
          <p:cNvSpPr/>
          <p:nvPr userDrawn="1"/>
        </p:nvSpPr>
        <p:spPr>
          <a:xfrm rot="355510">
            <a:off x="10018975" y="5511787"/>
            <a:ext cx="1129890" cy="1149968"/>
          </a:xfrm>
          <a:custGeom>
            <a:avLst/>
            <a:gdLst>
              <a:gd name="connsiteX0" fmla="*/ 859940 w 1882134"/>
              <a:gd name="connsiteY0" fmla="*/ 932267 h 1915580"/>
              <a:gd name="connsiteX1" fmla="*/ 747989 w 1882134"/>
              <a:gd name="connsiteY1" fmla="*/ 997319 h 1915580"/>
              <a:gd name="connsiteX2" fmla="*/ 636844 w 1882134"/>
              <a:gd name="connsiteY2" fmla="*/ 1061903 h 1915580"/>
              <a:gd name="connsiteX3" fmla="*/ 638527 w 1882134"/>
              <a:gd name="connsiteY3" fmla="*/ 1070293 h 1915580"/>
              <a:gd name="connsiteX4" fmla="*/ 565410 w 1882134"/>
              <a:gd name="connsiteY4" fmla="*/ 1179755 h 1915580"/>
              <a:gd name="connsiteX5" fmla="*/ 562511 w 1882134"/>
              <a:gd name="connsiteY5" fmla="*/ 1180336 h 1915580"/>
              <a:gd name="connsiteX6" fmla="*/ 562511 w 1882134"/>
              <a:gd name="connsiteY6" fmla="*/ 1439244 h 1915580"/>
              <a:gd name="connsiteX7" fmla="*/ 572773 w 1882134"/>
              <a:gd name="connsiteY7" fmla="*/ 1441246 h 1915580"/>
              <a:gd name="connsiteX8" fmla="*/ 644608 w 1882134"/>
              <a:gd name="connsiteY8" fmla="*/ 1550707 h 1915580"/>
              <a:gd name="connsiteX9" fmla="*/ 640375 w 1882134"/>
              <a:gd name="connsiteY9" fmla="*/ 1571429 h 1915580"/>
              <a:gd name="connsiteX10" fmla="*/ 865510 w 1882134"/>
              <a:gd name="connsiteY10" fmla="*/ 1701672 h 1915580"/>
              <a:gd name="connsiteX11" fmla="*/ 886716 w 1882134"/>
              <a:gd name="connsiteY11" fmla="*/ 1687534 h 1915580"/>
              <a:gd name="connsiteX12" fmla="*/ 933465 w 1882134"/>
              <a:gd name="connsiteY12" fmla="*/ 1678413 h 1915580"/>
              <a:gd name="connsiteX13" fmla="*/ 980215 w 1882134"/>
              <a:gd name="connsiteY13" fmla="*/ 1687962 h 1915580"/>
              <a:gd name="connsiteX14" fmla="*/ 997982 w 1882134"/>
              <a:gd name="connsiteY14" fmla="*/ 1700143 h 1915580"/>
              <a:gd name="connsiteX15" fmla="*/ 1212258 w 1882134"/>
              <a:gd name="connsiteY15" fmla="*/ 1576182 h 1915580"/>
              <a:gd name="connsiteX16" fmla="*/ 1210160 w 1882134"/>
              <a:gd name="connsiteY16" fmla="*/ 1565911 h 1915580"/>
              <a:gd name="connsiteX17" fmla="*/ 1283277 w 1882134"/>
              <a:gd name="connsiteY17" fmla="*/ 1456450 h 1915580"/>
              <a:gd name="connsiteX18" fmla="*/ 1298338 w 1882134"/>
              <a:gd name="connsiteY18" fmla="*/ 1453428 h 1915580"/>
              <a:gd name="connsiteX19" fmla="*/ 1298338 w 1882134"/>
              <a:gd name="connsiteY19" fmla="*/ 1189696 h 1915580"/>
              <a:gd name="connsiteX20" fmla="*/ 1292399 w 1882134"/>
              <a:gd name="connsiteY20" fmla="*/ 1188448 h 1915580"/>
              <a:gd name="connsiteX21" fmla="*/ 1219282 w 1882134"/>
              <a:gd name="connsiteY21" fmla="*/ 1079414 h 1915580"/>
              <a:gd name="connsiteX22" fmla="*/ 1223749 w 1882134"/>
              <a:gd name="connsiteY22" fmla="*/ 1057548 h 1915580"/>
              <a:gd name="connsiteX23" fmla="*/ 997965 w 1882134"/>
              <a:gd name="connsiteY23" fmla="*/ 926929 h 1915580"/>
              <a:gd name="connsiteX24" fmla="*/ 994296 w 1882134"/>
              <a:gd name="connsiteY24" fmla="*/ 929366 h 1915580"/>
              <a:gd name="connsiteX25" fmla="*/ 988000 w 1882134"/>
              <a:gd name="connsiteY25" fmla="*/ 935188 h 1915580"/>
              <a:gd name="connsiteX26" fmla="*/ 978749 w 1882134"/>
              <a:gd name="connsiteY26" fmla="*/ 939691 h 1915580"/>
              <a:gd name="connsiteX27" fmla="*/ 969810 w 1882134"/>
              <a:gd name="connsiteY27" fmla="*/ 945628 h 1915580"/>
              <a:gd name="connsiteX28" fmla="*/ 964268 w 1882134"/>
              <a:gd name="connsiteY28" fmla="*/ 946740 h 1915580"/>
              <a:gd name="connsiteX29" fmla="*/ 958437 w 1882134"/>
              <a:gd name="connsiteY29" fmla="*/ 949579 h 1915580"/>
              <a:gd name="connsiteX30" fmla="*/ 924343 w 1882134"/>
              <a:gd name="connsiteY30" fmla="*/ 954750 h 1915580"/>
              <a:gd name="connsiteX31" fmla="*/ 924343 w 1882134"/>
              <a:gd name="connsiteY31" fmla="*/ 954750 h 1915580"/>
              <a:gd name="connsiteX32" fmla="*/ 923835 w 1882134"/>
              <a:gd name="connsiteY32" fmla="*/ 954643 h 1915580"/>
              <a:gd name="connsiteX33" fmla="*/ 881110 w 1882134"/>
              <a:gd name="connsiteY33" fmla="*/ 945723 h 1915580"/>
              <a:gd name="connsiteX34" fmla="*/ 880997 w 1882134"/>
              <a:gd name="connsiteY34" fmla="*/ 945646 h 1915580"/>
              <a:gd name="connsiteX35" fmla="*/ 878876 w 1882134"/>
              <a:gd name="connsiteY35" fmla="*/ 945200 h 1915580"/>
              <a:gd name="connsiteX36" fmla="*/ 1285908 w 1882134"/>
              <a:gd name="connsiteY36" fmla="*/ 209454 h 1915580"/>
              <a:gd name="connsiteX37" fmla="*/ 1039711 w 1882134"/>
              <a:gd name="connsiteY37" fmla="*/ 351883 h 1915580"/>
              <a:gd name="connsiteX38" fmla="*/ 1042927 w 1882134"/>
              <a:gd name="connsiteY38" fmla="*/ 367913 h 1915580"/>
              <a:gd name="connsiteX39" fmla="*/ 1007580 w 1882134"/>
              <a:gd name="connsiteY39" fmla="*/ 452291 h 1915580"/>
              <a:gd name="connsiteX40" fmla="*/ 972994 w 1882134"/>
              <a:gd name="connsiteY40" fmla="*/ 475261 h 1915580"/>
              <a:gd name="connsiteX41" fmla="*/ 972994 w 1882134"/>
              <a:gd name="connsiteY41" fmla="*/ 608121 h 1915580"/>
              <a:gd name="connsiteX42" fmla="*/ 972994 w 1882134"/>
              <a:gd name="connsiteY42" fmla="*/ 728436 h 1915580"/>
              <a:gd name="connsiteX43" fmla="*/ 1008720 w 1882134"/>
              <a:gd name="connsiteY43" fmla="*/ 752929 h 1915580"/>
              <a:gd name="connsiteX44" fmla="*/ 1042927 w 1882134"/>
              <a:gd name="connsiteY44" fmla="*/ 836166 h 1915580"/>
              <a:gd name="connsiteX45" fmla="*/ 1038547 w 1882134"/>
              <a:gd name="connsiteY45" fmla="*/ 857606 h 1915580"/>
              <a:gd name="connsiteX46" fmla="*/ 1264627 w 1882134"/>
              <a:gd name="connsiteY46" fmla="*/ 988396 h 1915580"/>
              <a:gd name="connsiteX47" fmla="*/ 1292399 w 1882134"/>
              <a:gd name="connsiteY47" fmla="*/ 969952 h 1915580"/>
              <a:gd name="connsiteX48" fmla="*/ 1337865 w 1882134"/>
              <a:gd name="connsiteY48" fmla="*/ 960830 h 1915580"/>
              <a:gd name="connsiteX49" fmla="*/ 1384615 w 1882134"/>
              <a:gd name="connsiteY49" fmla="*/ 970380 h 1915580"/>
              <a:gd name="connsiteX50" fmla="*/ 1410990 w 1882134"/>
              <a:gd name="connsiteY50" fmla="*/ 988463 h 1915580"/>
              <a:gd name="connsiteX51" fmla="*/ 1650068 w 1882134"/>
              <a:gd name="connsiteY51" fmla="*/ 850153 h 1915580"/>
              <a:gd name="connsiteX52" fmla="*/ 1644966 w 1882134"/>
              <a:gd name="connsiteY52" fmla="*/ 824004 h 1915580"/>
              <a:gd name="connsiteX53" fmla="*/ 1680313 w 1882134"/>
              <a:gd name="connsiteY53" fmla="*/ 739627 h 1915580"/>
              <a:gd name="connsiteX54" fmla="*/ 1705780 w 1882134"/>
              <a:gd name="connsiteY54" fmla="*/ 722714 h 1915580"/>
              <a:gd name="connsiteX55" fmla="*/ 1705779 w 1882134"/>
              <a:gd name="connsiteY55" fmla="*/ 484271 h 1915580"/>
              <a:gd name="connsiteX56" fmla="*/ 1701598 w 1882134"/>
              <a:gd name="connsiteY56" fmla="*/ 483455 h 1915580"/>
              <a:gd name="connsiteX57" fmla="*/ 1629764 w 1882134"/>
              <a:gd name="connsiteY57" fmla="*/ 373993 h 1915580"/>
              <a:gd name="connsiteX58" fmla="*/ 1634464 w 1882134"/>
              <a:gd name="connsiteY58" fmla="*/ 350982 h 1915580"/>
              <a:gd name="connsiteX59" fmla="*/ 1412691 w 1882134"/>
              <a:gd name="connsiteY59" fmla="*/ 222683 h 1915580"/>
              <a:gd name="connsiteX60" fmla="*/ 1404617 w 1882134"/>
              <a:gd name="connsiteY60" fmla="*/ 228046 h 1915580"/>
              <a:gd name="connsiteX61" fmla="*/ 1359150 w 1882134"/>
              <a:gd name="connsiteY61" fmla="*/ 237167 h 1915580"/>
              <a:gd name="connsiteX62" fmla="*/ 1312401 w 1882134"/>
              <a:gd name="connsiteY62" fmla="*/ 227618 h 1915580"/>
              <a:gd name="connsiteX63" fmla="*/ 441920 w 1882134"/>
              <a:gd name="connsiteY63" fmla="*/ 226293 h 1915580"/>
              <a:gd name="connsiteX64" fmla="*/ 231909 w 1882134"/>
              <a:gd name="connsiteY64" fmla="*/ 347787 h 1915580"/>
              <a:gd name="connsiteX65" fmla="*/ 237167 w 1882134"/>
              <a:gd name="connsiteY65" fmla="*/ 373994 h 1915580"/>
              <a:gd name="connsiteX66" fmla="*/ 164050 w 1882134"/>
              <a:gd name="connsiteY66" fmla="*/ 483456 h 1915580"/>
              <a:gd name="connsiteX67" fmla="*/ 155071 w 1882134"/>
              <a:gd name="connsiteY67" fmla="*/ 485258 h 1915580"/>
              <a:gd name="connsiteX68" fmla="*/ 155071 w 1882134"/>
              <a:gd name="connsiteY68" fmla="*/ 740239 h 1915580"/>
              <a:gd name="connsiteX69" fmla="*/ 165333 w 1882134"/>
              <a:gd name="connsiteY69" fmla="*/ 742335 h 1915580"/>
              <a:gd name="connsiteX70" fmla="*/ 237167 w 1882134"/>
              <a:gd name="connsiteY70" fmla="*/ 851369 h 1915580"/>
              <a:gd name="connsiteX71" fmla="*/ 234601 w 1882134"/>
              <a:gd name="connsiteY71" fmla="*/ 863932 h 1915580"/>
              <a:gd name="connsiteX72" fmla="*/ 440781 w 1882134"/>
              <a:gd name="connsiteY72" fmla="*/ 983210 h 1915580"/>
              <a:gd name="connsiteX73" fmla="*/ 474477 w 1882134"/>
              <a:gd name="connsiteY73" fmla="*/ 960831 h 1915580"/>
              <a:gd name="connsiteX74" fmla="*/ 519943 w 1882134"/>
              <a:gd name="connsiteY74" fmla="*/ 951709 h 1915580"/>
              <a:gd name="connsiteX75" fmla="*/ 566693 w 1882134"/>
              <a:gd name="connsiteY75" fmla="*/ 961258 h 1915580"/>
              <a:gd name="connsiteX76" fmla="*/ 601190 w 1882134"/>
              <a:gd name="connsiteY76" fmla="*/ 984910 h 1915580"/>
              <a:gd name="connsiteX77" fmla="*/ 705420 w 1882134"/>
              <a:gd name="connsiteY77" fmla="*/ 924344 h 1915580"/>
              <a:gd name="connsiteX78" fmla="*/ 785942 w 1882134"/>
              <a:gd name="connsiteY78" fmla="*/ 878642 h 1915580"/>
              <a:gd name="connsiteX79" fmla="*/ 811567 w 1882134"/>
              <a:gd name="connsiteY79" fmla="*/ 863817 h 1915580"/>
              <a:gd name="connsiteX80" fmla="*/ 805759 w 1882134"/>
              <a:gd name="connsiteY80" fmla="*/ 836166 h 1915580"/>
              <a:gd name="connsiteX81" fmla="*/ 878876 w 1882134"/>
              <a:gd name="connsiteY81" fmla="*/ 726704 h 1915580"/>
              <a:gd name="connsiteX82" fmla="*/ 887857 w 1882134"/>
              <a:gd name="connsiteY82" fmla="*/ 724902 h 1915580"/>
              <a:gd name="connsiteX83" fmla="*/ 887857 w 1882134"/>
              <a:gd name="connsiteY83" fmla="*/ 602041 h 1915580"/>
              <a:gd name="connsiteX84" fmla="*/ 887857 w 1882134"/>
              <a:gd name="connsiteY84" fmla="*/ 479177 h 1915580"/>
              <a:gd name="connsiteX85" fmla="*/ 878877 w 1882134"/>
              <a:gd name="connsiteY85" fmla="*/ 477375 h 1915580"/>
              <a:gd name="connsiteX86" fmla="*/ 805760 w 1882134"/>
              <a:gd name="connsiteY86" fmla="*/ 367913 h 1915580"/>
              <a:gd name="connsiteX87" fmla="*/ 810313 w 1882134"/>
              <a:gd name="connsiteY87" fmla="*/ 345620 h 1915580"/>
              <a:gd name="connsiteX88" fmla="*/ 607514 w 1882134"/>
              <a:gd name="connsiteY88" fmla="*/ 228297 h 1915580"/>
              <a:gd name="connsiteX89" fmla="*/ 572440 w 1882134"/>
              <a:gd name="connsiteY89" fmla="*/ 252065 h 1915580"/>
              <a:gd name="connsiteX90" fmla="*/ 526305 w 1882134"/>
              <a:gd name="connsiteY90" fmla="*/ 261493 h 1915580"/>
              <a:gd name="connsiteX91" fmla="*/ 442371 w 1882134"/>
              <a:gd name="connsiteY91" fmla="*/ 226958 h 1915580"/>
              <a:gd name="connsiteX92" fmla="*/ 525745 w 1882134"/>
              <a:gd name="connsiteY92" fmla="*/ 24326 h 1915580"/>
              <a:gd name="connsiteX93" fmla="*/ 644609 w 1882134"/>
              <a:gd name="connsiteY93" fmla="*/ 142629 h 1915580"/>
              <a:gd name="connsiteX94" fmla="*/ 641709 w 1882134"/>
              <a:gd name="connsiteY94" fmla="*/ 157167 h 1915580"/>
              <a:gd name="connsiteX95" fmla="*/ 747989 w 1882134"/>
              <a:gd name="connsiteY95" fmla="*/ 218924 h 1915580"/>
              <a:gd name="connsiteX96" fmla="*/ 849541 w 1882134"/>
              <a:gd name="connsiteY96" fmla="*/ 277934 h 1915580"/>
              <a:gd name="connsiteX97" fmla="*/ 878877 w 1882134"/>
              <a:gd name="connsiteY97" fmla="*/ 258452 h 1915580"/>
              <a:gd name="connsiteX98" fmla="*/ 924343 w 1882134"/>
              <a:gd name="connsiteY98" fmla="*/ 249330 h 1915580"/>
              <a:gd name="connsiteX99" fmla="*/ 971093 w 1882134"/>
              <a:gd name="connsiteY99" fmla="*/ 258879 h 1915580"/>
              <a:gd name="connsiteX100" fmla="*/ 999784 w 1882134"/>
              <a:gd name="connsiteY100" fmla="*/ 278550 h 1915580"/>
              <a:gd name="connsiteX101" fmla="*/ 1112862 w 1882134"/>
              <a:gd name="connsiteY101" fmla="*/ 212843 h 1915580"/>
              <a:gd name="connsiteX102" fmla="*/ 1244810 w 1882134"/>
              <a:gd name="connsiteY102" fmla="*/ 139736 h 1915580"/>
              <a:gd name="connsiteX103" fmla="*/ 1240567 w 1882134"/>
              <a:gd name="connsiteY103" fmla="*/ 118583 h 1915580"/>
              <a:gd name="connsiteX104" fmla="*/ 1359150 w 1882134"/>
              <a:gd name="connsiteY104" fmla="*/ 0 h 1915580"/>
              <a:gd name="connsiteX105" fmla="*/ 1477734 w 1882134"/>
              <a:gd name="connsiteY105" fmla="*/ 118583 h 1915580"/>
              <a:gd name="connsiteX106" fmla="*/ 1468446 w 1882134"/>
              <a:gd name="connsiteY106" fmla="*/ 164056 h 1915580"/>
              <a:gd name="connsiteX107" fmla="*/ 1562871 w 1882134"/>
              <a:gd name="connsiteY107" fmla="*/ 218924 h 1915580"/>
              <a:gd name="connsiteX108" fmla="*/ 1674171 w 1882134"/>
              <a:gd name="connsiteY108" fmla="*/ 283599 h 1915580"/>
              <a:gd name="connsiteX109" fmla="*/ 1702880 w 1882134"/>
              <a:gd name="connsiteY109" fmla="*/ 264532 h 1915580"/>
              <a:gd name="connsiteX110" fmla="*/ 1748347 w 1882134"/>
              <a:gd name="connsiteY110" fmla="*/ 255410 h 1915580"/>
              <a:gd name="connsiteX111" fmla="*/ 1866931 w 1882134"/>
              <a:gd name="connsiteY111" fmla="*/ 373993 h 1915580"/>
              <a:gd name="connsiteX112" fmla="*/ 1793814 w 1882134"/>
              <a:gd name="connsiteY112" fmla="*/ 483456 h 1915580"/>
              <a:gd name="connsiteX113" fmla="*/ 1787876 w 1882134"/>
              <a:gd name="connsiteY113" fmla="*/ 484647 h 1915580"/>
              <a:gd name="connsiteX114" fmla="*/ 1787876 w 1882134"/>
              <a:gd name="connsiteY114" fmla="*/ 608121 h 1915580"/>
              <a:gd name="connsiteX115" fmla="*/ 1787876 w 1882134"/>
              <a:gd name="connsiteY115" fmla="*/ 710390 h 1915580"/>
              <a:gd name="connsiteX116" fmla="*/ 1810299 w 1882134"/>
              <a:gd name="connsiteY116" fmla="*/ 714970 h 1915580"/>
              <a:gd name="connsiteX117" fmla="*/ 1882134 w 1882134"/>
              <a:gd name="connsiteY117" fmla="*/ 824004 h 1915580"/>
              <a:gd name="connsiteX118" fmla="*/ 1763550 w 1882134"/>
              <a:gd name="connsiteY118" fmla="*/ 942588 h 1915580"/>
              <a:gd name="connsiteX119" fmla="*/ 1716800 w 1882134"/>
              <a:gd name="connsiteY119" fmla="*/ 933466 h 1915580"/>
              <a:gd name="connsiteX120" fmla="*/ 1696290 w 1882134"/>
              <a:gd name="connsiteY120" fmla="*/ 919792 h 1915580"/>
              <a:gd name="connsiteX121" fmla="*/ 1562871 w 1882134"/>
              <a:gd name="connsiteY121" fmla="*/ 997319 h 1915580"/>
              <a:gd name="connsiteX122" fmla="*/ 1452273 w 1882134"/>
              <a:gd name="connsiteY122" fmla="*/ 1058596 h 1915580"/>
              <a:gd name="connsiteX123" fmla="*/ 1456449 w 1882134"/>
              <a:gd name="connsiteY123" fmla="*/ 1079414 h 1915580"/>
              <a:gd name="connsiteX124" fmla="*/ 1383332 w 1882134"/>
              <a:gd name="connsiteY124" fmla="*/ 1188876 h 1915580"/>
              <a:gd name="connsiteX125" fmla="*/ 1380434 w 1882134"/>
              <a:gd name="connsiteY125" fmla="*/ 1189457 h 1915580"/>
              <a:gd name="connsiteX126" fmla="*/ 1380434 w 1882134"/>
              <a:gd name="connsiteY126" fmla="*/ 1316581 h 1915580"/>
              <a:gd name="connsiteX127" fmla="*/ 1380434 w 1882134"/>
              <a:gd name="connsiteY127" fmla="*/ 1459744 h 1915580"/>
              <a:gd name="connsiteX128" fmla="*/ 1413121 w 1882134"/>
              <a:gd name="connsiteY128" fmla="*/ 1481535 h 1915580"/>
              <a:gd name="connsiteX129" fmla="*/ 1447328 w 1882134"/>
              <a:gd name="connsiteY129" fmla="*/ 1565911 h 1915580"/>
              <a:gd name="connsiteX130" fmla="*/ 1328743 w 1882134"/>
              <a:gd name="connsiteY130" fmla="*/ 1684495 h 1915580"/>
              <a:gd name="connsiteX131" fmla="*/ 1283277 w 1882134"/>
              <a:gd name="connsiteY131" fmla="*/ 1675374 h 1915580"/>
              <a:gd name="connsiteX132" fmla="*/ 1245755 w 1882134"/>
              <a:gd name="connsiteY132" fmla="*/ 1650453 h 1915580"/>
              <a:gd name="connsiteX133" fmla="*/ 1152389 w 1882134"/>
              <a:gd name="connsiteY133" fmla="*/ 1702738 h 1915580"/>
              <a:gd name="connsiteX134" fmla="*/ 1045590 w 1882134"/>
              <a:gd name="connsiteY134" fmla="*/ 1764797 h 1915580"/>
              <a:gd name="connsiteX135" fmla="*/ 1052050 w 1882134"/>
              <a:gd name="connsiteY135" fmla="*/ 1796996 h 1915580"/>
              <a:gd name="connsiteX136" fmla="*/ 933465 w 1882134"/>
              <a:gd name="connsiteY136" fmla="*/ 1915580 h 1915580"/>
              <a:gd name="connsiteX137" fmla="*/ 814882 w 1882134"/>
              <a:gd name="connsiteY137" fmla="*/ 1796996 h 1915580"/>
              <a:gd name="connsiteX138" fmla="*/ 820094 w 1882134"/>
              <a:gd name="connsiteY138" fmla="*/ 1770286 h 1915580"/>
              <a:gd name="connsiteX139" fmla="*/ 705420 w 1882134"/>
              <a:gd name="connsiteY139" fmla="*/ 1702738 h 1915580"/>
              <a:gd name="connsiteX140" fmla="*/ 599803 w 1882134"/>
              <a:gd name="connsiteY140" fmla="*/ 1641366 h 1915580"/>
              <a:gd name="connsiteX141" fmla="*/ 571490 w 1882134"/>
              <a:gd name="connsiteY141" fmla="*/ 1660170 h 1915580"/>
              <a:gd name="connsiteX142" fmla="*/ 526023 w 1882134"/>
              <a:gd name="connsiteY142" fmla="*/ 1669292 h 1915580"/>
              <a:gd name="connsiteX143" fmla="*/ 407440 w 1882134"/>
              <a:gd name="connsiteY143" fmla="*/ 1550707 h 1915580"/>
              <a:gd name="connsiteX144" fmla="*/ 442787 w 1882134"/>
              <a:gd name="connsiteY144" fmla="*/ 1466331 h 1915580"/>
              <a:gd name="connsiteX145" fmla="*/ 480415 w 1882134"/>
              <a:gd name="connsiteY145" fmla="*/ 1441340 h 1915580"/>
              <a:gd name="connsiteX146" fmla="*/ 480415 w 1882134"/>
              <a:gd name="connsiteY146" fmla="*/ 1313541 h 1915580"/>
              <a:gd name="connsiteX147" fmla="*/ 480415 w 1882134"/>
              <a:gd name="connsiteY147" fmla="*/ 1180946 h 1915580"/>
              <a:gd name="connsiteX148" fmla="*/ 474477 w 1882134"/>
              <a:gd name="connsiteY148" fmla="*/ 1179755 h 1915580"/>
              <a:gd name="connsiteX149" fmla="*/ 401359 w 1882134"/>
              <a:gd name="connsiteY149" fmla="*/ 1070292 h 1915580"/>
              <a:gd name="connsiteX150" fmla="*/ 403715 w 1882134"/>
              <a:gd name="connsiteY150" fmla="*/ 1058760 h 1915580"/>
              <a:gd name="connsiteX151" fmla="*/ 297980 w 1882134"/>
              <a:gd name="connsiteY151" fmla="*/ 997319 h 1915580"/>
              <a:gd name="connsiteX152" fmla="*/ 197246 w 1882134"/>
              <a:gd name="connsiteY152" fmla="*/ 938785 h 1915580"/>
              <a:gd name="connsiteX153" fmla="*/ 164050 w 1882134"/>
              <a:gd name="connsiteY153" fmla="*/ 960831 h 1915580"/>
              <a:gd name="connsiteX154" fmla="*/ 118583 w 1882134"/>
              <a:gd name="connsiteY154" fmla="*/ 969953 h 1915580"/>
              <a:gd name="connsiteX155" fmla="*/ 0 w 1882134"/>
              <a:gd name="connsiteY155" fmla="*/ 851369 h 1915580"/>
              <a:gd name="connsiteX156" fmla="*/ 71834 w 1882134"/>
              <a:gd name="connsiteY156" fmla="*/ 741907 h 1915580"/>
              <a:gd name="connsiteX157" fmla="*/ 72975 w 1882134"/>
              <a:gd name="connsiteY157" fmla="*/ 741685 h 1915580"/>
              <a:gd name="connsiteX158" fmla="*/ 72975 w 1882134"/>
              <a:gd name="connsiteY158" fmla="*/ 608121 h 1915580"/>
              <a:gd name="connsiteX159" fmla="*/ 72975 w 1882134"/>
              <a:gd name="connsiteY159" fmla="*/ 483679 h 1915580"/>
              <a:gd name="connsiteX160" fmla="*/ 71834 w 1882134"/>
              <a:gd name="connsiteY160" fmla="*/ 483456 h 1915580"/>
              <a:gd name="connsiteX161" fmla="*/ 0 w 1882134"/>
              <a:gd name="connsiteY161" fmla="*/ 373994 h 1915580"/>
              <a:gd name="connsiteX162" fmla="*/ 118583 w 1882134"/>
              <a:gd name="connsiteY162" fmla="*/ 255410 h 1915580"/>
              <a:gd name="connsiteX163" fmla="*/ 165333 w 1882134"/>
              <a:gd name="connsiteY163" fmla="*/ 264960 h 1915580"/>
              <a:gd name="connsiteX164" fmla="*/ 189840 w 1882134"/>
              <a:gd name="connsiteY164" fmla="*/ 281762 h 1915580"/>
              <a:gd name="connsiteX165" fmla="*/ 297980 w 1882134"/>
              <a:gd name="connsiteY165" fmla="*/ 218924 h 1915580"/>
              <a:gd name="connsiteX166" fmla="*/ 409656 w 1882134"/>
              <a:gd name="connsiteY166" fmla="*/ 154031 h 1915580"/>
              <a:gd name="connsiteX167" fmla="*/ 407441 w 1882134"/>
              <a:gd name="connsiteY167" fmla="*/ 143189 h 1915580"/>
              <a:gd name="connsiteX168" fmla="*/ 525745 w 1882134"/>
              <a:gd name="connsiteY168" fmla="*/ 24326 h 191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1882134" h="1915580">
                <a:moveTo>
                  <a:pt x="859940" y="932267"/>
                </a:moveTo>
                <a:lnTo>
                  <a:pt x="747989" y="997319"/>
                </a:lnTo>
                <a:lnTo>
                  <a:pt x="636844" y="1061903"/>
                </a:lnTo>
                <a:lnTo>
                  <a:pt x="638527" y="1070293"/>
                </a:lnTo>
                <a:cubicBezTo>
                  <a:pt x="638527" y="1120463"/>
                  <a:pt x="607741" y="1162081"/>
                  <a:pt x="565410" y="1179755"/>
                </a:cubicBezTo>
                <a:lnTo>
                  <a:pt x="562511" y="1180336"/>
                </a:lnTo>
                <a:lnTo>
                  <a:pt x="562511" y="1439244"/>
                </a:lnTo>
                <a:lnTo>
                  <a:pt x="572773" y="1441246"/>
                </a:lnTo>
                <a:cubicBezTo>
                  <a:pt x="615532" y="1458919"/>
                  <a:pt x="644608" y="1500537"/>
                  <a:pt x="644608" y="1550707"/>
                </a:cubicBezTo>
                <a:lnTo>
                  <a:pt x="640375" y="1571429"/>
                </a:lnTo>
                <a:lnTo>
                  <a:pt x="865510" y="1701672"/>
                </a:lnTo>
                <a:lnTo>
                  <a:pt x="886716" y="1687534"/>
                </a:lnTo>
                <a:cubicBezTo>
                  <a:pt x="900969" y="1681643"/>
                  <a:pt x="916742" y="1678413"/>
                  <a:pt x="933465" y="1678413"/>
                </a:cubicBezTo>
                <a:cubicBezTo>
                  <a:pt x="950189" y="1678413"/>
                  <a:pt x="965962" y="1681833"/>
                  <a:pt x="980215" y="1687962"/>
                </a:cubicBezTo>
                <a:lnTo>
                  <a:pt x="997982" y="1700143"/>
                </a:lnTo>
                <a:lnTo>
                  <a:pt x="1212258" y="1576182"/>
                </a:lnTo>
                <a:lnTo>
                  <a:pt x="1210160" y="1565911"/>
                </a:lnTo>
                <a:cubicBezTo>
                  <a:pt x="1210160" y="1515742"/>
                  <a:pt x="1240946" y="1474123"/>
                  <a:pt x="1283277" y="1456450"/>
                </a:cubicBezTo>
                <a:lnTo>
                  <a:pt x="1298338" y="1453428"/>
                </a:lnTo>
                <a:lnTo>
                  <a:pt x="1298338" y="1189696"/>
                </a:lnTo>
                <a:lnTo>
                  <a:pt x="1292399" y="1188448"/>
                </a:lnTo>
                <a:cubicBezTo>
                  <a:pt x="1250068" y="1170062"/>
                  <a:pt x="1219282" y="1127303"/>
                  <a:pt x="1219282" y="1079414"/>
                </a:cubicBezTo>
                <a:lnTo>
                  <a:pt x="1223749" y="1057548"/>
                </a:lnTo>
                <a:lnTo>
                  <a:pt x="997965" y="926929"/>
                </a:lnTo>
                <a:lnTo>
                  <a:pt x="994296" y="929366"/>
                </a:lnTo>
                <a:lnTo>
                  <a:pt x="988000" y="935188"/>
                </a:lnTo>
                <a:lnTo>
                  <a:pt x="978749" y="939691"/>
                </a:lnTo>
                <a:lnTo>
                  <a:pt x="969810" y="945628"/>
                </a:lnTo>
                <a:lnTo>
                  <a:pt x="964268" y="946740"/>
                </a:lnTo>
                <a:lnTo>
                  <a:pt x="958437" y="949579"/>
                </a:lnTo>
                <a:cubicBezTo>
                  <a:pt x="947754" y="952933"/>
                  <a:pt x="936316" y="954750"/>
                  <a:pt x="924343" y="954750"/>
                </a:cubicBezTo>
                <a:lnTo>
                  <a:pt x="924343" y="954750"/>
                </a:lnTo>
                <a:lnTo>
                  <a:pt x="923835" y="954643"/>
                </a:lnTo>
                <a:lnTo>
                  <a:pt x="881110" y="945723"/>
                </a:lnTo>
                <a:lnTo>
                  <a:pt x="880997" y="945646"/>
                </a:lnTo>
                <a:lnTo>
                  <a:pt x="878876" y="945200"/>
                </a:lnTo>
                <a:close/>
                <a:moveTo>
                  <a:pt x="1285908" y="209454"/>
                </a:moveTo>
                <a:lnTo>
                  <a:pt x="1039711" y="351883"/>
                </a:lnTo>
                <a:lnTo>
                  <a:pt x="1042927" y="367913"/>
                </a:lnTo>
                <a:cubicBezTo>
                  <a:pt x="1042927" y="401360"/>
                  <a:pt x="1029244" y="431006"/>
                  <a:pt x="1007580" y="452291"/>
                </a:cubicBezTo>
                <a:lnTo>
                  <a:pt x="972994" y="475261"/>
                </a:lnTo>
                <a:lnTo>
                  <a:pt x="972994" y="608121"/>
                </a:lnTo>
                <a:lnTo>
                  <a:pt x="972994" y="728436"/>
                </a:lnTo>
                <a:lnTo>
                  <a:pt x="1008720" y="752929"/>
                </a:lnTo>
                <a:cubicBezTo>
                  <a:pt x="1030004" y="774594"/>
                  <a:pt x="1042927" y="804239"/>
                  <a:pt x="1042927" y="836166"/>
                </a:cubicBezTo>
                <a:lnTo>
                  <a:pt x="1038547" y="857606"/>
                </a:lnTo>
                <a:lnTo>
                  <a:pt x="1264627" y="988396"/>
                </a:lnTo>
                <a:lnTo>
                  <a:pt x="1292399" y="969952"/>
                </a:lnTo>
                <a:cubicBezTo>
                  <a:pt x="1306509" y="964061"/>
                  <a:pt x="1321902" y="960830"/>
                  <a:pt x="1337865" y="960830"/>
                </a:cubicBezTo>
                <a:cubicBezTo>
                  <a:pt x="1354588" y="960830"/>
                  <a:pt x="1370362" y="964251"/>
                  <a:pt x="1384615" y="970380"/>
                </a:cubicBezTo>
                <a:lnTo>
                  <a:pt x="1410990" y="988463"/>
                </a:lnTo>
                <a:lnTo>
                  <a:pt x="1650068" y="850153"/>
                </a:lnTo>
                <a:lnTo>
                  <a:pt x="1644966" y="824004"/>
                </a:lnTo>
                <a:cubicBezTo>
                  <a:pt x="1644966" y="790557"/>
                  <a:pt x="1658649" y="760911"/>
                  <a:pt x="1680313" y="739627"/>
                </a:cubicBezTo>
                <a:lnTo>
                  <a:pt x="1705780" y="722714"/>
                </a:lnTo>
                <a:lnTo>
                  <a:pt x="1705779" y="484271"/>
                </a:lnTo>
                <a:lnTo>
                  <a:pt x="1701598" y="483455"/>
                </a:lnTo>
                <a:cubicBezTo>
                  <a:pt x="1658839" y="465782"/>
                  <a:pt x="1629764" y="424164"/>
                  <a:pt x="1629764" y="373993"/>
                </a:cubicBezTo>
                <a:lnTo>
                  <a:pt x="1634464" y="350982"/>
                </a:lnTo>
                <a:lnTo>
                  <a:pt x="1412691" y="222683"/>
                </a:lnTo>
                <a:lnTo>
                  <a:pt x="1404617" y="228046"/>
                </a:lnTo>
                <a:cubicBezTo>
                  <a:pt x="1390507" y="233937"/>
                  <a:pt x="1375113" y="237167"/>
                  <a:pt x="1359150" y="237167"/>
                </a:cubicBezTo>
                <a:cubicBezTo>
                  <a:pt x="1342427" y="237167"/>
                  <a:pt x="1326653" y="233747"/>
                  <a:pt x="1312401" y="227618"/>
                </a:cubicBezTo>
                <a:close/>
                <a:moveTo>
                  <a:pt x="441920" y="226293"/>
                </a:moveTo>
                <a:lnTo>
                  <a:pt x="231909" y="347787"/>
                </a:lnTo>
                <a:lnTo>
                  <a:pt x="237167" y="373994"/>
                </a:lnTo>
                <a:cubicBezTo>
                  <a:pt x="237167" y="424164"/>
                  <a:pt x="206381" y="465783"/>
                  <a:pt x="164050" y="483456"/>
                </a:cubicBezTo>
                <a:lnTo>
                  <a:pt x="155071" y="485258"/>
                </a:lnTo>
                <a:lnTo>
                  <a:pt x="155071" y="740239"/>
                </a:lnTo>
                <a:lnTo>
                  <a:pt x="165333" y="742335"/>
                </a:lnTo>
                <a:cubicBezTo>
                  <a:pt x="208092" y="760721"/>
                  <a:pt x="237168" y="803479"/>
                  <a:pt x="237167" y="851369"/>
                </a:cubicBezTo>
                <a:lnTo>
                  <a:pt x="234601" y="863932"/>
                </a:lnTo>
                <a:lnTo>
                  <a:pt x="440781" y="983210"/>
                </a:lnTo>
                <a:lnTo>
                  <a:pt x="474477" y="960831"/>
                </a:lnTo>
                <a:cubicBezTo>
                  <a:pt x="488587" y="954940"/>
                  <a:pt x="503980" y="951709"/>
                  <a:pt x="519943" y="951709"/>
                </a:cubicBezTo>
                <a:cubicBezTo>
                  <a:pt x="536667" y="951709"/>
                  <a:pt x="552440" y="955130"/>
                  <a:pt x="566693" y="961258"/>
                </a:cubicBezTo>
                <a:lnTo>
                  <a:pt x="601190" y="984910"/>
                </a:lnTo>
                <a:lnTo>
                  <a:pt x="705420" y="924344"/>
                </a:lnTo>
                <a:lnTo>
                  <a:pt x="785942" y="878642"/>
                </a:lnTo>
                <a:lnTo>
                  <a:pt x="811567" y="863817"/>
                </a:lnTo>
                <a:lnTo>
                  <a:pt x="805759" y="836166"/>
                </a:lnTo>
                <a:cubicBezTo>
                  <a:pt x="805759" y="785996"/>
                  <a:pt x="836545" y="744378"/>
                  <a:pt x="878876" y="726704"/>
                </a:cubicBezTo>
                <a:lnTo>
                  <a:pt x="887857" y="724902"/>
                </a:lnTo>
                <a:lnTo>
                  <a:pt x="887857" y="602041"/>
                </a:lnTo>
                <a:lnTo>
                  <a:pt x="887857" y="479177"/>
                </a:lnTo>
                <a:lnTo>
                  <a:pt x="878877" y="477375"/>
                </a:lnTo>
                <a:cubicBezTo>
                  <a:pt x="836546" y="459702"/>
                  <a:pt x="805760" y="418084"/>
                  <a:pt x="805760" y="367913"/>
                </a:cubicBezTo>
                <a:lnTo>
                  <a:pt x="810313" y="345620"/>
                </a:lnTo>
                <a:lnTo>
                  <a:pt x="607514" y="228297"/>
                </a:lnTo>
                <a:lnTo>
                  <a:pt x="572440" y="252065"/>
                </a:lnTo>
                <a:cubicBezTo>
                  <a:pt x="558268" y="258099"/>
                  <a:pt x="542678" y="261454"/>
                  <a:pt x="526305" y="261493"/>
                </a:cubicBezTo>
                <a:cubicBezTo>
                  <a:pt x="493559" y="261570"/>
                  <a:pt x="463882" y="248367"/>
                  <a:pt x="442371" y="226958"/>
                </a:cubicBezTo>
                <a:close/>
                <a:moveTo>
                  <a:pt x="525745" y="24326"/>
                </a:moveTo>
                <a:cubicBezTo>
                  <a:pt x="591236" y="24171"/>
                  <a:pt x="644453" y="77137"/>
                  <a:pt x="644609" y="142629"/>
                </a:cubicBezTo>
                <a:lnTo>
                  <a:pt x="641709" y="157167"/>
                </a:lnTo>
                <a:lnTo>
                  <a:pt x="747989" y="218924"/>
                </a:lnTo>
                <a:lnTo>
                  <a:pt x="849541" y="277934"/>
                </a:lnTo>
                <a:lnTo>
                  <a:pt x="878877" y="258452"/>
                </a:lnTo>
                <a:cubicBezTo>
                  <a:pt x="892987" y="252560"/>
                  <a:pt x="908380" y="249330"/>
                  <a:pt x="924343" y="249330"/>
                </a:cubicBezTo>
                <a:cubicBezTo>
                  <a:pt x="941066" y="249330"/>
                  <a:pt x="956840" y="252750"/>
                  <a:pt x="971093" y="258879"/>
                </a:cubicBezTo>
                <a:lnTo>
                  <a:pt x="999784" y="278550"/>
                </a:lnTo>
                <a:lnTo>
                  <a:pt x="1112862" y="212843"/>
                </a:lnTo>
                <a:lnTo>
                  <a:pt x="1244810" y="139736"/>
                </a:lnTo>
                <a:lnTo>
                  <a:pt x="1240567" y="118583"/>
                </a:lnTo>
                <a:cubicBezTo>
                  <a:pt x="1240566" y="51690"/>
                  <a:pt x="1295297" y="0"/>
                  <a:pt x="1359150" y="0"/>
                </a:cubicBezTo>
                <a:cubicBezTo>
                  <a:pt x="1426044" y="0"/>
                  <a:pt x="1477734" y="54731"/>
                  <a:pt x="1477734" y="118583"/>
                </a:cubicBezTo>
                <a:lnTo>
                  <a:pt x="1468446" y="164056"/>
                </a:lnTo>
                <a:lnTo>
                  <a:pt x="1562871" y="218924"/>
                </a:lnTo>
                <a:lnTo>
                  <a:pt x="1674171" y="283599"/>
                </a:lnTo>
                <a:lnTo>
                  <a:pt x="1702880" y="264532"/>
                </a:lnTo>
                <a:cubicBezTo>
                  <a:pt x="1716991" y="258640"/>
                  <a:pt x="1732384" y="255410"/>
                  <a:pt x="1748347" y="255410"/>
                </a:cubicBezTo>
                <a:cubicBezTo>
                  <a:pt x="1815241" y="255410"/>
                  <a:pt x="1866931" y="310141"/>
                  <a:pt x="1866931" y="373993"/>
                </a:cubicBezTo>
                <a:cubicBezTo>
                  <a:pt x="1866931" y="424164"/>
                  <a:pt x="1836145" y="465782"/>
                  <a:pt x="1793814" y="483456"/>
                </a:cubicBezTo>
                <a:lnTo>
                  <a:pt x="1787876" y="484647"/>
                </a:lnTo>
                <a:lnTo>
                  <a:pt x="1787876" y="608121"/>
                </a:lnTo>
                <a:lnTo>
                  <a:pt x="1787876" y="710390"/>
                </a:lnTo>
                <a:lnTo>
                  <a:pt x="1810299" y="714970"/>
                </a:lnTo>
                <a:cubicBezTo>
                  <a:pt x="1853058" y="733356"/>
                  <a:pt x="1882134" y="776115"/>
                  <a:pt x="1882134" y="824004"/>
                </a:cubicBezTo>
                <a:cubicBezTo>
                  <a:pt x="1882134" y="890898"/>
                  <a:pt x="1827403" y="942588"/>
                  <a:pt x="1763550" y="942588"/>
                </a:cubicBezTo>
                <a:cubicBezTo>
                  <a:pt x="1746826" y="942588"/>
                  <a:pt x="1731053" y="939357"/>
                  <a:pt x="1716800" y="933466"/>
                </a:cubicBezTo>
                <a:lnTo>
                  <a:pt x="1696290" y="919792"/>
                </a:lnTo>
                <a:lnTo>
                  <a:pt x="1562871" y="997319"/>
                </a:lnTo>
                <a:lnTo>
                  <a:pt x="1452273" y="1058596"/>
                </a:lnTo>
                <a:lnTo>
                  <a:pt x="1456449" y="1079414"/>
                </a:lnTo>
                <a:cubicBezTo>
                  <a:pt x="1456450" y="1129584"/>
                  <a:pt x="1425663" y="1171202"/>
                  <a:pt x="1383332" y="1188876"/>
                </a:cubicBezTo>
                <a:lnTo>
                  <a:pt x="1380434" y="1189457"/>
                </a:lnTo>
                <a:lnTo>
                  <a:pt x="1380434" y="1316581"/>
                </a:lnTo>
                <a:lnTo>
                  <a:pt x="1380434" y="1459744"/>
                </a:lnTo>
                <a:lnTo>
                  <a:pt x="1413121" y="1481535"/>
                </a:lnTo>
                <a:cubicBezTo>
                  <a:pt x="1434405" y="1502819"/>
                  <a:pt x="1447327" y="1532465"/>
                  <a:pt x="1447328" y="1565911"/>
                </a:cubicBezTo>
                <a:cubicBezTo>
                  <a:pt x="1447328" y="1632805"/>
                  <a:pt x="1392597" y="1684495"/>
                  <a:pt x="1328743" y="1684495"/>
                </a:cubicBezTo>
                <a:cubicBezTo>
                  <a:pt x="1312780" y="1684496"/>
                  <a:pt x="1297387" y="1681265"/>
                  <a:pt x="1283277" y="1675374"/>
                </a:cubicBezTo>
                <a:lnTo>
                  <a:pt x="1245755" y="1650453"/>
                </a:lnTo>
                <a:lnTo>
                  <a:pt x="1152389" y="1702738"/>
                </a:lnTo>
                <a:lnTo>
                  <a:pt x="1045590" y="1764797"/>
                </a:lnTo>
                <a:lnTo>
                  <a:pt x="1052050" y="1796996"/>
                </a:lnTo>
                <a:cubicBezTo>
                  <a:pt x="1052050" y="1863890"/>
                  <a:pt x="997319" y="1915580"/>
                  <a:pt x="933465" y="1915580"/>
                </a:cubicBezTo>
                <a:cubicBezTo>
                  <a:pt x="869613" y="1915580"/>
                  <a:pt x="814882" y="1860849"/>
                  <a:pt x="814882" y="1796996"/>
                </a:cubicBezTo>
                <a:lnTo>
                  <a:pt x="820094" y="1770286"/>
                </a:lnTo>
                <a:lnTo>
                  <a:pt x="705420" y="1702738"/>
                </a:lnTo>
                <a:lnTo>
                  <a:pt x="599803" y="1641366"/>
                </a:lnTo>
                <a:lnTo>
                  <a:pt x="571490" y="1660170"/>
                </a:lnTo>
                <a:cubicBezTo>
                  <a:pt x="557380" y="1666061"/>
                  <a:pt x="541987" y="1669291"/>
                  <a:pt x="526023" y="1669292"/>
                </a:cubicBezTo>
                <a:cubicBezTo>
                  <a:pt x="462171" y="1669292"/>
                  <a:pt x="407440" y="1617602"/>
                  <a:pt x="407440" y="1550707"/>
                </a:cubicBezTo>
                <a:cubicBezTo>
                  <a:pt x="407440" y="1517261"/>
                  <a:pt x="421123" y="1487615"/>
                  <a:pt x="442787" y="1466331"/>
                </a:cubicBezTo>
                <a:lnTo>
                  <a:pt x="480415" y="1441340"/>
                </a:lnTo>
                <a:lnTo>
                  <a:pt x="480415" y="1313541"/>
                </a:lnTo>
                <a:lnTo>
                  <a:pt x="480415" y="1180946"/>
                </a:lnTo>
                <a:lnTo>
                  <a:pt x="474477" y="1179755"/>
                </a:lnTo>
                <a:cubicBezTo>
                  <a:pt x="432146" y="1162081"/>
                  <a:pt x="401359" y="1120463"/>
                  <a:pt x="401359" y="1070292"/>
                </a:cubicBezTo>
                <a:lnTo>
                  <a:pt x="403715" y="1058760"/>
                </a:lnTo>
                <a:lnTo>
                  <a:pt x="297980" y="997319"/>
                </a:lnTo>
                <a:lnTo>
                  <a:pt x="197246" y="938785"/>
                </a:lnTo>
                <a:lnTo>
                  <a:pt x="164050" y="960831"/>
                </a:lnTo>
                <a:cubicBezTo>
                  <a:pt x="149940" y="966723"/>
                  <a:pt x="134547" y="969953"/>
                  <a:pt x="118583" y="969953"/>
                </a:cubicBezTo>
                <a:cubicBezTo>
                  <a:pt x="51690" y="969953"/>
                  <a:pt x="0" y="915222"/>
                  <a:pt x="0" y="851369"/>
                </a:cubicBezTo>
                <a:cubicBezTo>
                  <a:pt x="0" y="801199"/>
                  <a:pt x="29076" y="759581"/>
                  <a:pt x="71834" y="741907"/>
                </a:cubicBezTo>
                <a:lnTo>
                  <a:pt x="72975" y="741685"/>
                </a:lnTo>
                <a:lnTo>
                  <a:pt x="72975" y="608121"/>
                </a:lnTo>
                <a:lnTo>
                  <a:pt x="72975" y="483679"/>
                </a:lnTo>
                <a:lnTo>
                  <a:pt x="71834" y="483456"/>
                </a:lnTo>
                <a:cubicBezTo>
                  <a:pt x="29076" y="465783"/>
                  <a:pt x="0" y="424164"/>
                  <a:pt x="0" y="373994"/>
                </a:cubicBezTo>
                <a:cubicBezTo>
                  <a:pt x="0" y="310141"/>
                  <a:pt x="51690" y="255410"/>
                  <a:pt x="118583" y="255410"/>
                </a:cubicBezTo>
                <a:cubicBezTo>
                  <a:pt x="135307" y="255410"/>
                  <a:pt x="151080" y="258831"/>
                  <a:pt x="165333" y="264960"/>
                </a:cubicBezTo>
                <a:lnTo>
                  <a:pt x="189840" y="281762"/>
                </a:lnTo>
                <a:lnTo>
                  <a:pt x="297980" y="218924"/>
                </a:lnTo>
                <a:lnTo>
                  <a:pt x="409656" y="154031"/>
                </a:lnTo>
                <a:lnTo>
                  <a:pt x="407441" y="143189"/>
                </a:lnTo>
                <a:cubicBezTo>
                  <a:pt x="407286" y="77697"/>
                  <a:pt x="460252" y="24480"/>
                  <a:pt x="525745" y="2432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33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9" name="Freeform: Shape 139">
            <a:extLst>
              <a:ext uri="{FF2B5EF4-FFF2-40B4-BE49-F238E27FC236}">
                <a16:creationId xmlns:a16="http://schemas.microsoft.com/office/drawing/2014/main" id="{52ADA210-1481-499A-A0A4-CAC99418B3CE}"/>
              </a:ext>
            </a:extLst>
          </p:cNvPr>
          <p:cNvSpPr/>
          <p:nvPr userDrawn="1"/>
        </p:nvSpPr>
        <p:spPr>
          <a:xfrm rot="11654967" flipH="1">
            <a:off x="7657572" y="4035052"/>
            <a:ext cx="1313750" cy="1239828"/>
          </a:xfrm>
          <a:custGeom>
            <a:avLst/>
            <a:gdLst>
              <a:gd name="connsiteX0" fmla="*/ 943257 w 2013900"/>
              <a:gd name="connsiteY0" fmla="*/ 1501970 h 1900583"/>
              <a:gd name="connsiteX1" fmla="*/ 744074 w 2013900"/>
              <a:gd name="connsiteY1" fmla="*/ 1348088 h 1900583"/>
              <a:gd name="connsiteX2" fmla="*/ 748630 w 2013900"/>
              <a:gd name="connsiteY2" fmla="*/ 1338807 h 1900583"/>
              <a:gd name="connsiteX3" fmla="*/ 706808 w 2013900"/>
              <a:gd name="connsiteY3" fmla="*/ 1216890 h 1900583"/>
              <a:gd name="connsiteX4" fmla="*/ 695446 w 2013900"/>
              <a:gd name="connsiteY4" fmla="*/ 1211313 h 1900583"/>
              <a:gd name="connsiteX5" fmla="*/ 726700 w 2013900"/>
              <a:gd name="connsiteY5" fmla="*/ 978267 h 1900583"/>
              <a:gd name="connsiteX6" fmla="*/ 764518 w 2013900"/>
              <a:gd name="connsiteY6" fmla="*/ 965451 h 1900583"/>
              <a:gd name="connsiteX7" fmla="*/ 799083 w 2013900"/>
              <a:gd name="connsiteY7" fmla="*/ 935439 h 1900583"/>
              <a:gd name="connsiteX8" fmla="*/ 819837 w 2013900"/>
              <a:gd name="connsiteY8" fmla="*/ 893157 h 1900583"/>
              <a:gd name="connsiteX9" fmla="*/ 822213 w 2013900"/>
              <a:gd name="connsiteY9" fmla="*/ 851356 h 1900583"/>
              <a:gd name="connsiteX10" fmla="*/ 1043738 w 2013900"/>
              <a:gd name="connsiteY10" fmla="*/ 760675 h 1900583"/>
              <a:gd name="connsiteX11" fmla="*/ 1061832 w 2013900"/>
              <a:gd name="connsiteY11" fmla="*/ 781899 h 1900583"/>
              <a:gd name="connsiteX12" fmla="*/ 1191467 w 2013900"/>
              <a:gd name="connsiteY12" fmla="*/ 790843 h 1900583"/>
              <a:gd name="connsiteX13" fmla="*/ 1200605 w 2013900"/>
              <a:gd name="connsiteY13" fmla="*/ 782908 h 1900583"/>
              <a:gd name="connsiteX14" fmla="*/ 1391604 w 2013900"/>
              <a:gd name="connsiteY14" fmla="*/ 930468 h 1900583"/>
              <a:gd name="connsiteX15" fmla="*/ 1386234 w 2013900"/>
              <a:gd name="connsiteY15" fmla="*/ 941312 h 1900583"/>
              <a:gd name="connsiteX16" fmla="*/ 1427616 w 2013900"/>
              <a:gd name="connsiteY16" fmla="*/ 1064490 h 1900583"/>
              <a:gd name="connsiteX17" fmla="*/ 1447779 w 2013900"/>
              <a:gd name="connsiteY17" fmla="*/ 1074387 h 1900583"/>
              <a:gd name="connsiteX18" fmla="*/ 1417037 w 2013900"/>
              <a:gd name="connsiteY18" fmla="*/ 1303612 h 1900583"/>
              <a:gd name="connsiteX19" fmla="*/ 1377304 w 2013900"/>
              <a:gd name="connsiteY19" fmla="*/ 1316666 h 1900583"/>
              <a:gd name="connsiteX20" fmla="*/ 1342096 w 2013900"/>
              <a:gd name="connsiteY20" fmla="*/ 1347016 h 1900583"/>
              <a:gd name="connsiteX21" fmla="*/ 1318419 w 2013900"/>
              <a:gd name="connsiteY21" fmla="*/ 1433424 h 1900583"/>
              <a:gd name="connsiteX22" fmla="*/ 1318667 w 2013900"/>
              <a:gd name="connsiteY22" fmla="*/ 1434179 h 1900583"/>
              <a:gd name="connsiteX23" fmla="*/ 1097018 w 2013900"/>
              <a:gd name="connsiteY23" fmla="*/ 1524911 h 1900583"/>
              <a:gd name="connsiteX24" fmla="*/ 1079718 w 2013900"/>
              <a:gd name="connsiteY24" fmla="*/ 1504987 h 1900583"/>
              <a:gd name="connsiteX25" fmla="*/ 950083 w 2013900"/>
              <a:gd name="connsiteY25" fmla="*/ 1496043 h 1900583"/>
              <a:gd name="connsiteX26" fmla="*/ 75043 w 2013900"/>
              <a:gd name="connsiteY26" fmla="*/ 1597161 h 1900583"/>
              <a:gd name="connsiteX27" fmla="*/ 108134 w 2013900"/>
              <a:gd name="connsiteY27" fmla="*/ 1604721 h 1900583"/>
              <a:gd name="connsiteX28" fmla="*/ 154857 w 2013900"/>
              <a:gd name="connsiteY28" fmla="*/ 1598764 h 1900583"/>
              <a:gd name="connsiteX29" fmla="*/ 233875 w 2013900"/>
              <a:gd name="connsiteY29" fmla="*/ 1496935 h 1900583"/>
              <a:gd name="connsiteX30" fmla="*/ 231813 w 2013900"/>
              <a:gd name="connsiteY30" fmla="*/ 1480763 h 1900583"/>
              <a:gd name="connsiteX31" fmla="*/ 540598 w 2013900"/>
              <a:gd name="connsiteY31" fmla="*/ 1375577 h 1900583"/>
              <a:gd name="connsiteX32" fmla="*/ 563677 w 2013900"/>
              <a:gd name="connsiteY32" fmla="*/ 1402157 h 1900583"/>
              <a:gd name="connsiteX33" fmla="*/ 692537 w 2013900"/>
              <a:gd name="connsiteY33" fmla="*/ 1412103 h 1900583"/>
              <a:gd name="connsiteX34" fmla="*/ 693400 w 2013900"/>
              <a:gd name="connsiteY34" fmla="*/ 1411346 h 1900583"/>
              <a:gd name="connsiteX35" fmla="*/ 797736 w 2013900"/>
              <a:gd name="connsiteY35" fmla="*/ 1491953 h 1900583"/>
              <a:gd name="connsiteX36" fmla="*/ 894945 w 2013900"/>
              <a:gd name="connsiteY36" fmla="*/ 1567053 h 1900583"/>
              <a:gd name="connsiteX37" fmla="*/ 894430 w 2013900"/>
              <a:gd name="connsiteY37" fmla="*/ 1568079 h 1900583"/>
              <a:gd name="connsiteX38" fmla="*/ 936587 w 2013900"/>
              <a:gd name="connsiteY38" fmla="*/ 1690255 h 1900583"/>
              <a:gd name="connsiteX39" fmla="*/ 1100786 w 2013900"/>
              <a:gd name="connsiteY39" fmla="*/ 1669186 h 1900583"/>
              <a:gd name="connsiteX40" fmla="*/ 1121540 w 2013900"/>
              <a:gd name="connsiteY40" fmla="*/ 1626904 h 1900583"/>
              <a:gd name="connsiteX41" fmla="*/ 1123204 w 2013900"/>
              <a:gd name="connsiteY41" fmla="*/ 1597620 h 1900583"/>
              <a:gd name="connsiteX42" fmla="*/ 1237555 w 2013900"/>
              <a:gd name="connsiteY42" fmla="*/ 1551067 h 1900583"/>
              <a:gd name="connsiteX43" fmla="*/ 1355644 w 2013900"/>
              <a:gd name="connsiteY43" fmla="*/ 1502993 h 1900583"/>
              <a:gd name="connsiteX44" fmla="*/ 1362776 w 2013900"/>
              <a:gd name="connsiteY44" fmla="*/ 1511266 h 1900583"/>
              <a:gd name="connsiteX45" fmla="*/ 1491817 w 2013900"/>
              <a:gd name="connsiteY45" fmla="*/ 1520936 h 1900583"/>
              <a:gd name="connsiteX46" fmla="*/ 1499270 w 2013900"/>
              <a:gd name="connsiteY46" fmla="*/ 1514511 h 1900583"/>
              <a:gd name="connsiteX47" fmla="*/ 1790657 w 2013900"/>
              <a:gd name="connsiteY47" fmla="*/ 1739626 h 1900583"/>
              <a:gd name="connsiteX48" fmla="*/ 1783473 w 2013900"/>
              <a:gd name="connsiteY48" fmla="*/ 1754261 h 1900583"/>
              <a:gd name="connsiteX49" fmla="*/ 1825296 w 2013900"/>
              <a:gd name="connsiteY49" fmla="*/ 1876178 h 1900583"/>
              <a:gd name="connsiteX50" fmla="*/ 1867578 w 2013900"/>
              <a:gd name="connsiteY50" fmla="*/ 1896932 h 1900583"/>
              <a:gd name="connsiteX51" fmla="*/ 1989494 w 2013900"/>
              <a:gd name="connsiteY51" fmla="*/ 1855110 h 1900583"/>
              <a:gd name="connsiteX52" fmla="*/ 1968427 w 2013900"/>
              <a:gd name="connsiteY52" fmla="*/ 1690911 h 1900583"/>
              <a:gd name="connsiteX53" fmla="*/ 1838792 w 2013900"/>
              <a:gd name="connsiteY53" fmla="*/ 1681967 h 1900583"/>
              <a:gd name="connsiteX54" fmla="*/ 1838014 w 2013900"/>
              <a:gd name="connsiteY54" fmla="*/ 1682642 h 1900583"/>
              <a:gd name="connsiteX55" fmla="*/ 1544325 w 2013900"/>
              <a:gd name="connsiteY55" fmla="*/ 1455749 h 1900583"/>
              <a:gd name="connsiteX56" fmla="*/ 1547700 w 2013900"/>
              <a:gd name="connsiteY56" fmla="*/ 1448953 h 1900583"/>
              <a:gd name="connsiteX57" fmla="*/ 1506345 w 2013900"/>
              <a:gd name="connsiteY57" fmla="*/ 1326336 h 1900583"/>
              <a:gd name="connsiteX58" fmla="*/ 1493239 w 2013900"/>
              <a:gd name="connsiteY58" fmla="*/ 1319828 h 1900583"/>
              <a:gd name="connsiteX59" fmla="*/ 1509136 w 2013900"/>
              <a:gd name="connsiteY59" fmla="*/ 1199535 h 1900583"/>
              <a:gd name="connsiteX60" fmla="*/ 1524327 w 2013900"/>
              <a:gd name="connsiteY60" fmla="*/ 1084591 h 1900583"/>
              <a:gd name="connsiteX61" fmla="*/ 1557251 w 2013900"/>
              <a:gd name="connsiteY61" fmla="*/ 1073434 h 1900583"/>
              <a:gd name="connsiteX62" fmla="*/ 1591815 w 2013900"/>
              <a:gd name="connsiteY62" fmla="*/ 1043422 h 1900583"/>
              <a:gd name="connsiteX63" fmla="*/ 1570748 w 2013900"/>
              <a:gd name="connsiteY63" fmla="*/ 879222 h 1900583"/>
              <a:gd name="connsiteX64" fmla="*/ 1483503 w 2013900"/>
              <a:gd name="connsiteY64" fmla="*/ 855912 h 1900583"/>
              <a:gd name="connsiteX65" fmla="*/ 1444684 w 2013900"/>
              <a:gd name="connsiteY65" fmla="*/ 869068 h 1900583"/>
              <a:gd name="connsiteX66" fmla="*/ 1340899 w 2013900"/>
              <a:gd name="connsiteY66" fmla="*/ 788887 h 1900583"/>
              <a:gd name="connsiteX67" fmla="*/ 1246914 w 2013900"/>
              <a:gd name="connsiteY67" fmla="*/ 716278 h 1900583"/>
              <a:gd name="connsiteX68" fmla="*/ 1249341 w 2013900"/>
              <a:gd name="connsiteY68" fmla="*/ 673586 h 1900583"/>
              <a:gd name="connsiteX69" fmla="*/ 1204964 w 2013900"/>
              <a:gd name="connsiteY69" fmla="*/ 596631 h 1900583"/>
              <a:gd name="connsiteX70" fmla="*/ 1168993 w 2013900"/>
              <a:gd name="connsiteY70" fmla="*/ 578975 h 1900583"/>
              <a:gd name="connsiteX71" fmla="*/ 1168993 w 2013900"/>
              <a:gd name="connsiteY71" fmla="*/ 225315 h 1900583"/>
              <a:gd name="connsiteX72" fmla="*/ 1170003 w 2013900"/>
              <a:gd name="connsiteY72" fmla="*/ 225113 h 1900583"/>
              <a:gd name="connsiteX73" fmla="*/ 1242179 w 2013900"/>
              <a:gd name="connsiteY73" fmla="*/ 117058 h 1900583"/>
              <a:gd name="connsiteX74" fmla="*/ 1125121 w 2013900"/>
              <a:gd name="connsiteY74" fmla="*/ 1 h 1900583"/>
              <a:gd name="connsiteX75" fmla="*/ 1008063 w 2013900"/>
              <a:gd name="connsiteY75" fmla="*/ 117059 h 1900583"/>
              <a:gd name="connsiteX76" fmla="*/ 1078973 w 2013900"/>
              <a:gd name="connsiteY76" fmla="*/ 224691 h 1900583"/>
              <a:gd name="connsiteX77" fmla="*/ 1094946 w 2013900"/>
              <a:gd name="connsiteY77" fmla="*/ 227954 h 1900583"/>
              <a:gd name="connsiteX78" fmla="*/ 1094946 w 2013900"/>
              <a:gd name="connsiteY78" fmla="*/ 580718 h 1900583"/>
              <a:gd name="connsiteX79" fmla="*/ 1086671 w 2013900"/>
              <a:gd name="connsiteY79" fmla="*/ 583843 h 1900583"/>
              <a:gd name="connsiteX80" fmla="*/ 1075329 w 2013900"/>
              <a:gd name="connsiteY80" fmla="*/ 587687 h 1900583"/>
              <a:gd name="connsiteX81" fmla="*/ 1040783 w 2013900"/>
              <a:gd name="connsiteY81" fmla="*/ 617683 h 1900583"/>
              <a:gd name="connsiteX82" fmla="*/ 1040763 w 2013900"/>
              <a:gd name="connsiteY82" fmla="*/ 617700 h 1900583"/>
              <a:gd name="connsiteX83" fmla="*/ 1021723 w 2013900"/>
              <a:gd name="connsiteY83" fmla="*/ 656920 h 1900583"/>
              <a:gd name="connsiteX84" fmla="*/ 1021715 w 2013900"/>
              <a:gd name="connsiteY84" fmla="*/ 657057 h 1900583"/>
              <a:gd name="connsiteX85" fmla="*/ 1020784 w 2013900"/>
              <a:gd name="connsiteY85" fmla="*/ 658980 h 1900583"/>
              <a:gd name="connsiteX86" fmla="*/ 1019460 w 2013900"/>
              <a:gd name="connsiteY86" fmla="*/ 681579 h 1900583"/>
              <a:gd name="connsiteX87" fmla="*/ 901080 w 2013900"/>
              <a:gd name="connsiteY87" fmla="*/ 729772 h 1900583"/>
              <a:gd name="connsiteX88" fmla="*/ 783553 w 2013900"/>
              <a:gd name="connsiteY88" fmla="*/ 777618 h 1900583"/>
              <a:gd name="connsiteX89" fmla="*/ 778015 w 2013900"/>
              <a:gd name="connsiteY89" fmla="*/ 771240 h 1900583"/>
              <a:gd name="connsiteX90" fmla="*/ 613815 w 2013900"/>
              <a:gd name="connsiteY90" fmla="*/ 792308 h 1900583"/>
              <a:gd name="connsiteX91" fmla="*/ 634884 w 2013900"/>
              <a:gd name="connsiteY91" fmla="*/ 956507 h 1900583"/>
              <a:gd name="connsiteX92" fmla="*/ 645314 w 2013900"/>
              <a:gd name="connsiteY92" fmla="*/ 961627 h 1900583"/>
              <a:gd name="connsiteX93" fmla="*/ 629499 w 2013900"/>
              <a:gd name="connsiteY93" fmla="*/ 1081304 h 1900583"/>
              <a:gd name="connsiteX94" fmla="*/ 614430 w 2013900"/>
              <a:gd name="connsiteY94" fmla="*/ 1195319 h 1900583"/>
              <a:gd name="connsiteX95" fmla="*/ 577174 w 2013900"/>
              <a:gd name="connsiteY95" fmla="*/ 1207946 h 1900583"/>
              <a:gd name="connsiteX96" fmla="*/ 542608 w 2013900"/>
              <a:gd name="connsiteY96" fmla="*/ 1237958 h 1900583"/>
              <a:gd name="connsiteX97" fmla="*/ 521855 w 2013900"/>
              <a:gd name="connsiteY97" fmla="*/ 1280240 h 1900583"/>
              <a:gd name="connsiteX98" fmla="*/ 520493 w 2013900"/>
              <a:gd name="connsiteY98" fmla="*/ 1304200 h 1900583"/>
              <a:gd name="connsiteX99" fmla="*/ 205439 w 2013900"/>
              <a:gd name="connsiteY99" fmla="*/ 1411522 h 1900583"/>
              <a:gd name="connsiteX100" fmla="*/ 204922 w 2013900"/>
              <a:gd name="connsiteY100" fmla="*/ 1410631 h 1900583"/>
              <a:gd name="connsiteX101" fmla="*/ 79366 w 2013900"/>
              <a:gd name="connsiteY101" fmla="*/ 1377152 h 1900583"/>
              <a:gd name="connsiteX102" fmla="*/ 6306 w 2013900"/>
              <a:gd name="connsiteY102" fmla="*/ 1525703 h 1900583"/>
              <a:gd name="connsiteX103" fmla="*/ 75043 w 2013900"/>
              <a:gd name="connsiteY103" fmla="*/ 1597161 h 1900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2013900" h="1900583">
                <a:moveTo>
                  <a:pt x="943257" y="1501970"/>
                </a:moveTo>
                <a:lnTo>
                  <a:pt x="744074" y="1348088"/>
                </a:lnTo>
                <a:lnTo>
                  <a:pt x="748630" y="1338807"/>
                </a:lnTo>
                <a:cubicBezTo>
                  <a:pt x="760072" y="1294309"/>
                  <a:pt x="744218" y="1245791"/>
                  <a:pt x="706808" y="1216890"/>
                </a:cubicBezTo>
                <a:lnTo>
                  <a:pt x="695446" y="1211313"/>
                </a:lnTo>
                <a:lnTo>
                  <a:pt x="726700" y="978267"/>
                </a:lnTo>
                <a:lnTo>
                  <a:pt x="764518" y="965451"/>
                </a:lnTo>
                <a:cubicBezTo>
                  <a:pt x="777636" y="957984"/>
                  <a:pt x="789449" y="947909"/>
                  <a:pt x="799083" y="935439"/>
                </a:cubicBezTo>
                <a:cubicBezTo>
                  <a:pt x="809176" y="922375"/>
                  <a:pt x="816023" y="907989"/>
                  <a:pt x="819837" y="893157"/>
                </a:cubicBezTo>
                <a:lnTo>
                  <a:pt x="822213" y="851356"/>
                </a:lnTo>
                <a:lnTo>
                  <a:pt x="1043738" y="760675"/>
                </a:lnTo>
                <a:lnTo>
                  <a:pt x="1061832" y="781899"/>
                </a:lnTo>
                <a:cubicBezTo>
                  <a:pt x="1101024" y="812177"/>
                  <a:pt x="1152114" y="813244"/>
                  <a:pt x="1191467" y="790843"/>
                </a:cubicBezTo>
                <a:lnTo>
                  <a:pt x="1200605" y="782908"/>
                </a:lnTo>
                <a:lnTo>
                  <a:pt x="1391604" y="930468"/>
                </a:lnTo>
                <a:lnTo>
                  <a:pt x="1386234" y="941312"/>
                </a:lnTo>
                <a:cubicBezTo>
                  <a:pt x="1374493" y="985046"/>
                  <a:pt x="1388425" y="1034212"/>
                  <a:pt x="1427616" y="1064490"/>
                </a:cubicBezTo>
                <a:lnTo>
                  <a:pt x="1447779" y="1074387"/>
                </a:lnTo>
                <a:lnTo>
                  <a:pt x="1417037" y="1303612"/>
                </a:lnTo>
                <a:lnTo>
                  <a:pt x="1377304" y="1316666"/>
                </a:lnTo>
                <a:cubicBezTo>
                  <a:pt x="1364036" y="1324096"/>
                  <a:pt x="1352007" y="1334250"/>
                  <a:pt x="1342096" y="1347016"/>
                </a:cubicBezTo>
                <a:cubicBezTo>
                  <a:pt x="1322273" y="1372550"/>
                  <a:pt x="1314676" y="1403701"/>
                  <a:pt x="1318419" y="1433424"/>
                </a:cubicBezTo>
                <a:lnTo>
                  <a:pt x="1318667" y="1434179"/>
                </a:lnTo>
                <a:lnTo>
                  <a:pt x="1097018" y="1524911"/>
                </a:lnTo>
                <a:lnTo>
                  <a:pt x="1079718" y="1504987"/>
                </a:lnTo>
                <a:cubicBezTo>
                  <a:pt x="1040526" y="1474709"/>
                  <a:pt x="989436" y="1473641"/>
                  <a:pt x="950083" y="1496043"/>
                </a:cubicBezTo>
                <a:close/>
                <a:moveTo>
                  <a:pt x="75043" y="1597161"/>
                </a:moveTo>
                <a:cubicBezTo>
                  <a:pt x="85545" y="1601240"/>
                  <a:pt x="96683" y="1603828"/>
                  <a:pt x="108134" y="1604721"/>
                </a:cubicBezTo>
                <a:cubicBezTo>
                  <a:pt x="123403" y="1605911"/>
                  <a:pt x="139230" y="1604086"/>
                  <a:pt x="154857" y="1598764"/>
                </a:cubicBezTo>
                <a:cubicBezTo>
                  <a:pt x="199605" y="1583520"/>
                  <a:pt x="230305" y="1542741"/>
                  <a:pt x="233875" y="1496935"/>
                </a:cubicBezTo>
                <a:lnTo>
                  <a:pt x="231813" y="1480763"/>
                </a:lnTo>
                <a:lnTo>
                  <a:pt x="540598" y="1375577"/>
                </a:lnTo>
                <a:lnTo>
                  <a:pt x="563677" y="1402157"/>
                </a:lnTo>
                <a:cubicBezTo>
                  <a:pt x="602868" y="1432435"/>
                  <a:pt x="652926" y="1434839"/>
                  <a:pt x="692537" y="1412103"/>
                </a:cubicBezTo>
                <a:lnTo>
                  <a:pt x="693400" y="1411346"/>
                </a:lnTo>
                <a:lnTo>
                  <a:pt x="797736" y="1491953"/>
                </a:lnTo>
                <a:lnTo>
                  <a:pt x="894945" y="1567053"/>
                </a:lnTo>
                <a:lnTo>
                  <a:pt x="894430" y="1568079"/>
                </a:lnTo>
                <a:cubicBezTo>
                  <a:pt x="882432" y="1612147"/>
                  <a:pt x="897395" y="1659977"/>
                  <a:pt x="936587" y="1690255"/>
                </a:cubicBezTo>
                <a:cubicBezTo>
                  <a:pt x="986466" y="1728790"/>
                  <a:pt x="1060415" y="1721441"/>
                  <a:pt x="1100786" y="1669186"/>
                </a:cubicBezTo>
                <a:cubicBezTo>
                  <a:pt x="1110878" y="1656123"/>
                  <a:pt x="1117725" y="1641737"/>
                  <a:pt x="1121540" y="1626904"/>
                </a:cubicBezTo>
                <a:lnTo>
                  <a:pt x="1123204" y="1597620"/>
                </a:lnTo>
                <a:lnTo>
                  <a:pt x="1237555" y="1551067"/>
                </a:lnTo>
                <a:lnTo>
                  <a:pt x="1355644" y="1502993"/>
                </a:lnTo>
                <a:lnTo>
                  <a:pt x="1362776" y="1511266"/>
                </a:lnTo>
                <a:cubicBezTo>
                  <a:pt x="1401076" y="1541000"/>
                  <a:pt x="1452016" y="1543225"/>
                  <a:pt x="1491817" y="1520936"/>
                </a:cubicBezTo>
                <a:lnTo>
                  <a:pt x="1499270" y="1514511"/>
                </a:lnTo>
                <a:lnTo>
                  <a:pt x="1790657" y="1739626"/>
                </a:lnTo>
                <a:lnTo>
                  <a:pt x="1783473" y="1754261"/>
                </a:lnTo>
                <a:cubicBezTo>
                  <a:pt x="1772031" y="1798759"/>
                  <a:pt x="1787886" y="1847276"/>
                  <a:pt x="1825296" y="1876178"/>
                </a:cubicBezTo>
                <a:cubicBezTo>
                  <a:pt x="1838359" y="1886271"/>
                  <a:pt x="1852745" y="1893118"/>
                  <a:pt x="1867578" y="1896932"/>
                </a:cubicBezTo>
                <a:cubicBezTo>
                  <a:pt x="1912075" y="1908374"/>
                  <a:pt x="1960593" y="1892520"/>
                  <a:pt x="1989494" y="1855110"/>
                </a:cubicBezTo>
                <a:cubicBezTo>
                  <a:pt x="2029865" y="1802855"/>
                  <a:pt x="2018306" y="1729446"/>
                  <a:pt x="1968427" y="1690911"/>
                </a:cubicBezTo>
                <a:cubicBezTo>
                  <a:pt x="1929235" y="1660633"/>
                  <a:pt x="1878145" y="1659565"/>
                  <a:pt x="1838792" y="1681967"/>
                </a:cubicBezTo>
                <a:lnTo>
                  <a:pt x="1838014" y="1682642"/>
                </a:lnTo>
                <a:lnTo>
                  <a:pt x="1544325" y="1455749"/>
                </a:lnTo>
                <a:lnTo>
                  <a:pt x="1547700" y="1448953"/>
                </a:lnTo>
                <a:cubicBezTo>
                  <a:pt x="1559428" y="1404868"/>
                  <a:pt x="1544645" y="1356070"/>
                  <a:pt x="1506345" y="1326336"/>
                </a:cubicBezTo>
                <a:lnTo>
                  <a:pt x="1493239" y="1319828"/>
                </a:lnTo>
                <a:lnTo>
                  <a:pt x="1509136" y="1199535"/>
                </a:lnTo>
                <a:lnTo>
                  <a:pt x="1524327" y="1084591"/>
                </a:lnTo>
                <a:lnTo>
                  <a:pt x="1557251" y="1073434"/>
                </a:lnTo>
                <a:cubicBezTo>
                  <a:pt x="1570368" y="1065966"/>
                  <a:pt x="1582182" y="1055892"/>
                  <a:pt x="1591815" y="1043422"/>
                </a:cubicBezTo>
                <a:cubicBezTo>
                  <a:pt x="1632186" y="991167"/>
                  <a:pt x="1620627" y="917758"/>
                  <a:pt x="1570748" y="879222"/>
                </a:cubicBezTo>
                <a:cubicBezTo>
                  <a:pt x="1544620" y="859037"/>
                  <a:pt x="1513204" y="851834"/>
                  <a:pt x="1483503" y="855912"/>
                </a:cubicBezTo>
                <a:lnTo>
                  <a:pt x="1444684" y="869068"/>
                </a:lnTo>
                <a:lnTo>
                  <a:pt x="1340899" y="788887"/>
                </a:lnTo>
                <a:lnTo>
                  <a:pt x="1246914" y="716278"/>
                </a:lnTo>
                <a:lnTo>
                  <a:pt x="1249341" y="673586"/>
                </a:lnTo>
                <a:cubicBezTo>
                  <a:pt x="1245263" y="643885"/>
                  <a:pt x="1229903" y="615899"/>
                  <a:pt x="1204964" y="596631"/>
                </a:cubicBezTo>
                <a:lnTo>
                  <a:pt x="1168993" y="578975"/>
                </a:lnTo>
                <a:lnTo>
                  <a:pt x="1168993" y="225315"/>
                </a:lnTo>
                <a:lnTo>
                  <a:pt x="1170003" y="225113"/>
                </a:lnTo>
                <a:cubicBezTo>
                  <a:pt x="1211789" y="207666"/>
                  <a:pt x="1242179" y="166584"/>
                  <a:pt x="1242179" y="117058"/>
                </a:cubicBezTo>
                <a:cubicBezTo>
                  <a:pt x="1242179" y="54028"/>
                  <a:pt x="1191154" y="0"/>
                  <a:pt x="1125121" y="1"/>
                </a:cubicBezTo>
                <a:cubicBezTo>
                  <a:pt x="1062090" y="1"/>
                  <a:pt x="1008063" y="51026"/>
                  <a:pt x="1008063" y="117059"/>
                </a:cubicBezTo>
                <a:cubicBezTo>
                  <a:pt x="1008063" y="164333"/>
                  <a:pt x="1036765" y="206541"/>
                  <a:pt x="1078973" y="224691"/>
                </a:cubicBezTo>
                <a:lnTo>
                  <a:pt x="1094946" y="227954"/>
                </a:lnTo>
                <a:lnTo>
                  <a:pt x="1094946" y="580718"/>
                </a:lnTo>
                <a:lnTo>
                  <a:pt x="1086671" y="583843"/>
                </a:lnTo>
                <a:lnTo>
                  <a:pt x="1075329" y="587687"/>
                </a:lnTo>
                <a:lnTo>
                  <a:pt x="1040783" y="617683"/>
                </a:lnTo>
                <a:lnTo>
                  <a:pt x="1040763" y="617700"/>
                </a:lnTo>
                <a:cubicBezTo>
                  <a:pt x="1031588" y="629576"/>
                  <a:pt x="1025281" y="642956"/>
                  <a:pt x="1021723" y="656920"/>
                </a:cubicBezTo>
                <a:lnTo>
                  <a:pt x="1021715" y="657057"/>
                </a:lnTo>
                <a:lnTo>
                  <a:pt x="1020784" y="658980"/>
                </a:lnTo>
                <a:lnTo>
                  <a:pt x="1019460" y="681579"/>
                </a:lnTo>
                <a:lnTo>
                  <a:pt x="901080" y="729772"/>
                </a:lnTo>
                <a:lnTo>
                  <a:pt x="783553" y="777618"/>
                </a:lnTo>
                <a:lnTo>
                  <a:pt x="778015" y="771240"/>
                </a:lnTo>
                <a:cubicBezTo>
                  <a:pt x="725760" y="730869"/>
                  <a:pt x="652351" y="742428"/>
                  <a:pt x="613815" y="792308"/>
                </a:cubicBezTo>
                <a:cubicBezTo>
                  <a:pt x="575280" y="842187"/>
                  <a:pt x="582629" y="916137"/>
                  <a:pt x="634884" y="956507"/>
                </a:cubicBezTo>
                <a:lnTo>
                  <a:pt x="645314" y="961627"/>
                </a:lnTo>
                <a:lnTo>
                  <a:pt x="629499" y="1081304"/>
                </a:lnTo>
                <a:lnTo>
                  <a:pt x="614430" y="1195319"/>
                </a:lnTo>
                <a:lnTo>
                  <a:pt x="577174" y="1207946"/>
                </a:lnTo>
                <a:cubicBezTo>
                  <a:pt x="564056" y="1215413"/>
                  <a:pt x="552242" y="1225488"/>
                  <a:pt x="542608" y="1237958"/>
                </a:cubicBezTo>
                <a:cubicBezTo>
                  <a:pt x="532516" y="1251022"/>
                  <a:pt x="525669" y="1265407"/>
                  <a:pt x="521855" y="1280240"/>
                </a:cubicBezTo>
                <a:lnTo>
                  <a:pt x="520493" y="1304200"/>
                </a:lnTo>
                <a:lnTo>
                  <a:pt x="205439" y="1411522"/>
                </a:lnTo>
                <a:lnTo>
                  <a:pt x="204922" y="1410631"/>
                </a:lnTo>
                <a:cubicBezTo>
                  <a:pt x="174933" y="1376702"/>
                  <a:pt x="126246" y="1361182"/>
                  <a:pt x="79366" y="1377152"/>
                </a:cubicBezTo>
                <a:cubicBezTo>
                  <a:pt x="19701" y="1397476"/>
                  <a:pt x="-14987" y="1463197"/>
                  <a:pt x="6306" y="1525703"/>
                </a:cubicBezTo>
                <a:cubicBezTo>
                  <a:pt x="17738" y="1559264"/>
                  <a:pt x="43535" y="1584923"/>
                  <a:pt x="75043" y="159716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4332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40" name="Freeform: Shape 140">
            <a:extLst>
              <a:ext uri="{FF2B5EF4-FFF2-40B4-BE49-F238E27FC236}">
                <a16:creationId xmlns:a16="http://schemas.microsoft.com/office/drawing/2014/main" id="{F4047434-A391-4559-B3B3-EAA2BFA87140}"/>
              </a:ext>
            </a:extLst>
          </p:cNvPr>
          <p:cNvSpPr/>
          <p:nvPr userDrawn="1"/>
        </p:nvSpPr>
        <p:spPr>
          <a:xfrm rot="1022389">
            <a:off x="10763367" y="4382586"/>
            <a:ext cx="1025410" cy="838256"/>
          </a:xfrm>
          <a:custGeom>
            <a:avLst/>
            <a:gdLst>
              <a:gd name="connsiteX0" fmla="*/ 618123 w 1077492"/>
              <a:gd name="connsiteY0" fmla="*/ 5091 h 880832"/>
              <a:gd name="connsiteX1" fmla="*/ 649515 w 1077492"/>
              <a:gd name="connsiteY1" fmla="*/ 48 h 880832"/>
              <a:gd name="connsiteX2" fmla="*/ 706766 w 1077492"/>
              <a:gd name="connsiteY2" fmla="*/ 25655 h 880832"/>
              <a:gd name="connsiteX3" fmla="*/ 703831 w 1077492"/>
              <a:gd name="connsiteY3" fmla="*/ 142493 h 880832"/>
              <a:gd name="connsiteX4" fmla="*/ 665641 w 1077492"/>
              <a:gd name="connsiteY4" fmla="*/ 157025 h 880832"/>
              <a:gd name="connsiteX5" fmla="*/ 665641 w 1077492"/>
              <a:gd name="connsiteY5" fmla="*/ 352605 h 880832"/>
              <a:gd name="connsiteX6" fmla="*/ 684786 w 1077492"/>
              <a:gd name="connsiteY6" fmla="*/ 356972 h 880832"/>
              <a:gd name="connsiteX7" fmla="*/ 718689 w 1077492"/>
              <a:gd name="connsiteY7" fmla="*/ 380793 h 880832"/>
              <a:gd name="connsiteX8" fmla="*/ 738749 w 1077492"/>
              <a:gd name="connsiteY8" fmla="*/ 496690 h 880832"/>
              <a:gd name="connsiteX9" fmla="*/ 735230 w 1077492"/>
              <a:gd name="connsiteY9" fmla="*/ 501698 h 880832"/>
              <a:gd name="connsiteX10" fmla="*/ 845060 w 1077492"/>
              <a:gd name="connsiteY10" fmla="*/ 617186 h 880832"/>
              <a:gd name="connsiteX11" fmla="*/ 879258 w 1077492"/>
              <a:gd name="connsiteY11" fmla="*/ 595803 h 880832"/>
              <a:gd name="connsiteX12" fmla="*/ 1037048 w 1077492"/>
              <a:gd name="connsiteY12" fmla="*/ 632408 h 880832"/>
              <a:gd name="connsiteX13" fmla="*/ 1031825 w 1077492"/>
              <a:gd name="connsiteY13" fmla="*/ 840388 h 880832"/>
              <a:gd name="connsiteX14" fmla="*/ 823846 w 1077492"/>
              <a:gd name="connsiteY14" fmla="*/ 835165 h 880832"/>
              <a:gd name="connsiteX15" fmla="*/ 795994 w 1077492"/>
              <a:gd name="connsiteY15" fmla="*/ 674255 h 880832"/>
              <a:gd name="connsiteX16" fmla="*/ 803191 w 1077492"/>
              <a:gd name="connsiteY16" fmla="*/ 664013 h 880832"/>
              <a:gd name="connsiteX17" fmla="*/ 690708 w 1077492"/>
              <a:gd name="connsiteY17" fmla="*/ 545736 h 880832"/>
              <a:gd name="connsiteX18" fmla="*/ 678778 w 1077492"/>
              <a:gd name="connsiteY18" fmla="*/ 553196 h 880832"/>
              <a:gd name="connsiteX19" fmla="*/ 565128 w 1077492"/>
              <a:gd name="connsiteY19" fmla="*/ 526831 h 880832"/>
              <a:gd name="connsiteX20" fmla="*/ 562479 w 1077492"/>
              <a:gd name="connsiteY20" fmla="*/ 522594 h 880832"/>
              <a:gd name="connsiteX21" fmla="*/ 207664 w 1077492"/>
              <a:gd name="connsiteY21" fmla="*/ 608151 h 880832"/>
              <a:gd name="connsiteX22" fmla="*/ 203307 w 1077492"/>
              <a:gd name="connsiteY22" fmla="*/ 628640 h 880832"/>
              <a:gd name="connsiteX23" fmla="*/ 178918 w 1077492"/>
              <a:gd name="connsiteY23" fmla="*/ 663609 h 880832"/>
              <a:gd name="connsiteX24" fmla="*/ 29119 w 1077492"/>
              <a:gd name="connsiteY24" fmla="*/ 659847 h 880832"/>
              <a:gd name="connsiteX25" fmla="*/ 32881 w 1077492"/>
              <a:gd name="connsiteY25" fmla="*/ 510048 h 880832"/>
              <a:gd name="connsiteX26" fmla="*/ 67936 w 1077492"/>
              <a:gd name="connsiteY26" fmla="*/ 487958 h 880832"/>
              <a:gd name="connsiteX27" fmla="*/ 182679 w 1077492"/>
              <a:gd name="connsiteY27" fmla="*/ 513810 h 880832"/>
              <a:gd name="connsiteX28" fmla="*/ 199867 w 1077492"/>
              <a:gd name="connsiteY28" fmla="*/ 541086 h 880832"/>
              <a:gd name="connsiteX29" fmla="*/ 537541 w 1077492"/>
              <a:gd name="connsiteY29" fmla="*/ 459661 h 880832"/>
              <a:gd name="connsiteX30" fmla="*/ 536059 w 1077492"/>
              <a:gd name="connsiteY30" fmla="*/ 450434 h 880832"/>
              <a:gd name="connsiteX31" fmla="*/ 568890 w 1077492"/>
              <a:gd name="connsiteY31" fmla="*/ 377032 h 880832"/>
              <a:gd name="connsiteX32" fmla="*/ 605039 w 1077492"/>
              <a:gd name="connsiteY32" fmla="*/ 354429 h 880832"/>
              <a:gd name="connsiteX33" fmla="*/ 624516 w 1077492"/>
              <a:gd name="connsiteY33" fmla="*/ 351300 h 880832"/>
              <a:gd name="connsiteX34" fmla="*/ 624516 w 1077492"/>
              <a:gd name="connsiteY34" fmla="*/ 160667 h 880832"/>
              <a:gd name="connsiteX35" fmla="*/ 613436 w 1077492"/>
              <a:gd name="connsiteY35" fmla="*/ 158139 h 880832"/>
              <a:gd name="connsiteX36" fmla="*/ 586993 w 1077492"/>
              <a:gd name="connsiteY36" fmla="*/ 139559 h 880832"/>
              <a:gd name="connsiteX37" fmla="*/ 589927 w 1077492"/>
              <a:gd name="connsiteY37" fmla="*/ 22721 h 880832"/>
              <a:gd name="connsiteX38" fmla="*/ 618123 w 1077492"/>
              <a:gd name="connsiteY38" fmla="*/ 5091 h 88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077492" h="880832">
                <a:moveTo>
                  <a:pt x="618123" y="5091"/>
                </a:moveTo>
                <a:cubicBezTo>
                  <a:pt x="628264" y="1341"/>
                  <a:pt x="638938" y="-311"/>
                  <a:pt x="649515" y="48"/>
                </a:cubicBezTo>
                <a:cubicBezTo>
                  <a:pt x="670668" y="767"/>
                  <a:pt x="691432" y="9532"/>
                  <a:pt x="706766" y="25655"/>
                </a:cubicBezTo>
                <a:cubicBezTo>
                  <a:pt x="738893" y="59437"/>
                  <a:pt x="736078" y="111827"/>
                  <a:pt x="703831" y="142493"/>
                </a:cubicBezTo>
                <a:lnTo>
                  <a:pt x="665641" y="157025"/>
                </a:lnTo>
                <a:lnTo>
                  <a:pt x="665641" y="352605"/>
                </a:lnTo>
                <a:lnTo>
                  <a:pt x="684786" y="356972"/>
                </a:lnTo>
                <a:cubicBezTo>
                  <a:pt x="697289" y="362480"/>
                  <a:pt x="708859" y="370458"/>
                  <a:pt x="718689" y="380793"/>
                </a:cubicBezTo>
                <a:cubicBezTo>
                  <a:pt x="749581" y="413278"/>
                  <a:pt x="755275" y="459181"/>
                  <a:pt x="738749" y="496690"/>
                </a:cubicBezTo>
                <a:lnTo>
                  <a:pt x="735230" y="501698"/>
                </a:lnTo>
                <a:lnTo>
                  <a:pt x="845060" y="617186"/>
                </a:lnTo>
                <a:lnTo>
                  <a:pt x="879258" y="595803"/>
                </a:lnTo>
                <a:cubicBezTo>
                  <a:pt x="933414" y="575777"/>
                  <a:pt x="996107" y="589357"/>
                  <a:pt x="1037048" y="632408"/>
                </a:cubicBezTo>
                <a:cubicBezTo>
                  <a:pt x="1094236" y="692542"/>
                  <a:pt x="1089226" y="785799"/>
                  <a:pt x="1031825" y="840388"/>
                </a:cubicBezTo>
                <a:cubicBezTo>
                  <a:pt x="971691" y="897576"/>
                  <a:pt x="878434" y="892566"/>
                  <a:pt x="823846" y="835165"/>
                </a:cubicBezTo>
                <a:cubicBezTo>
                  <a:pt x="780955" y="790064"/>
                  <a:pt x="773050" y="726332"/>
                  <a:pt x="795994" y="674255"/>
                </a:cubicBezTo>
                <a:lnTo>
                  <a:pt x="803191" y="664013"/>
                </a:lnTo>
                <a:lnTo>
                  <a:pt x="690708" y="545736"/>
                </a:lnTo>
                <a:lnTo>
                  <a:pt x="678778" y="553196"/>
                </a:lnTo>
                <a:cubicBezTo>
                  <a:pt x="639771" y="567620"/>
                  <a:pt x="594617" y="557839"/>
                  <a:pt x="565128" y="526831"/>
                </a:cubicBezTo>
                <a:lnTo>
                  <a:pt x="562479" y="522594"/>
                </a:lnTo>
                <a:lnTo>
                  <a:pt x="207664" y="608151"/>
                </a:lnTo>
                <a:lnTo>
                  <a:pt x="203307" y="628640"/>
                </a:lnTo>
                <a:cubicBezTo>
                  <a:pt x="197853" y="641384"/>
                  <a:pt x="189746" y="653311"/>
                  <a:pt x="178918" y="663609"/>
                </a:cubicBezTo>
                <a:cubicBezTo>
                  <a:pt x="137575" y="702927"/>
                  <a:pt x="70309" y="703160"/>
                  <a:pt x="29119" y="659847"/>
                </a:cubicBezTo>
                <a:cubicBezTo>
                  <a:pt x="-10199" y="618504"/>
                  <a:pt x="-10431" y="551239"/>
                  <a:pt x="32881" y="510048"/>
                </a:cubicBezTo>
                <a:cubicBezTo>
                  <a:pt x="43217" y="500219"/>
                  <a:pt x="55173" y="492832"/>
                  <a:pt x="67936" y="487958"/>
                </a:cubicBezTo>
                <a:cubicBezTo>
                  <a:pt x="106227" y="473336"/>
                  <a:pt x="151787" y="481326"/>
                  <a:pt x="182679" y="513810"/>
                </a:cubicBezTo>
                <a:lnTo>
                  <a:pt x="199867" y="541086"/>
                </a:lnTo>
                <a:lnTo>
                  <a:pt x="537541" y="459661"/>
                </a:lnTo>
                <a:lnTo>
                  <a:pt x="536059" y="450434"/>
                </a:lnTo>
                <a:cubicBezTo>
                  <a:pt x="536980" y="423313"/>
                  <a:pt x="548218" y="396691"/>
                  <a:pt x="568890" y="377032"/>
                </a:cubicBezTo>
                <a:cubicBezTo>
                  <a:pt x="579718" y="366735"/>
                  <a:pt x="592037" y="359237"/>
                  <a:pt x="605039" y="354429"/>
                </a:cubicBezTo>
                <a:lnTo>
                  <a:pt x="624516" y="351300"/>
                </a:lnTo>
                <a:lnTo>
                  <a:pt x="624516" y="160667"/>
                </a:lnTo>
                <a:lnTo>
                  <a:pt x="613436" y="158139"/>
                </a:lnTo>
                <a:cubicBezTo>
                  <a:pt x="603685" y="153843"/>
                  <a:pt x="594660" y="147621"/>
                  <a:pt x="586993" y="139559"/>
                </a:cubicBezTo>
                <a:cubicBezTo>
                  <a:pt x="554867" y="105778"/>
                  <a:pt x="557681" y="53388"/>
                  <a:pt x="589927" y="22721"/>
                </a:cubicBezTo>
                <a:cubicBezTo>
                  <a:pt x="598373" y="14690"/>
                  <a:pt x="607982" y="8842"/>
                  <a:pt x="618123" y="5091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1" name="Group 212">
            <a:extLst>
              <a:ext uri="{FF2B5EF4-FFF2-40B4-BE49-F238E27FC236}">
                <a16:creationId xmlns:a16="http://schemas.microsoft.com/office/drawing/2014/main" id="{0A4DA7A5-BE9C-4D16-8F3D-49C61AF1D01F}"/>
              </a:ext>
            </a:extLst>
          </p:cNvPr>
          <p:cNvGrpSpPr/>
          <p:nvPr userDrawn="1"/>
        </p:nvGrpSpPr>
        <p:grpSpPr>
          <a:xfrm>
            <a:off x="501570" y="2062075"/>
            <a:ext cx="1891725" cy="1331151"/>
            <a:chOff x="579703" y="1481608"/>
            <a:chExt cx="2452930" cy="1726055"/>
          </a:xfrm>
        </p:grpSpPr>
        <p:grpSp>
          <p:nvGrpSpPr>
            <p:cNvPr id="142" name="그룹 26">
              <a:extLst>
                <a:ext uri="{FF2B5EF4-FFF2-40B4-BE49-F238E27FC236}">
                  <a16:creationId xmlns:a16="http://schemas.microsoft.com/office/drawing/2014/main" id="{82FAEADB-08EA-4262-943B-304E3A9FDEF8}"/>
                </a:ext>
              </a:extLst>
            </p:cNvPr>
            <p:cNvGrpSpPr/>
            <p:nvPr/>
          </p:nvGrpSpPr>
          <p:grpSpPr>
            <a:xfrm>
              <a:off x="1886687" y="1481608"/>
              <a:ext cx="1145946" cy="1726055"/>
              <a:chOff x="6150565" y="3254095"/>
              <a:chExt cx="979312" cy="1475068"/>
            </a:xfrm>
          </p:grpSpPr>
          <p:sp>
            <p:nvSpPr>
              <p:cNvPr id="149" name="자유형: 도형 5">
                <a:extLst>
                  <a:ext uri="{FF2B5EF4-FFF2-40B4-BE49-F238E27FC236}">
                    <a16:creationId xmlns:a16="http://schemas.microsoft.com/office/drawing/2014/main" id="{44C346CC-4453-473D-B764-96FB30579257}"/>
                  </a:ext>
                </a:extLst>
              </p:cNvPr>
              <p:cNvSpPr/>
              <p:nvPr/>
            </p:nvSpPr>
            <p:spPr>
              <a:xfrm>
                <a:off x="6154072" y="3254095"/>
                <a:ext cx="734589" cy="517434"/>
              </a:xfrm>
              <a:custGeom>
                <a:avLst/>
                <a:gdLst>
                  <a:gd name="connsiteX0" fmla="*/ 182319 w 931229"/>
                  <a:gd name="connsiteY0" fmla="*/ 476834 h 617079"/>
                  <a:gd name="connsiteX1" fmla="*/ 423541 w 931229"/>
                  <a:gd name="connsiteY1" fmla="*/ 339394 h 617079"/>
                  <a:gd name="connsiteX2" fmla="*/ 516103 w 931229"/>
                  <a:gd name="connsiteY2" fmla="*/ 617079 h 617079"/>
                  <a:gd name="connsiteX3" fmla="*/ 0 w 931229"/>
                  <a:gd name="connsiteY3" fmla="*/ 448785 h 617079"/>
                  <a:gd name="connsiteX4" fmla="*/ 274881 w 931229"/>
                  <a:gd name="connsiteY4" fmla="*/ 0 h 617079"/>
                  <a:gd name="connsiteX5" fmla="*/ 504883 w 931229"/>
                  <a:gd name="connsiteY5" fmla="*/ 235612 h 617079"/>
                  <a:gd name="connsiteX6" fmla="*/ 765740 w 931229"/>
                  <a:gd name="connsiteY6" fmla="*/ 159879 h 617079"/>
                  <a:gd name="connsiteX7" fmla="*/ 931229 w 931229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68"/>
                  <a:gd name="connsiteY0" fmla="*/ 476834 h 617079"/>
                  <a:gd name="connsiteX1" fmla="*/ 423541 w 931968"/>
                  <a:gd name="connsiteY1" fmla="*/ 339394 h 617079"/>
                  <a:gd name="connsiteX2" fmla="*/ 516103 w 931968"/>
                  <a:gd name="connsiteY2" fmla="*/ 617079 h 617079"/>
                  <a:gd name="connsiteX3" fmla="*/ 0 w 931968"/>
                  <a:gd name="connsiteY3" fmla="*/ 448785 h 617079"/>
                  <a:gd name="connsiteX4" fmla="*/ 274881 w 931968"/>
                  <a:gd name="connsiteY4" fmla="*/ 0 h 617079"/>
                  <a:gd name="connsiteX5" fmla="*/ 504883 w 931968"/>
                  <a:gd name="connsiteY5" fmla="*/ 235612 h 617079"/>
                  <a:gd name="connsiteX6" fmla="*/ 765740 w 931968"/>
                  <a:gd name="connsiteY6" fmla="*/ 159879 h 617079"/>
                  <a:gd name="connsiteX7" fmla="*/ 931229 w 93196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4161"/>
                  <a:gd name="connsiteY0" fmla="*/ 476834 h 617079"/>
                  <a:gd name="connsiteX1" fmla="*/ 423541 w 934161"/>
                  <a:gd name="connsiteY1" fmla="*/ 339394 h 617079"/>
                  <a:gd name="connsiteX2" fmla="*/ 516103 w 934161"/>
                  <a:gd name="connsiteY2" fmla="*/ 617079 h 617079"/>
                  <a:gd name="connsiteX3" fmla="*/ 0 w 934161"/>
                  <a:gd name="connsiteY3" fmla="*/ 448785 h 617079"/>
                  <a:gd name="connsiteX4" fmla="*/ 274881 w 934161"/>
                  <a:gd name="connsiteY4" fmla="*/ 0 h 617079"/>
                  <a:gd name="connsiteX5" fmla="*/ 477341 w 934161"/>
                  <a:gd name="connsiteY5" fmla="*/ 243874 h 617079"/>
                  <a:gd name="connsiteX6" fmla="*/ 787773 w 934161"/>
                  <a:gd name="connsiteY6" fmla="*/ 162633 h 617079"/>
                  <a:gd name="connsiteX7" fmla="*/ 931229 w 934161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5016"/>
                  <a:gd name="connsiteY0" fmla="*/ 476834 h 617079"/>
                  <a:gd name="connsiteX1" fmla="*/ 423541 w 935016"/>
                  <a:gd name="connsiteY1" fmla="*/ 339394 h 617079"/>
                  <a:gd name="connsiteX2" fmla="*/ 516103 w 935016"/>
                  <a:gd name="connsiteY2" fmla="*/ 617079 h 617079"/>
                  <a:gd name="connsiteX3" fmla="*/ 0 w 935016"/>
                  <a:gd name="connsiteY3" fmla="*/ 448785 h 617079"/>
                  <a:gd name="connsiteX4" fmla="*/ 274881 w 935016"/>
                  <a:gd name="connsiteY4" fmla="*/ 0 h 617079"/>
                  <a:gd name="connsiteX5" fmla="*/ 477341 w 935016"/>
                  <a:gd name="connsiteY5" fmla="*/ 243874 h 617079"/>
                  <a:gd name="connsiteX6" fmla="*/ 782265 w 935016"/>
                  <a:gd name="connsiteY6" fmla="*/ 143353 h 617079"/>
                  <a:gd name="connsiteX7" fmla="*/ 931229 w 935016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77341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60286 w 910740"/>
                  <a:gd name="connsiteY0" fmla="*/ 478537 h 618782"/>
                  <a:gd name="connsiteX1" fmla="*/ 401508 w 910740"/>
                  <a:gd name="connsiteY1" fmla="*/ 341097 h 618782"/>
                  <a:gd name="connsiteX2" fmla="*/ 494070 w 910740"/>
                  <a:gd name="connsiteY2" fmla="*/ 618782 h 618782"/>
                  <a:gd name="connsiteX3" fmla="*/ 0 w 910740"/>
                  <a:gd name="connsiteY3" fmla="*/ 450488 h 618782"/>
                  <a:gd name="connsiteX4" fmla="*/ 217043 w 910740"/>
                  <a:gd name="connsiteY4" fmla="*/ 1703 h 618782"/>
                  <a:gd name="connsiteX5" fmla="*/ 469079 w 910740"/>
                  <a:gd name="connsiteY5" fmla="*/ 245577 h 618782"/>
                  <a:gd name="connsiteX6" fmla="*/ 760232 w 910740"/>
                  <a:gd name="connsiteY6" fmla="*/ 145056 h 618782"/>
                  <a:gd name="connsiteX7" fmla="*/ 909196 w 910740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07765"/>
                  <a:gd name="connsiteX1" fmla="*/ 446317 w 955549"/>
                  <a:gd name="connsiteY1" fmla="*/ 341097 h 607765"/>
                  <a:gd name="connsiteX2" fmla="*/ 527862 w 955549"/>
                  <a:gd name="connsiteY2" fmla="*/ 607765 h 607765"/>
                  <a:gd name="connsiteX3" fmla="*/ 44809 w 955549"/>
                  <a:gd name="connsiteY3" fmla="*/ 450488 h 607765"/>
                  <a:gd name="connsiteX4" fmla="*/ 261852 w 955549"/>
                  <a:gd name="connsiteY4" fmla="*/ 1703 h 607765"/>
                  <a:gd name="connsiteX5" fmla="*/ 513888 w 955549"/>
                  <a:gd name="connsiteY5" fmla="*/ 245577 h 607765"/>
                  <a:gd name="connsiteX6" fmla="*/ 805041 w 955549"/>
                  <a:gd name="connsiteY6" fmla="*/ 145056 h 607765"/>
                  <a:gd name="connsiteX7" fmla="*/ 954005 w 955549"/>
                  <a:gd name="connsiteY7" fmla="*/ 405609 h 60776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8696 w 962625"/>
                  <a:gd name="connsiteY0" fmla="*/ 500570 h 673975"/>
                  <a:gd name="connsiteX1" fmla="*/ 403816 w 962625"/>
                  <a:gd name="connsiteY1" fmla="*/ 327327 h 673975"/>
                  <a:gd name="connsiteX2" fmla="*/ 485362 w 962625"/>
                  <a:gd name="connsiteY2" fmla="*/ 610520 h 673975"/>
                  <a:gd name="connsiteX3" fmla="*/ 43623 w 962625"/>
                  <a:gd name="connsiteY3" fmla="*/ 480784 h 673975"/>
                  <a:gd name="connsiteX4" fmla="*/ 268928 w 962625"/>
                  <a:gd name="connsiteY4" fmla="*/ 1703 h 673975"/>
                  <a:gd name="connsiteX5" fmla="*/ 520964 w 962625"/>
                  <a:gd name="connsiteY5" fmla="*/ 245577 h 673975"/>
                  <a:gd name="connsiteX6" fmla="*/ 812117 w 962625"/>
                  <a:gd name="connsiteY6" fmla="*/ 145056 h 673975"/>
                  <a:gd name="connsiteX7" fmla="*/ 961081 w 962625"/>
                  <a:gd name="connsiteY7" fmla="*/ 405609 h 673975"/>
                  <a:gd name="connsiteX0" fmla="*/ 238218 w 972147"/>
                  <a:gd name="connsiteY0" fmla="*/ 500570 h 681004"/>
                  <a:gd name="connsiteX1" fmla="*/ 413338 w 972147"/>
                  <a:gd name="connsiteY1" fmla="*/ 327327 h 681004"/>
                  <a:gd name="connsiteX2" fmla="*/ 494884 w 972147"/>
                  <a:gd name="connsiteY2" fmla="*/ 610520 h 681004"/>
                  <a:gd name="connsiteX3" fmla="*/ 42128 w 972147"/>
                  <a:gd name="connsiteY3" fmla="*/ 505572 h 681004"/>
                  <a:gd name="connsiteX4" fmla="*/ 278450 w 972147"/>
                  <a:gd name="connsiteY4" fmla="*/ 1703 h 681004"/>
                  <a:gd name="connsiteX5" fmla="*/ 530486 w 972147"/>
                  <a:gd name="connsiteY5" fmla="*/ 245577 h 681004"/>
                  <a:gd name="connsiteX6" fmla="*/ 821639 w 972147"/>
                  <a:gd name="connsiteY6" fmla="*/ 145056 h 681004"/>
                  <a:gd name="connsiteX7" fmla="*/ 970603 w 972147"/>
                  <a:gd name="connsiteY7" fmla="*/ 405609 h 681004"/>
                  <a:gd name="connsiteX0" fmla="*/ 238218 w 972147"/>
                  <a:gd name="connsiteY0" fmla="*/ 500570 h 684851"/>
                  <a:gd name="connsiteX1" fmla="*/ 413338 w 972147"/>
                  <a:gd name="connsiteY1" fmla="*/ 327327 h 684851"/>
                  <a:gd name="connsiteX2" fmla="*/ 483867 w 972147"/>
                  <a:gd name="connsiteY2" fmla="*/ 616028 h 684851"/>
                  <a:gd name="connsiteX3" fmla="*/ 42128 w 972147"/>
                  <a:gd name="connsiteY3" fmla="*/ 505572 h 684851"/>
                  <a:gd name="connsiteX4" fmla="*/ 278450 w 972147"/>
                  <a:gd name="connsiteY4" fmla="*/ 1703 h 684851"/>
                  <a:gd name="connsiteX5" fmla="*/ 530486 w 972147"/>
                  <a:gd name="connsiteY5" fmla="*/ 245577 h 684851"/>
                  <a:gd name="connsiteX6" fmla="*/ 821639 w 972147"/>
                  <a:gd name="connsiteY6" fmla="*/ 145056 h 684851"/>
                  <a:gd name="connsiteX7" fmla="*/ 970603 w 972147"/>
                  <a:gd name="connsiteY7" fmla="*/ 405609 h 684851"/>
                  <a:gd name="connsiteX0" fmla="*/ 238218 w 972147"/>
                  <a:gd name="connsiteY0" fmla="*/ 500570 h 678763"/>
                  <a:gd name="connsiteX1" fmla="*/ 413338 w 972147"/>
                  <a:gd name="connsiteY1" fmla="*/ 327327 h 678763"/>
                  <a:gd name="connsiteX2" fmla="*/ 483867 w 972147"/>
                  <a:gd name="connsiteY2" fmla="*/ 616028 h 678763"/>
                  <a:gd name="connsiteX3" fmla="*/ 42128 w 972147"/>
                  <a:gd name="connsiteY3" fmla="*/ 505572 h 678763"/>
                  <a:gd name="connsiteX4" fmla="*/ 278450 w 972147"/>
                  <a:gd name="connsiteY4" fmla="*/ 1703 h 678763"/>
                  <a:gd name="connsiteX5" fmla="*/ 530486 w 972147"/>
                  <a:gd name="connsiteY5" fmla="*/ 245577 h 678763"/>
                  <a:gd name="connsiteX6" fmla="*/ 821639 w 972147"/>
                  <a:gd name="connsiteY6" fmla="*/ 145056 h 678763"/>
                  <a:gd name="connsiteX7" fmla="*/ 970603 w 972147"/>
                  <a:gd name="connsiteY7" fmla="*/ 405609 h 67876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2590 h 680783"/>
                  <a:gd name="connsiteX1" fmla="*/ 413338 w 972147"/>
                  <a:gd name="connsiteY1" fmla="*/ 329347 h 680783"/>
                  <a:gd name="connsiteX2" fmla="*/ 483867 w 972147"/>
                  <a:gd name="connsiteY2" fmla="*/ 618048 h 680783"/>
                  <a:gd name="connsiteX3" fmla="*/ 42128 w 972147"/>
                  <a:gd name="connsiteY3" fmla="*/ 507592 h 680783"/>
                  <a:gd name="connsiteX4" fmla="*/ 278450 w 972147"/>
                  <a:gd name="connsiteY4" fmla="*/ 3723 h 680783"/>
                  <a:gd name="connsiteX5" fmla="*/ 535994 w 972147"/>
                  <a:gd name="connsiteY5" fmla="*/ 211792 h 680783"/>
                  <a:gd name="connsiteX6" fmla="*/ 821639 w 972147"/>
                  <a:gd name="connsiteY6" fmla="*/ 147076 h 680783"/>
                  <a:gd name="connsiteX7" fmla="*/ 970603 w 972147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58028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6290 h 684483"/>
                  <a:gd name="connsiteX1" fmla="*/ 413338 w 973301"/>
                  <a:gd name="connsiteY1" fmla="*/ 333047 h 684483"/>
                  <a:gd name="connsiteX2" fmla="*/ 483867 w 973301"/>
                  <a:gd name="connsiteY2" fmla="*/ 621748 h 684483"/>
                  <a:gd name="connsiteX3" fmla="*/ 42128 w 973301"/>
                  <a:gd name="connsiteY3" fmla="*/ 511292 h 684483"/>
                  <a:gd name="connsiteX4" fmla="*/ 278450 w 973301"/>
                  <a:gd name="connsiteY4" fmla="*/ 7423 h 684483"/>
                  <a:gd name="connsiteX5" fmla="*/ 549765 w 973301"/>
                  <a:gd name="connsiteY5" fmla="*/ 190704 h 684483"/>
                  <a:gd name="connsiteX6" fmla="*/ 857444 w 973301"/>
                  <a:gd name="connsiteY6" fmla="*/ 148022 h 684483"/>
                  <a:gd name="connsiteX7" fmla="*/ 970603 w 973301"/>
                  <a:gd name="connsiteY7" fmla="*/ 411329 h 684483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1535 h 679728"/>
                  <a:gd name="connsiteX1" fmla="*/ 413338 w 973301"/>
                  <a:gd name="connsiteY1" fmla="*/ 328292 h 679728"/>
                  <a:gd name="connsiteX2" fmla="*/ 483867 w 973301"/>
                  <a:gd name="connsiteY2" fmla="*/ 616993 h 679728"/>
                  <a:gd name="connsiteX3" fmla="*/ 42128 w 973301"/>
                  <a:gd name="connsiteY3" fmla="*/ 506537 h 679728"/>
                  <a:gd name="connsiteX4" fmla="*/ 278450 w 973301"/>
                  <a:gd name="connsiteY4" fmla="*/ 2668 h 679728"/>
                  <a:gd name="connsiteX5" fmla="*/ 549765 w 973301"/>
                  <a:gd name="connsiteY5" fmla="*/ 185949 h 679728"/>
                  <a:gd name="connsiteX6" fmla="*/ 857444 w 973301"/>
                  <a:gd name="connsiteY6" fmla="*/ 143267 h 679728"/>
                  <a:gd name="connsiteX7" fmla="*/ 970603 w 973301"/>
                  <a:gd name="connsiteY7" fmla="*/ 406574 h 679728"/>
                  <a:gd name="connsiteX0" fmla="*/ 239713 w 974796"/>
                  <a:gd name="connsiteY0" fmla="*/ 509581 h 687774"/>
                  <a:gd name="connsiteX1" fmla="*/ 414833 w 974796"/>
                  <a:gd name="connsiteY1" fmla="*/ 336338 h 687774"/>
                  <a:gd name="connsiteX2" fmla="*/ 485362 w 974796"/>
                  <a:gd name="connsiteY2" fmla="*/ 625039 h 687774"/>
                  <a:gd name="connsiteX3" fmla="*/ 43623 w 974796"/>
                  <a:gd name="connsiteY3" fmla="*/ 514583 h 687774"/>
                  <a:gd name="connsiteX4" fmla="*/ 268928 w 974796"/>
                  <a:gd name="connsiteY4" fmla="*/ 2452 h 687774"/>
                  <a:gd name="connsiteX5" fmla="*/ 551260 w 974796"/>
                  <a:gd name="connsiteY5" fmla="*/ 193995 h 687774"/>
                  <a:gd name="connsiteX6" fmla="*/ 858939 w 974796"/>
                  <a:gd name="connsiteY6" fmla="*/ 151313 h 687774"/>
                  <a:gd name="connsiteX7" fmla="*/ 972098 w 974796"/>
                  <a:gd name="connsiteY7" fmla="*/ 414620 h 687774"/>
                  <a:gd name="connsiteX0" fmla="*/ 239713 w 974796"/>
                  <a:gd name="connsiteY0" fmla="*/ 508440 h 686633"/>
                  <a:gd name="connsiteX1" fmla="*/ 414833 w 974796"/>
                  <a:gd name="connsiteY1" fmla="*/ 335197 h 686633"/>
                  <a:gd name="connsiteX2" fmla="*/ 485362 w 974796"/>
                  <a:gd name="connsiteY2" fmla="*/ 623898 h 686633"/>
                  <a:gd name="connsiteX3" fmla="*/ 43623 w 974796"/>
                  <a:gd name="connsiteY3" fmla="*/ 513442 h 686633"/>
                  <a:gd name="connsiteX4" fmla="*/ 268928 w 974796"/>
                  <a:gd name="connsiteY4" fmla="*/ 1311 h 686633"/>
                  <a:gd name="connsiteX5" fmla="*/ 551260 w 974796"/>
                  <a:gd name="connsiteY5" fmla="*/ 192854 h 686633"/>
                  <a:gd name="connsiteX6" fmla="*/ 858939 w 974796"/>
                  <a:gd name="connsiteY6" fmla="*/ 150172 h 686633"/>
                  <a:gd name="connsiteX7" fmla="*/ 972098 w 974796"/>
                  <a:gd name="connsiteY7" fmla="*/ 413479 h 68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4796" h="686633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0" name="자유형: 도형 12">
                <a:extLst>
                  <a:ext uri="{FF2B5EF4-FFF2-40B4-BE49-F238E27FC236}">
                    <a16:creationId xmlns:a16="http://schemas.microsoft.com/office/drawing/2014/main" id="{996923B0-8B25-4B00-84AC-1939A69985B0}"/>
                  </a:ext>
                </a:extLst>
              </p:cNvPr>
              <p:cNvSpPr/>
              <p:nvPr/>
            </p:nvSpPr>
            <p:spPr>
              <a:xfrm>
                <a:off x="6646452" y="3560646"/>
                <a:ext cx="483425" cy="783120"/>
              </a:xfrm>
              <a:custGeom>
                <a:avLst/>
                <a:gdLst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35314"/>
                  <a:gd name="connsiteX1" fmla="*/ 330979 w 647937"/>
                  <a:gd name="connsiteY1" fmla="*/ 0 h 1035314"/>
                  <a:gd name="connsiteX2" fmla="*/ 560982 w 647937"/>
                  <a:gd name="connsiteY2" fmla="*/ 171099 h 1035314"/>
                  <a:gd name="connsiteX3" fmla="*/ 468420 w 647937"/>
                  <a:gd name="connsiteY3" fmla="*/ 493663 h 1035314"/>
                  <a:gd name="connsiteX4" fmla="*/ 647934 w 647937"/>
                  <a:gd name="connsiteY4" fmla="*/ 793789 h 1035314"/>
                  <a:gd name="connsiteX5" fmla="*/ 465665 w 647937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489"/>
                  <a:gd name="connsiteY0" fmla="*/ 277685 h 1035314"/>
                  <a:gd name="connsiteX1" fmla="*/ 330979 w 642489"/>
                  <a:gd name="connsiteY1" fmla="*/ 0 h 1035314"/>
                  <a:gd name="connsiteX2" fmla="*/ 560982 w 642489"/>
                  <a:gd name="connsiteY2" fmla="*/ 171099 h 1035314"/>
                  <a:gd name="connsiteX3" fmla="*/ 446386 w 642489"/>
                  <a:gd name="connsiteY3" fmla="*/ 490909 h 1035314"/>
                  <a:gd name="connsiteX4" fmla="*/ 642425 w 642489"/>
                  <a:gd name="connsiteY4" fmla="*/ 769001 h 1035314"/>
                  <a:gd name="connsiteX5" fmla="*/ 465665 w 642489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564"/>
                  <a:gd name="connsiteY0" fmla="*/ 277685 h 1035314"/>
                  <a:gd name="connsiteX1" fmla="*/ 330979 w 642564"/>
                  <a:gd name="connsiteY1" fmla="*/ 0 h 1035314"/>
                  <a:gd name="connsiteX2" fmla="*/ 560982 w 642564"/>
                  <a:gd name="connsiteY2" fmla="*/ 171099 h 1035314"/>
                  <a:gd name="connsiteX3" fmla="*/ 446386 w 642564"/>
                  <a:gd name="connsiteY3" fmla="*/ 490909 h 1035314"/>
                  <a:gd name="connsiteX4" fmla="*/ 642425 w 642564"/>
                  <a:gd name="connsiteY4" fmla="*/ 769001 h 1035314"/>
                  <a:gd name="connsiteX5" fmla="*/ 465665 w 642564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80359 h 1037988"/>
                  <a:gd name="connsiteX1" fmla="*/ 330979 w 639815"/>
                  <a:gd name="connsiteY1" fmla="*/ 2674 h 1037988"/>
                  <a:gd name="connsiteX2" fmla="*/ 560982 w 639815"/>
                  <a:gd name="connsiteY2" fmla="*/ 173773 h 1037988"/>
                  <a:gd name="connsiteX3" fmla="*/ 446386 w 639815"/>
                  <a:gd name="connsiteY3" fmla="*/ 493583 h 1037988"/>
                  <a:gd name="connsiteX4" fmla="*/ 639670 w 639815"/>
                  <a:gd name="connsiteY4" fmla="*/ 763412 h 1037988"/>
                  <a:gd name="connsiteX5" fmla="*/ 465665 w 639815"/>
                  <a:gd name="connsiteY5" fmla="*/ 1037988 h 1037988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78763 h 1036392"/>
                  <a:gd name="connsiteX1" fmla="*/ 330979 w 639815"/>
                  <a:gd name="connsiteY1" fmla="*/ 1078 h 1036392"/>
                  <a:gd name="connsiteX2" fmla="*/ 560982 w 639815"/>
                  <a:gd name="connsiteY2" fmla="*/ 172177 h 1036392"/>
                  <a:gd name="connsiteX3" fmla="*/ 446386 w 639815"/>
                  <a:gd name="connsiteY3" fmla="*/ 491987 h 1036392"/>
                  <a:gd name="connsiteX4" fmla="*/ 639670 w 639815"/>
                  <a:gd name="connsiteY4" fmla="*/ 761816 h 1036392"/>
                  <a:gd name="connsiteX5" fmla="*/ 465665 w 639815"/>
                  <a:gd name="connsiteY5" fmla="*/ 1036392 h 1036392"/>
                  <a:gd name="connsiteX0" fmla="*/ 0 w 639815"/>
                  <a:gd name="connsiteY0" fmla="*/ 280192 h 1037821"/>
                  <a:gd name="connsiteX1" fmla="*/ 330979 w 639815"/>
                  <a:gd name="connsiteY1" fmla="*/ 2507 h 1037821"/>
                  <a:gd name="connsiteX2" fmla="*/ 560982 w 639815"/>
                  <a:gd name="connsiteY2" fmla="*/ 173606 h 1037821"/>
                  <a:gd name="connsiteX3" fmla="*/ 446386 w 639815"/>
                  <a:gd name="connsiteY3" fmla="*/ 493416 h 1037821"/>
                  <a:gd name="connsiteX4" fmla="*/ 639670 w 639815"/>
                  <a:gd name="connsiteY4" fmla="*/ 763245 h 1037821"/>
                  <a:gd name="connsiteX5" fmla="*/ 465665 w 639815"/>
                  <a:gd name="connsiteY5" fmla="*/ 1037821 h 1037821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26 w 639841"/>
                  <a:gd name="connsiteY0" fmla="*/ 279103 h 1036732"/>
                  <a:gd name="connsiteX1" fmla="*/ 331005 w 639841"/>
                  <a:gd name="connsiteY1" fmla="*/ 1418 h 1036732"/>
                  <a:gd name="connsiteX2" fmla="*/ 561008 w 639841"/>
                  <a:gd name="connsiteY2" fmla="*/ 172517 h 1036732"/>
                  <a:gd name="connsiteX3" fmla="*/ 446412 w 639841"/>
                  <a:gd name="connsiteY3" fmla="*/ 492327 h 1036732"/>
                  <a:gd name="connsiteX4" fmla="*/ 639696 w 639841"/>
                  <a:gd name="connsiteY4" fmla="*/ 762156 h 1036732"/>
                  <a:gd name="connsiteX5" fmla="*/ 465691 w 639841"/>
                  <a:gd name="connsiteY5" fmla="*/ 1036732 h 1036732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40 w 620576"/>
                  <a:gd name="connsiteY0" fmla="*/ 296331 h 1037435"/>
                  <a:gd name="connsiteX1" fmla="*/ 311740 w 620576"/>
                  <a:gd name="connsiteY1" fmla="*/ 2121 h 1037435"/>
                  <a:gd name="connsiteX2" fmla="*/ 541743 w 620576"/>
                  <a:gd name="connsiteY2" fmla="*/ 173220 h 1037435"/>
                  <a:gd name="connsiteX3" fmla="*/ 427147 w 620576"/>
                  <a:gd name="connsiteY3" fmla="*/ 493030 h 1037435"/>
                  <a:gd name="connsiteX4" fmla="*/ 620431 w 620576"/>
                  <a:gd name="connsiteY4" fmla="*/ 762859 h 1037435"/>
                  <a:gd name="connsiteX5" fmla="*/ 446426 w 620576"/>
                  <a:gd name="connsiteY5" fmla="*/ 1037435 h 1037435"/>
                  <a:gd name="connsiteX0" fmla="*/ 5008 w 625544"/>
                  <a:gd name="connsiteY0" fmla="*/ 297012 h 1038116"/>
                  <a:gd name="connsiteX1" fmla="*/ 316708 w 625544"/>
                  <a:gd name="connsiteY1" fmla="*/ 2802 h 1038116"/>
                  <a:gd name="connsiteX2" fmla="*/ 546711 w 625544"/>
                  <a:gd name="connsiteY2" fmla="*/ 173901 h 1038116"/>
                  <a:gd name="connsiteX3" fmla="*/ 432115 w 625544"/>
                  <a:gd name="connsiteY3" fmla="*/ 493711 h 1038116"/>
                  <a:gd name="connsiteX4" fmla="*/ 625399 w 625544"/>
                  <a:gd name="connsiteY4" fmla="*/ 763540 h 1038116"/>
                  <a:gd name="connsiteX5" fmla="*/ 451394 w 625544"/>
                  <a:gd name="connsiteY5" fmla="*/ 1038116 h 1038116"/>
                  <a:gd name="connsiteX0" fmla="*/ 5008 w 625544"/>
                  <a:gd name="connsiteY0" fmla="*/ 299704 h 1040808"/>
                  <a:gd name="connsiteX1" fmla="*/ 316708 w 625544"/>
                  <a:gd name="connsiteY1" fmla="*/ 2739 h 1040808"/>
                  <a:gd name="connsiteX2" fmla="*/ 546711 w 625544"/>
                  <a:gd name="connsiteY2" fmla="*/ 176593 h 1040808"/>
                  <a:gd name="connsiteX3" fmla="*/ 432115 w 625544"/>
                  <a:gd name="connsiteY3" fmla="*/ 496403 h 1040808"/>
                  <a:gd name="connsiteX4" fmla="*/ 625399 w 625544"/>
                  <a:gd name="connsiteY4" fmla="*/ 766232 h 1040808"/>
                  <a:gd name="connsiteX5" fmla="*/ 451394 w 625544"/>
                  <a:gd name="connsiteY5" fmla="*/ 1040808 h 1040808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5023"/>
                  <a:gd name="connsiteY0" fmla="*/ 298093 h 1039197"/>
                  <a:gd name="connsiteX1" fmla="*/ 315906 w 625023"/>
                  <a:gd name="connsiteY1" fmla="*/ 1128 h 1039197"/>
                  <a:gd name="connsiteX2" fmla="*/ 545909 w 625023"/>
                  <a:gd name="connsiteY2" fmla="*/ 174982 h 1039197"/>
                  <a:gd name="connsiteX3" fmla="*/ 431313 w 625023"/>
                  <a:gd name="connsiteY3" fmla="*/ 494792 h 1039197"/>
                  <a:gd name="connsiteX4" fmla="*/ 624597 w 625023"/>
                  <a:gd name="connsiteY4" fmla="*/ 764621 h 1039197"/>
                  <a:gd name="connsiteX5" fmla="*/ 450592 w 625023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25804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503" h="1039197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1" name="자유형: 도형 13">
                <a:extLst>
                  <a:ext uri="{FF2B5EF4-FFF2-40B4-BE49-F238E27FC236}">
                    <a16:creationId xmlns:a16="http://schemas.microsoft.com/office/drawing/2014/main" id="{7C29BC78-5408-48EA-8594-0D87CE7E30A9}"/>
                  </a:ext>
                </a:extLst>
              </p:cNvPr>
              <p:cNvSpPr/>
              <p:nvPr/>
            </p:nvSpPr>
            <p:spPr>
              <a:xfrm>
                <a:off x="6153240" y="3948272"/>
                <a:ext cx="785355" cy="780891"/>
              </a:xfrm>
              <a:custGeom>
                <a:avLst/>
                <a:gdLst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7877 w 1035080"/>
                  <a:gd name="connsiteY0" fmla="*/ 213173 h 925619"/>
                  <a:gd name="connsiteX1" fmla="*/ 535806 w 1035080"/>
                  <a:gd name="connsiteY1" fmla="*/ 0 h 925619"/>
                  <a:gd name="connsiteX2" fmla="*/ 676051 w 1035080"/>
                  <a:gd name="connsiteY2" fmla="*/ 311345 h 925619"/>
                  <a:gd name="connsiteX3" fmla="*/ 1035080 w 1035080"/>
                  <a:gd name="connsiteY3" fmla="*/ 535737 h 925619"/>
                  <a:gd name="connsiteX4" fmla="*/ 603124 w 1035080"/>
                  <a:gd name="connsiteY4" fmla="*/ 925619 h 925619"/>
                  <a:gd name="connsiteX5" fmla="*/ 53565 w 1035080"/>
                  <a:gd name="connsiteY5" fmla="*/ 871971 h 925619"/>
                  <a:gd name="connsiteX6" fmla="*/ 106351 w 1035080"/>
                  <a:gd name="connsiteY6" fmla="*/ 395289 h 925619"/>
                  <a:gd name="connsiteX7" fmla="*/ 443903 w 1035080"/>
                  <a:gd name="connsiteY7" fmla="*/ 599641 h 925619"/>
                  <a:gd name="connsiteX0" fmla="*/ 375671 w 1062874"/>
                  <a:gd name="connsiteY0" fmla="*/ 213173 h 925619"/>
                  <a:gd name="connsiteX1" fmla="*/ 563600 w 1062874"/>
                  <a:gd name="connsiteY1" fmla="*/ 0 h 925619"/>
                  <a:gd name="connsiteX2" fmla="*/ 703845 w 1062874"/>
                  <a:gd name="connsiteY2" fmla="*/ 311345 h 925619"/>
                  <a:gd name="connsiteX3" fmla="*/ 1062874 w 1062874"/>
                  <a:gd name="connsiteY3" fmla="*/ 535737 h 925619"/>
                  <a:gd name="connsiteX4" fmla="*/ 630918 w 1062874"/>
                  <a:gd name="connsiteY4" fmla="*/ 925619 h 925619"/>
                  <a:gd name="connsiteX5" fmla="*/ 81359 w 1062874"/>
                  <a:gd name="connsiteY5" fmla="*/ 871971 h 925619"/>
                  <a:gd name="connsiteX6" fmla="*/ 134145 w 1062874"/>
                  <a:gd name="connsiteY6" fmla="*/ 395289 h 925619"/>
                  <a:gd name="connsiteX7" fmla="*/ 471697 w 1062874"/>
                  <a:gd name="connsiteY7" fmla="*/ 599641 h 92561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30918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06130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9036"/>
                  <a:gd name="connsiteX1" fmla="*/ 563600 w 1062874"/>
                  <a:gd name="connsiteY1" fmla="*/ 0 h 979036"/>
                  <a:gd name="connsiteX2" fmla="*/ 703845 w 1062874"/>
                  <a:gd name="connsiteY2" fmla="*/ 311345 h 979036"/>
                  <a:gd name="connsiteX3" fmla="*/ 1062874 w 1062874"/>
                  <a:gd name="connsiteY3" fmla="*/ 535737 h 979036"/>
                  <a:gd name="connsiteX4" fmla="*/ 597867 w 1062874"/>
                  <a:gd name="connsiteY4" fmla="*/ 942144 h 979036"/>
                  <a:gd name="connsiteX5" fmla="*/ 81359 w 1062874"/>
                  <a:gd name="connsiteY5" fmla="*/ 871971 h 979036"/>
                  <a:gd name="connsiteX6" fmla="*/ 134145 w 1062874"/>
                  <a:gd name="connsiteY6" fmla="*/ 395289 h 979036"/>
                  <a:gd name="connsiteX7" fmla="*/ 471697 w 1062874"/>
                  <a:gd name="connsiteY7" fmla="*/ 599641 h 979036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33999"/>
                  <a:gd name="connsiteX1" fmla="*/ 563600 w 1062874"/>
                  <a:gd name="connsiteY1" fmla="*/ 0 h 1033999"/>
                  <a:gd name="connsiteX2" fmla="*/ 703845 w 1062874"/>
                  <a:gd name="connsiteY2" fmla="*/ 311345 h 1033999"/>
                  <a:gd name="connsiteX3" fmla="*/ 1062874 w 1062874"/>
                  <a:gd name="connsiteY3" fmla="*/ 535737 h 1033999"/>
                  <a:gd name="connsiteX4" fmla="*/ 597867 w 1062874"/>
                  <a:gd name="connsiteY4" fmla="*/ 942144 h 1033999"/>
                  <a:gd name="connsiteX5" fmla="*/ 81359 w 1062874"/>
                  <a:gd name="connsiteY5" fmla="*/ 871971 h 1033999"/>
                  <a:gd name="connsiteX6" fmla="*/ 134145 w 1062874"/>
                  <a:gd name="connsiteY6" fmla="*/ 395289 h 1033999"/>
                  <a:gd name="connsiteX7" fmla="*/ 471697 w 1062874"/>
                  <a:gd name="connsiteY7" fmla="*/ 599641 h 1033999"/>
                  <a:gd name="connsiteX0" fmla="*/ 363975 w 1051178"/>
                  <a:gd name="connsiteY0" fmla="*/ 213173 h 1033999"/>
                  <a:gd name="connsiteX1" fmla="*/ 551904 w 1051178"/>
                  <a:gd name="connsiteY1" fmla="*/ 0 h 1033999"/>
                  <a:gd name="connsiteX2" fmla="*/ 692149 w 1051178"/>
                  <a:gd name="connsiteY2" fmla="*/ 311345 h 1033999"/>
                  <a:gd name="connsiteX3" fmla="*/ 1051178 w 1051178"/>
                  <a:gd name="connsiteY3" fmla="*/ 535737 h 1033999"/>
                  <a:gd name="connsiteX4" fmla="*/ 586171 w 1051178"/>
                  <a:gd name="connsiteY4" fmla="*/ 942144 h 1033999"/>
                  <a:gd name="connsiteX5" fmla="*/ 69663 w 1051178"/>
                  <a:gd name="connsiteY5" fmla="*/ 871971 h 1033999"/>
                  <a:gd name="connsiteX6" fmla="*/ 122449 w 1051178"/>
                  <a:gd name="connsiteY6" fmla="*/ 395289 h 1033999"/>
                  <a:gd name="connsiteX7" fmla="*/ 460001 w 1051178"/>
                  <a:gd name="connsiteY7" fmla="*/ 599641 h 1033999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34653"/>
                  <a:gd name="connsiteY0" fmla="*/ 213173 h 1030327"/>
                  <a:gd name="connsiteX1" fmla="*/ 551904 w 1034653"/>
                  <a:gd name="connsiteY1" fmla="*/ 0 h 1030327"/>
                  <a:gd name="connsiteX2" fmla="*/ 692149 w 1034653"/>
                  <a:gd name="connsiteY2" fmla="*/ 311345 h 1030327"/>
                  <a:gd name="connsiteX3" fmla="*/ 1034653 w 1034653"/>
                  <a:gd name="connsiteY3" fmla="*/ 538491 h 1030327"/>
                  <a:gd name="connsiteX4" fmla="*/ 613713 w 1034653"/>
                  <a:gd name="connsiteY4" fmla="*/ 936636 h 1030327"/>
                  <a:gd name="connsiteX5" fmla="*/ 69663 w 1034653"/>
                  <a:gd name="connsiteY5" fmla="*/ 871971 h 1030327"/>
                  <a:gd name="connsiteX6" fmla="*/ 122449 w 1034653"/>
                  <a:gd name="connsiteY6" fmla="*/ 395289 h 1030327"/>
                  <a:gd name="connsiteX7" fmla="*/ 460001 w 1034653"/>
                  <a:gd name="connsiteY7" fmla="*/ 599641 h 1030327"/>
                  <a:gd name="connsiteX0" fmla="*/ 363975 w 1037690"/>
                  <a:gd name="connsiteY0" fmla="*/ 213173 h 1030327"/>
                  <a:gd name="connsiteX1" fmla="*/ 551904 w 1037690"/>
                  <a:gd name="connsiteY1" fmla="*/ 0 h 1030327"/>
                  <a:gd name="connsiteX2" fmla="*/ 692149 w 1037690"/>
                  <a:gd name="connsiteY2" fmla="*/ 311345 h 1030327"/>
                  <a:gd name="connsiteX3" fmla="*/ 1034653 w 1037690"/>
                  <a:gd name="connsiteY3" fmla="*/ 538491 h 1030327"/>
                  <a:gd name="connsiteX4" fmla="*/ 613713 w 1037690"/>
                  <a:gd name="connsiteY4" fmla="*/ 936636 h 1030327"/>
                  <a:gd name="connsiteX5" fmla="*/ 69663 w 1037690"/>
                  <a:gd name="connsiteY5" fmla="*/ 871971 h 1030327"/>
                  <a:gd name="connsiteX6" fmla="*/ 122449 w 1037690"/>
                  <a:gd name="connsiteY6" fmla="*/ 395289 h 1030327"/>
                  <a:gd name="connsiteX7" fmla="*/ 460001 w 1037690"/>
                  <a:gd name="connsiteY7" fmla="*/ 599641 h 1030327"/>
                  <a:gd name="connsiteX0" fmla="*/ 363975 w 1037917"/>
                  <a:gd name="connsiteY0" fmla="*/ 213173 h 1030327"/>
                  <a:gd name="connsiteX1" fmla="*/ 551904 w 1037917"/>
                  <a:gd name="connsiteY1" fmla="*/ 0 h 1030327"/>
                  <a:gd name="connsiteX2" fmla="*/ 692149 w 1037917"/>
                  <a:gd name="connsiteY2" fmla="*/ 311345 h 1030327"/>
                  <a:gd name="connsiteX3" fmla="*/ 1034653 w 1037917"/>
                  <a:gd name="connsiteY3" fmla="*/ 538491 h 1030327"/>
                  <a:gd name="connsiteX4" fmla="*/ 613713 w 1037917"/>
                  <a:gd name="connsiteY4" fmla="*/ 936636 h 1030327"/>
                  <a:gd name="connsiteX5" fmla="*/ 69663 w 1037917"/>
                  <a:gd name="connsiteY5" fmla="*/ 871971 h 1030327"/>
                  <a:gd name="connsiteX6" fmla="*/ 122449 w 1037917"/>
                  <a:gd name="connsiteY6" fmla="*/ 395289 h 1030327"/>
                  <a:gd name="connsiteX7" fmla="*/ 460001 w 103791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270 h 1030424"/>
                  <a:gd name="connsiteX1" fmla="*/ 551904 w 1041370"/>
                  <a:gd name="connsiteY1" fmla="*/ 97 h 1030424"/>
                  <a:gd name="connsiteX2" fmla="*/ 675624 w 1041370"/>
                  <a:gd name="connsiteY2" fmla="*/ 300425 h 1030424"/>
                  <a:gd name="connsiteX3" fmla="*/ 1034653 w 1041370"/>
                  <a:gd name="connsiteY3" fmla="*/ 538588 h 1030424"/>
                  <a:gd name="connsiteX4" fmla="*/ 613713 w 1041370"/>
                  <a:gd name="connsiteY4" fmla="*/ 936733 h 1030424"/>
                  <a:gd name="connsiteX5" fmla="*/ 69663 w 1041370"/>
                  <a:gd name="connsiteY5" fmla="*/ 872068 h 1030424"/>
                  <a:gd name="connsiteX6" fmla="*/ 122449 w 1041370"/>
                  <a:gd name="connsiteY6" fmla="*/ 395386 h 1030424"/>
                  <a:gd name="connsiteX7" fmla="*/ 460001 w 1041370"/>
                  <a:gd name="connsiteY7" fmla="*/ 599738 h 1030424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266"/>
                  <a:gd name="connsiteY0" fmla="*/ 237961 h 1016230"/>
                  <a:gd name="connsiteX1" fmla="*/ 551904 w 1041266"/>
                  <a:gd name="connsiteY1" fmla="*/ 0 h 1016230"/>
                  <a:gd name="connsiteX2" fmla="*/ 675624 w 1041266"/>
                  <a:gd name="connsiteY2" fmla="*/ 300328 h 1016230"/>
                  <a:gd name="connsiteX3" fmla="*/ 1034653 w 1041266"/>
                  <a:gd name="connsiteY3" fmla="*/ 538491 h 1016230"/>
                  <a:gd name="connsiteX4" fmla="*/ 610959 w 1041266"/>
                  <a:gd name="connsiteY4" fmla="*/ 914602 h 1016230"/>
                  <a:gd name="connsiteX5" fmla="*/ 69663 w 1041266"/>
                  <a:gd name="connsiteY5" fmla="*/ 871971 h 1016230"/>
                  <a:gd name="connsiteX6" fmla="*/ 122449 w 1041266"/>
                  <a:gd name="connsiteY6" fmla="*/ 395289 h 1016230"/>
                  <a:gd name="connsiteX7" fmla="*/ 407671 w 1041266"/>
                  <a:gd name="connsiteY7" fmla="*/ 709810 h 1016230"/>
                  <a:gd name="connsiteX0" fmla="*/ 408043 w 1042386"/>
                  <a:gd name="connsiteY0" fmla="*/ 237961 h 1016230"/>
                  <a:gd name="connsiteX1" fmla="*/ 551904 w 1042386"/>
                  <a:gd name="connsiteY1" fmla="*/ 0 h 1016230"/>
                  <a:gd name="connsiteX2" fmla="*/ 675624 w 1042386"/>
                  <a:gd name="connsiteY2" fmla="*/ 300328 h 1016230"/>
                  <a:gd name="connsiteX3" fmla="*/ 1034653 w 1042386"/>
                  <a:gd name="connsiteY3" fmla="*/ 538491 h 1016230"/>
                  <a:gd name="connsiteX4" fmla="*/ 610959 w 1042386"/>
                  <a:gd name="connsiteY4" fmla="*/ 914602 h 1016230"/>
                  <a:gd name="connsiteX5" fmla="*/ 69663 w 1042386"/>
                  <a:gd name="connsiteY5" fmla="*/ 871971 h 1016230"/>
                  <a:gd name="connsiteX6" fmla="*/ 122449 w 1042386"/>
                  <a:gd name="connsiteY6" fmla="*/ 395289 h 1016230"/>
                  <a:gd name="connsiteX7" fmla="*/ 407671 w 1042386"/>
                  <a:gd name="connsiteY7" fmla="*/ 709810 h 1016230"/>
                  <a:gd name="connsiteX0" fmla="*/ 408043 w 1042386"/>
                  <a:gd name="connsiteY0" fmla="*/ 237961 h 1031503"/>
                  <a:gd name="connsiteX1" fmla="*/ 551904 w 1042386"/>
                  <a:gd name="connsiteY1" fmla="*/ 0 h 1031503"/>
                  <a:gd name="connsiteX2" fmla="*/ 675624 w 1042386"/>
                  <a:gd name="connsiteY2" fmla="*/ 300328 h 1031503"/>
                  <a:gd name="connsiteX3" fmla="*/ 1034653 w 1042386"/>
                  <a:gd name="connsiteY3" fmla="*/ 538491 h 1031503"/>
                  <a:gd name="connsiteX4" fmla="*/ 610959 w 1042386"/>
                  <a:gd name="connsiteY4" fmla="*/ 914602 h 1031503"/>
                  <a:gd name="connsiteX5" fmla="*/ 69663 w 1042386"/>
                  <a:gd name="connsiteY5" fmla="*/ 871971 h 1031503"/>
                  <a:gd name="connsiteX6" fmla="*/ 122449 w 1042386"/>
                  <a:gd name="connsiteY6" fmla="*/ 395289 h 1031503"/>
                  <a:gd name="connsiteX7" fmla="*/ 407671 w 1042386"/>
                  <a:gd name="connsiteY7" fmla="*/ 709810 h 1031503"/>
                  <a:gd name="connsiteX0" fmla="*/ 408043 w 1040983"/>
                  <a:gd name="connsiteY0" fmla="*/ 237961 h 1031503"/>
                  <a:gd name="connsiteX1" fmla="*/ 551904 w 1040983"/>
                  <a:gd name="connsiteY1" fmla="*/ 0 h 1031503"/>
                  <a:gd name="connsiteX2" fmla="*/ 675624 w 1040983"/>
                  <a:gd name="connsiteY2" fmla="*/ 300328 h 1031503"/>
                  <a:gd name="connsiteX3" fmla="*/ 1034653 w 1040983"/>
                  <a:gd name="connsiteY3" fmla="*/ 538491 h 1031503"/>
                  <a:gd name="connsiteX4" fmla="*/ 610959 w 1040983"/>
                  <a:gd name="connsiteY4" fmla="*/ 914602 h 1031503"/>
                  <a:gd name="connsiteX5" fmla="*/ 69663 w 1040983"/>
                  <a:gd name="connsiteY5" fmla="*/ 871971 h 1031503"/>
                  <a:gd name="connsiteX6" fmla="*/ 122449 w 1040983"/>
                  <a:gd name="connsiteY6" fmla="*/ 395289 h 1031503"/>
                  <a:gd name="connsiteX7" fmla="*/ 407671 w 1040983"/>
                  <a:gd name="connsiteY7" fmla="*/ 709810 h 1031503"/>
                  <a:gd name="connsiteX0" fmla="*/ 408043 w 1040983"/>
                  <a:gd name="connsiteY0" fmla="*/ 237961 h 1036239"/>
                  <a:gd name="connsiteX1" fmla="*/ 551904 w 1040983"/>
                  <a:gd name="connsiteY1" fmla="*/ 0 h 1036239"/>
                  <a:gd name="connsiteX2" fmla="*/ 675624 w 1040983"/>
                  <a:gd name="connsiteY2" fmla="*/ 300328 h 1036239"/>
                  <a:gd name="connsiteX3" fmla="*/ 1034653 w 1040983"/>
                  <a:gd name="connsiteY3" fmla="*/ 538491 h 1036239"/>
                  <a:gd name="connsiteX4" fmla="*/ 610959 w 1040983"/>
                  <a:gd name="connsiteY4" fmla="*/ 914602 h 1036239"/>
                  <a:gd name="connsiteX5" fmla="*/ 69663 w 1040983"/>
                  <a:gd name="connsiteY5" fmla="*/ 871971 h 1036239"/>
                  <a:gd name="connsiteX6" fmla="*/ 122449 w 1040983"/>
                  <a:gd name="connsiteY6" fmla="*/ 395289 h 1036239"/>
                  <a:gd name="connsiteX7" fmla="*/ 407671 w 1040983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75624 w 1040106"/>
                  <a:gd name="connsiteY2" fmla="*/ 300328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2163"/>
                  <a:gd name="connsiteY0" fmla="*/ 237961 h 1036239"/>
                  <a:gd name="connsiteX1" fmla="*/ 551904 w 1042163"/>
                  <a:gd name="connsiteY1" fmla="*/ 0 h 1036239"/>
                  <a:gd name="connsiteX2" fmla="*/ 694904 w 1042163"/>
                  <a:gd name="connsiteY2" fmla="*/ 308591 h 1036239"/>
                  <a:gd name="connsiteX3" fmla="*/ 1034653 w 1042163"/>
                  <a:gd name="connsiteY3" fmla="*/ 538491 h 1036239"/>
                  <a:gd name="connsiteX4" fmla="*/ 610959 w 1042163"/>
                  <a:gd name="connsiteY4" fmla="*/ 914602 h 1036239"/>
                  <a:gd name="connsiteX5" fmla="*/ 69663 w 1042163"/>
                  <a:gd name="connsiteY5" fmla="*/ 871971 h 1036239"/>
                  <a:gd name="connsiteX6" fmla="*/ 122449 w 1042163"/>
                  <a:gd name="connsiteY6" fmla="*/ 395289 h 1036239"/>
                  <a:gd name="connsiteX7" fmla="*/ 407671 w 1042163"/>
                  <a:gd name="connsiteY7" fmla="*/ 709810 h 103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2163" h="1036239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52" name="자유형: 도형 14">
                <a:extLst>
                  <a:ext uri="{FF2B5EF4-FFF2-40B4-BE49-F238E27FC236}">
                    <a16:creationId xmlns:a16="http://schemas.microsoft.com/office/drawing/2014/main" id="{B451D8E0-12A6-4EC2-AC3C-5E3672BAB4F1}"/>
                  </a:ext>
                </a:extLst>
              </p:cNvPr>
              <p:cNvSpPr/>
              <p:nvPr/>
            </p:nvSpPr>
            <p:spPr>
              <a:xfrm>
                <a:off x="6150565" y="3902140"/>
                <a:ext cx="223711" cy="335071"/>
              </a:xfrm>
              <a:custGeom>
                <a:avLst/>
                <a:gdLst>
                  <a:gd name="connsiteX0" fmla="*/ 0 w 210368"/>
                  <a:gd name="connsiteY0" fmla="*/ 692812 h 692812"/>
                  <a:gd name="connsiteX1" fmla="*/ 145855 w 210368"/>
                  <a:gd name="connsiteY1" fmla="*/ 0 h 692812"/>
                  <a:gd name="connsiteX2" fmla="*/ 210368 w 210368"/>
                  <a:gd name="connsiteY2" fmla="*/ 350614 h 692812"/>
                  <a:gd name="connsiteX0" fmla="*/ 0 w 204758"/>
                  <a:gd name="connsiteY0" fmla="*/ 692812 h 692812"/>
                  <a:gd name="connsiteX1" fmla="*/ 145855 w 204758"/>
                  <a:gd name="connsiteY1" fmla="*/ 0 h 692812"/>
                  <a:gd name="connsiteX2" fmla="*/ 204758 w 204758"/>
                  <a:gd name="connsiteY2" fmla="*/ 350614 h 692812"/>
                  <a:gd name="connsiteX0" fmla="*/ 0 w 259110"/>
                  <a:gd name="connsiteY0" fmla="*/ 692812 h 692812"/>
                  <a:gd name="connsiteX1" fmla="*/ 145855 w 259110"/>
                  <a:gd name="connsiteY1" fmla="*/ 0 h 692812"/>
                  <a:gd name="connsiteX2" fmla="*/ 204758 w 259110"/>
                  <a:gd name="connsiteY2" fmla="*/ 350614 h 692812"/>
                  <a:gd name="connsiteX0" fmla="*/ 0 w 259110"/>
                  <a:gd name="connsiteY0" fmla="*/ 670372 h 670372"/>
                  <a:gd name="connsiteX1" fmla="*/ 145855 w 259110"/>
                  <a:gd name="connsiteY1" fmla="*/ 0 h 670372"/>
                  <a:gd name="connsiteX2" fmla="*/ 204758 w 259110"/>
                  <a:gd name="connsiteY2" fmla="*/ 328174 h 670372"/>
                  <a:gd name="connsiteX0" fmla="*/ 0 w 276458"/>
                  <a:gd name="connsiteY0" fmla="*/ 670372 h 670372"/>
                  <a:gd name="connsiteX1" fmla="*/ 145855 w 276458"/>
                  <a:gd name="connsiteY1" fmla="*/ 0 h 670372"/>
                  <a:gd name="connsiteX2" fmla="*/ 204758 w 276458"/>
                  <a:gd name="connsiteY2" fmla="*/ 328174 h 670372"/>
                  <a:gd name="connsiteX0" fmla="*/ 0 w 276458"/>
                  <a:gd name="connsiteY0" fmla="*/ 670381 h 670381"/>
                  <a:gd name="connsiteX1" fmla="*/ 145855 w 276458"/>
                  <a:gd name="connsiteY1" fmla="*/ 9 h 670381"/>
                  <a:gd name="connsiteX2" fmla="*/ 204758 w 276458"/>
                  <a:gd name="connsiteY2" fmla="*/ 328183 h 670381"/>
                  <a:gd name="connsiteX0" fmla="*/ 17567 w 294025"/>
                  <a:gd name="connsiteY0" fmla="*/ 670381 h 670381"/>
                  <a:gd name="connsiteX1" fmla="*/ 163422 w 294025"/>
                  <a:gd name="connsiteY1" fmla="*/ 9 h 670381"/>
                  <a:gd name="connsiteX2" fmla="*/ 222325 w 294025"/>
                  <a:gd name="connsiteY2" fmla="*/ 328183 h 670381"/>
                  <a:gd name="connsiteX0" fmla="*/ 17567 w 327330"/>
                  <a:gd name="connsiteY0" fmla="*/ 671068 h 671068"/>
                  <a:gd name="connsiteX1" fmla="*/ 163422 w 327330"/>
                  <a:gd name="connsiteY1" fmla="*/ 696 h 671068"/>
                  <a:gd name="connsiteX2" fmla="*/ 222325 w 327330"/>
                  <a:gd name="connsiteY2" fmla="*/ 328870 h 671068"/>
                  <a:gd name="connsiteX0" fmla="*/ 17567 w 321664"/>
                  <a:gd name="connsiteY0" fmla="*/ 671068 h 671068"/>
                  <a:gd name="connsiteX1" fmla="*/ 163422 w 321664"/>
                  <a:gd name="connsiteY1" fmla="*/ 696 h 671068"/>
                  <a:gd name="connsiteX2" fmla="*/ 222325 w 321664"/>
                  <a:gd name="connsiteY2" fmla="*/ 328870 h 671068"/>
                  <a:gd name="connsiteX0" fmla="*/ 18431 w 322528"/>
                  <a:gd name="connsiteY0" fmla="*/ 671068 h 671068"/>
                  <a:gd name="connsiteX1" fmla="*/ 164286 w 322528"/>
                  <a:gd name="connsiteY1" fmla="*/ 696 h 671068"/>
                  <a:gd name="connsiteX2" fmla="*/ 223189 w 322528"/>
                  <a:gd name="connsiteY2" fmla="*/ 328870 h 671068"/>
                  <a:gd name="connsiteX0" fmla="*/ 18431 w 311947"/>
                  <a:gd name="connsiteY0" fmla="*/ 671151 h 671151"/>
                  <a:gd name="connsiteX1" fmla="*/ 164286 w 311947"/>
                  <a:gd name="connsiteY1" fmla="*/ 779 h 671151"/>
                  <a:gd name="connsiteX2" fmla="*/ 203910 w 311947"/>
                  <a:gd name="connsiteY2" fmla="*/ 312427 h 671151"/>
                  <a:gd name="connsiteX0" fmla="*/ 18431 w 319515"/>
                  <a:gd name="connsiteY0" fmla="*/ 670768 h 670768"/>
                  <a:gd name="connsiteX1" fmla="*/ 164286 w 319515"/>
                  <a:gd name="connsiteY1" fmla="*/ 396 h 670768"/>
                  <a:gd name="connsiteX2" fmla="*/ 203910 w 319515"/>
                  <a:gd name="connsiteY2" fmla="*/ 312044 h 670768"/>
                  <a:gd name="connsiteX0" fmla="*/ 16717 w 317801"/>
                  <a:gd name="connsiteY0" fmla="*/ 670768 h 670768"/>
                  <a:gd name="connsiteX1" fmla="*/ 162572 w 317801"/>
                  <a:gd name="connsiteY1" fmla="*/ 396 h 670768"/>
                  <a:gd name="connsiteX2" fmla="*/ 202196 w 317801"/>
                  <a:gd name="connsiteY2" fmla="*/ 312044 h 670768"/>
                  <a:gd name="connsiteX0" fmla="*/ 16717 w 320719"/>
                  <a:gd name="connsiteY0" fmla="*/ 670412 h 670412"/>
                  <a:gd name="connsiteX1" fmla="*/ 162572 w 320719"/>
                  <a:gd name="connsiteY1" fmla="*/ 40 h 670412"/>
                  <a:gd name="connsiteX2" fmla="*/ 202196 w 320719"/>
                  <a:gd name="connsiteY2" fmla="*/ 311688 h 670412"/>
                  <a:gd name="connsiteX0" fmla="*/ 16717 w 314294"/>
                  <a:gd name="connsiteY0" fmla="*/ 670412 h 670412"/>
                  <a:gd name="connsiteX1" fmla="*/ 162572 w 314294"/>
                  <a:gd name="connsiteY1" fmla="*/ 40 h 670412"/>
                  <a:gd name="connsiteX2" fmla="*/ 202196 w 314294"/>
                  <a:gd name="connsiteY2" fmla="*/ 311688 h 670412"/>
                  <a:gd name="connsiteX0" fmla="*/ 20002 w 313692"/>
                  <a:gd name="connsiteY0" fmla="*/ 684181 h 684181"/>
                  <a:gd name="connsiteX1" fmla="*/ 157594 w 313692"/>
                  <a:gd name="connsiteY1" fmla="*/ 38 h 684181"/>
                  <a:gd name="connsiteX2" fmla="*/ 205481 w 313692"/>
                  <a:gd name="connsiteY2" fmla="*/ 325457 h 684181"/>
                  <a:gd name="connsiteX0" fmla="*/ 20002 w 335146"/>
                  <a:gd name="connsiteY0" fmla="*/ 684143 h 684143"/>
                  <a:gd name="connsiteX1" fmla="*/ 157594 w 335146"/>
                  <a:gd name="connsiteY1" fmla="*/ 0 h 684143"/>
                  <a:gd name="connsiteX2" fmla="*/ 205481 w 335146"/>
                  <a:gd name="connsiteY2" fmla="*/ 325419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11876 w 318923"/>
                  <a:gd name="connsiteY0" fmla="*/ 463808 h 463808"/>
                  <a:gd name="connsiteX1" fmla="*/ 171501 w 318923"/>
                  <a:gd name="connsiteY1" fmla="*/ 2 h 463808"/>
                  <a:gd name="connsiteX2" fmla="*/ 191846 w 318923"/>
                  <a:gd name="connsiteY2" fmla="*/ 275845 h 463808"/>
                  <a:gd name="connsiteX0" fmla="*/ 11876 w 318923"/>
                  <a:gd name="connsiteY0" fmla="*/ 444528 h 444528"/>
                  <a:gd name="connsiteX1" fmla="*/ 171501 w 318923"/>
                  <a:gd name="connsiteY1" fmla="*/ 2 h 444528"/>
                  <a:gd name="connsiteX2" fmla="*/ 191846 w 318923"/>
                  <a:gd name="connsiteY2" fmla="*/ 275845 h 444528"/>
                  <a:gd name="connsiteX0" fmla="*/ 1452 w 308499"/>
                  <a:gd name="connsiteY0" fmla="*/ 444528 h 444528"/>
                  <a:gd name="connsiteX1" fmla="*/ 161077 w 308499"/>
                  <a:gd name="connsiteY1" fmla="*/ 2 h 444528"/>
                  <a:gd name="connsiteX2" fmla="*/ 181422 w 308499"/>
                  <a:gd name="connsiteY2" fmla="*/ 275845 h 444528"/>
                  <a:gd name="connsiteX0" fmla="*/ 1452 w 296864"/>
                  <a:gd name="connsiteY0" fmla="*/ 444638 h 444638"/>
                  <a:gd name="connsiteX1" fmla="*/ 161077 w 296864"/>
                  <a:gd name="connsiteY1" fmla="*/ 112 h 444638"/>
                  <a:gd name="connsiteX2" fmla="*/ 181422 w 296864"/>
                  <a:gd name="connsiteY2" fmla="*/ 275955 h 444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6864" h="444638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cxnSp>
            <p:nvCxnSpPr>
              <p:cNvPr id="153" name="직선 연결선 19">
                <a:extLst>
                  <a:ext uri="{FF2B5EF4-FFF2-40B4-BE49-F238E27FC236}">
                    <a16:creationId xmlns:a16="http://schemas.microsoft.com/office/drawing/2014/main" id="{F9ECD890-EF78-4C74-ADF5-2C32378D1C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52008" y="3476077"/>
                <a:ext cx="1188" cy="974737"/>
              </a:xfrm>
              <a:prstGeom prst="line">
                <a:avLst/>
              </a:prstGeom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" name="그룹 67">
              <a:extLst>
                <a:ext uri="{FF2B5EF4-FFF2-40B4-BE49-F238E27FC236}">
                  <a16:creationId xmlns:a16="http://schemas.microsoft.com/office/drawing/2014/main" id="{9CC04B16-776C-43AC-ACF7-55669FF02B67}"/>
                </a:ext>
              </a:extLst>
            </p:cNvPr>
            <p:cNvGrpSpPr/>
            <p:nvPr/>
          </p:nvGrpSpPr>
          <p:grpSpPr>
            <a:xfrm flipH="1">
              <a:off x="579703" y="1481608"/>
              <a:ext cx="1145946" cy="1726055"/>
              <a:chOff x="6150565" y="3254095"/>
              <a:chExt cx="979312" cy="1475068"/>
            </a:xfrm>
          </p:grpSpPr>
          <p:sp>
            <p:nvSpPr>
              <p:cNvPr id="144" name="자유형: 도형 68">
                <a:extLst>
                  <a:ext uri="{FF2B5EF4-FFF2-40B4-BE49-F238E27FC236}">
                    <a16:creationId xmlns:a16="http://schemas.microsoft.com/office/drawing/2014/main" id="{E5E794FB-55C1-40C5-8D0F-E4D3EBC78C54}"/>
                  </a:ext>
                </a:extLst>
              </p:cNvPr>
              <p:cNvSpPr/>
              <p:nvPr/>
            </p:nvSpPr>
            <p:spPr>
              <a:xfrm>
                <a:off x="6154072" y="3254095"/>
                <a:ext cx="734589" cy="517434"/>
              </a:xfrm>
              <a:custGeom>
                <a:avLst/>
                <a:gdLst>
                  <a:gd name="connsiteX0" fmla="*/ 182319 w 931229"/>
                  <a:gd name="connsiteY0" fmla="*/ 476834 h 617079"/>
                  <a:gd name="connsiteX1" fmla="*/ 423541 w 931229"/>
                  <a:gd name="connsiteY1" fmla="*/ 339394 h 617079"/>
                  <a:gd name="connsiteX2" fmla="*/ 516103 w 931229"/>
                  <a:gd name="connsiteY2" fmla="*/ 617079 h 617079"/>
                  <a:gd name="connsiteX3" fmla="*/ 0 w 931229"/>
                  <a:gd name="connsiteY3" fmla="*/ 448785 h 617079"/>
                  <a:gd name="connsiteX4" fmla="*/ 274881 w 931229"/>
                  <a:gd name="connsiteY4" fmla="*/ 0 h 617079"/>
                  <a:gd name="connsiteX5" fmla="*/ 504883 w 931229"/>
                  <a:gd name="connsiteY5" fmla="*/ 235612 h 617079"/>
                  <a:gd name="connsiteX6" fmla="*/ 765740 w 931229"/>
                  <a:gd name="connsiteY6" fmla="*/ 159879 h 617079"/>
                  <a:gd name="connsiteX7" fmla="*/ 931229 w 931229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22"/>
                  <a:gd name="connsiteY0" fmla="*/ 476834 h 617079"/>
                  <a:gd name="connsiteX1" fmla="*/ 423541 w 931922"/>
                  <a:gd name="connsiteY1" fmla="*/ 339394 h 617079"/>
                  <a:gd name="connsiteX2" fmla="*/ 516103 w 931922"/>
                  <a:gd name="connsiteY2" fmla="*/ 617079 h 617079"/>
                  <a:gd name="connsiteX3" fmla="*/ 0 w 931922"/>
                  <a:gd name="connsiteY3" fmla="*/ 448785 h 617079"/>
                  <a:gd name="connsiteX4" fmla="*/ 274881 w 931922"/>
                  <a:gd name="connsiteY4" fmla="*/ 0 h 617079"/>
                  <a:gd name="connsiteX5" fmla="*/ 504883 w 931922"/>
                  <a:gd name="connsiteY5" fmla="*/ 235612 h 617079"/>
                  <a:gd name="connsiteX6" fmla="*/ 765740 w 931922"/>
                  <a:gd name="connsiteY6" fmla="*/ 159879 h 617079"/>
                  <a:gd name="connsiteX7" fmla="*/ 931229 w 931922"/>
                  <a:gd name="connsiteY7" fmla="*/ 403906 h 617079"/>
                  <a:gd name="connsiteX0" fmla="*/ 182319 w 931968"/>
                  <a:gd name="connsiteY0" fmla="*/ 476834 h 617079"/>
                  <a:gd name="connsiteX1" fmla="*/ 423541 w 931968"/>
                  <a:gd name="connsiteY1" fmla="*/ 339394 h 617079"/>
                  <a:gd name="connsiteX2" fmla="*/ 516103 w 931968"/>
                  <a:gd name="connsiteY2" fmla="*/ 617079 h 617079"/>
                  <a:gd name="connsiteX3" fmla="*/ 0 w 931968"/>
                  <a:gd name="connsiteY3" fmla="*/ 448785 h 617079"/>
                  <a:gd name="connsiteX4" fmla="*/ 274881 w 931968"/>
                  <a:gd name="connsiteY4" fmla="*/ 0 h 617079"/>
                  <a:gd name="connsiteX5" fmla="*/ 504883 w 931968"/>
                  <a:gd name="connsiteY5" fmla="*/ 235612 h 617079"/>
                  <a:gd name="connsiteX6" fmla="*/ 765740 w 931968"/>
                  <a:gd name="connsiteY6" fmla="*/ 159879 h 617079"/>
                  <a:gd name="connsiteX7" fmla="*/ 931229 w 93196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504883 w 932698"/>
                  <a:gd name="connsiteY5" fmla="*/ 235612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2698"/>
                  <a:gd name="connsiteY0" fmla="*/ 476834 h 617079"/>
                  <a:gd name="connsiteX1" fmla="*/ 423541 w 932698"/>
                  <a:gd name="connsiteY1" fmla="*/ 339394 h 617079"/>
                  <a:gd name="connsiteX2" fmla="*/ 516103 w 932698"/>
                  <a:gd name="connsiteY2" fmla="*/ 617079 h 617079"/>
                  <a:gd name="connsiteX3" fmla="*/ 0 w 932698"/>
                  <a:gd name="connsiteY3" fmla="*/ 448785 h 617079"/>
                  <a:gd name="connsiteX4" fmla="*/ 274881 w 932698"/>
                  <a:gd name="connsiteY4" fmla="*/ 0 h 617079"/>
                  <a:gd name="connsiteX5" fmla="*/ 477341 w 932698"/>
                  <a:gd name="connsiteY5" fmla="*/ 243874 h 617079"/>
                  <a:gd name="connsiteX6" fmla="*/ 765740 w 932698"/>
                  <a:gd name="connsiteY6" fmla="*/ 159879 h 617079"/>
                  <a:gd name="connsiteX7" fmla="*/ 931229 w 932698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3062"/>
                  <a:gd name="connsiteY0" fmla="*/ 476834 h 617079"/>
                  <a:gd name="connsiteX1" fmla="*/ 423541 w 933062"/>
                  <a:gd name="connsiteY1" fmla="*/ 339394 h 617079"/>
                  <a:gd name="connsiteX2" fmla="*/ 516103 w 933062"/>
                  <a:gd name="connsiteY2" fmla="*/ 617079 h 617079"/>
                  <a:gd name="connsiteX3" fmla="*/ 0 w 933062"/>
                  <a:gd name="connsiteY3" fmla="*/ 448785 h 617079"/>
                  <a:gd name="connsiteX4" fmla="*/ 274881 w 933062"/>
                  <a:gd name="connsiteY4" fmla="*/ 0 h 617079"/>
                  <a:gd name="connsiteX5" fmla="*/ 477341 w 933062"/>
                  <a:gd name="connsiteY5" fmla="*/ 243874 h 617079"/>
                  <a:gd name="connsiteX6" fmla="*/ 765740 w 933062"/>
                  <a:gd name="connsiteY6" fmla="*/ 159879 h 617079"/>
                  <a:gd name="connsiteX7" fmla="*/ 931229 w 933062"/>
                  <a:gd name="connsiteY7" fmla="*/ 403906 h 617079"/>
                  <a:gd name="connsiteX0" fmla="*/ 182319 w 934161"/>
                  <a:gd name="connsiteY0" fmla="*/ 476834 h 617079"/>
                  <a:gd name="connsiteX1" fmla="*/ 423541 w 934161"/>
                  <a:gd name="connsiteY1" fmla="*/ 339394 h 617079"/>
                  <a:gd name="connsiteX2" fmla="*/ 516103 w 934161"/>
                  <a:gd name="connsiteY2" fmla="*/ 617079 h 617079"/>
                  <a:gd name="connsiteX3" fmla="*/ 0 w 934161"/>
                  <a:gd name="connsiteY3" fmla="*/ 448785 h 617079"/>
                  <a:gd name="connsiteX4" fmla="*/ 274881 w 934161"/>
                  <a:gd name="connsiteY4" fmla="*/ 0 h 617079"/>
                  <a:gd name="connsiteX5" fmla="*/ 477341 w 934161"/>
                  <a:gd name="connsiteY5" fmla="*/ 243874 h 617079"/>
                  <a:gd name="connsiteX6" fmla="*/ 787773 w 934161"/>
                  <a:gd name="connsiteY6" fmla="*/ 162633 h 617079"/>
                  <a:gd name="connsiteX7" fmla="*/ 931229 w 934161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3800"/>
                  <a:gd name="connsiteY0" fmla="*/ 476834 h 617079"/>
                  <a:gd name="connsiteX1" fmla="*/ 423541 w 933800"/>
                  <a:gd name="connsiteY1" fmla="*/ 339394 h 617079"/>
                  <a:gd name="connsiteX2" fmla="*/ 516103 w 933800"/>
                  <a:gd name="connsiteY2" fmla="*/ 617079 h 617079"/>
                  <a:gd name="connsiteX3" fmla="*/ 0 w 933800"/>
                  <a:gd name="connsiteY3" fmla="*/ 448785 h 617079"/>
                  <a:gd name="connsiteX4" fmla="*/ 274881 w 933800"/>
                  <a:gd name="connsiteY4" fmla="*/ 0 h 617079"/>
                  <a:gd name="connsiteX5" fmla="*/ 477341 w 933800"/>
                  <a:gd name="connsiteY5" fmla="*/ 243874 h 617079"/>
                  <a:gd name="connsiteX6" fmla="*/ 782265 w 933800"/>
                  <a:gd name="connsiteY6" fmla="*/ 143353 h 617079"/>
                  <a:gd name="connsiteX7" fmla="*/ 931229 w 933800"/>
                  <a:gd name="connsiteY7" fmla="*/ 403906 h 617079"/>
                  <a:gd name="connsiteX0" fmla="*/ 182319 w 935016"/>
                  <a:gd name="connsiteY0" fmla="*/ 476834 h 617079"/>
                  <a:gd name="connsiteX1" fmla="*/ 423541 w 935016"/>
                  <a:gd name="connsiteY1" fmla="*/ 339394 h 617079"/>
                  <a:gd name="connsiteX2" fmla="*/ 516103 w 935016"/>
                  <a:gd name="connsiteY2" fmla="*/ 617079 h 617079"/>
                  <a:gd name="connsiteX3" fmla="*/ 0 w 935016"/>
                  <a:gd name="connsiteY3" fmla="*/ 448785 h 617079"/>
                  <a:gd name="connsiteX4" fmla="*/ 274881 w 935016"/>
                  <a:gd name="connsiteY4" fmla="*/ 0 h 617079"/>
                  <a:gd name="connsiteX5" fmla="*/ 477341 w 935016"/>
                  <a:gd name="connsiteY5" fmla="*/ 243874 h 617079"/>
                  <a:gd name="connsiteX6" fmla="*/ 782265 w 935016"/>
                  <a:gd name="connsiteY6" fmla="*/ 143353 h 617079"/>
                  <a:gd name="connsiteX7" fmla="*/ 931229 w 935016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77341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74881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6834 h 617079"/>
                  <a:gd name="connsiteX1" fmla="*/ 423541 w 932773"/>
                  <a:gd name="connsiteY1" fmla="*/ 339394 h 617079"/>
                  <a:gd name="connsiteX2" fmla="*/ 516103 w 932773"/>
                  <a:gd name="connsiteY2" fmla="*/ 617079 h 617079"/>
                  <a:gd name="connsiteX3" fmla="*/ 0 w 932773"/>
                  <a:gd name="connsiteY3" fmla="*/ 448785 h 617079"/>
                  <a:gd name="connsiteX4" fmla="*/ 239076 w 932773"/>
                  <a:gd name="connsiteY4" fmla="*/ 0 h 617079"/>
                  <a:gd name="connsiteX5" fmla="*/ 491112 w 932773"/>
                  <a:gd name="connsiteY5" fmla="*/ 243874 h 617079"/>
                  <a:gd name="connsiteX6" fmla="*/ 782265 w 932773"/>
                  <a:gd name="connsiteY6" fmla="*/ 143353 h 617079"/>
                  <a:gd name="connsiteX7" fmla="*/ 931229 w 932773"/>
                  <a:gd name="connsiteY7" fmla="*/ 403906 h 617079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82319 w 932773"/>
                  <a:gd name="connsiteY0" fmla="*/ 478537 h 618782"/>
                  <a:gd name="connsiteX1" fmla="*/ 423541 w 932773"/>
                  <a:gd name="connsiteY1" fmla="*/ 341097 h 618782"/>
                  <a:gd name="connsiteX2" fmla="*/ 516103 w 932773"/>
                  <a:gd name="connsiteY2" fmla="*/ 618782 h 618782"/>
                  <a:gd name="connsiteX3" fmla="*/ 0 w 932773"/>
                  <a:gd name="connsiteY3" fmla="*/ 450488 h 618782"/>
                  <a:gd name="connsiteX4" fmla="*/ 239076 w 932773"/>
                  <a:gd name="connsiteY4" fmla="*/ 1703 h 618782"/>
                  <a:gd name="connsiteX5" fmla="*/ 491112 w 932773"/>
                  <a:gd name="connsiteY5" fmla="*/ 245577 h 618782"/>
                  <a:gd name="connsiteX6" fmla="*/ 782265 w 932773"/>
                  <a:gd name="connsiteY6" fmla="*/ 145056 h 618782"/>
                  <a:gd name="connsiteX7" fmla="*/ 931229 w 932773"/>
                  <a:gd name="connsiteY7" fmla="*/ 405609 h 618782"/>
                  <a:gd name="connsiteX0" fmla="*/ 160286 w 910740"/>
                  <a:gd name="connsiteY0" fmla="*/ 478537 h 618782"/>
                  <a:gd name="connsiteX1" fmla="*/ 401508 w 910740"/>
                  <a:gd name="connsiteY1" fmla="*/ 341097 h 618782"/>
                  <a:gd name="connsiteX2" fmla="*/ 494070 w 910740"/>
                  <a:gd name="connsiteY2" fmla="*/ 618782 h 618782"/>
                  <a:gd name="connsiteX3" fmla="*/ 0 w 910740"/>
                  <a:gd name="connsiteY3" fmla="*/ 450488 h 618782"/>
                  <a:gd name="connsiteX4" fmla="*/ 217043 w 910740"/>
                  <a:gd name="connsiteY4" fmla="*/ 1703 h 618782"/>
                  <a:gd name="connsiteX5" fmla="*/ 469079 w 910740"/>
                  <a:gd name="connsiteY5" fmla="*/ 245577 h 618782"/>
                  <a:gd name="connsiteX6" fmla="*/ 760232 w 910740"/>
                  <a:gd name="connsiteY6" fmla="*/ 145056 h 618782"/>
                  <a:gd name="connsiteX7" fmla="*/ 909196 w 910740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18782"/>
                  <a:gd name="connsiteX1" fmla="*/ 446317 w 955549"/>
                  <a:gd name="connsiteY1" fmla="*/ 341097 h 618782"/>
                  <a:gd name="connsiteX2" fmla="*/ 538879 w 955549"/>
                  <a:gd name="connsiteY2" fmla="*/ 618782 h 618782"/>
                  <a:gd name="connsiteX3" fmla="*/ 44809 w 955549"/>
                  <a:gd name="connsiteY3" fmla="*/ 450488 h 618782"/>
                  <a:gd name="connsiteX4" fmla="*/ 261852 w 955549"/>
                  <a:gd name="connsiteY4" fmla="*/ 1703 h 618782"/>
                  <a:gd name="connsiteX5" fmla="*/ 513888 w 955549"/>
                  <a:gd name="connsiteY5" fmla="*/ 245577 h 618782"/>
                  <a:gd name="connsiteX6" fmla="*/ 805041 w 955549"/>
                  <a:gd name="connsiteY6" fmla="*/ 145056 h 618782"/>
                  <a:gd name="connsiteX7" fmla="*/ 954005 w 955549"/>
                  <a:gd name="connsiteY7" fmla="*/ 405609 h 618782"/>
                  <a:gd name="connsiteX0" fmla="*/ 205095 w 955549"/>
                  <a:gd name="connsiteY0" fmla="*/ 478537 h 607765"/>
                  <a:gd name="connsiteX1" fmla="*/ 446317 w 955549"/>
                  <a:gd name="connsiteY1" fmla="*/ 341097 h 607765"/>
                  <a:gd name="connsiteX2" fmla="*/ 527862 w 955549"/>
                  <a:gd name="connsiteY2" fmla="*/ 607765 h 607765"/>
                  <a:gd name="connsiteX3" fmla="*/ 44809 w 955549"/>
                  <a:gd name="connsiteY3" fmla="*/ 450488 h 607765"/>
                  <a:gd name="connsiteX4" fmla="*/ 261852 w 955549"/>
                  <a:gd name="connsiteY4" fmla="*/ 1703 h 607765"/>
                  <a:gd name="connsiteX5" fmla="*/ 513888 w 955549"/>
                  <a:gd name="connsiteY5" fmla="*/ 245577 h 607765"/>
                  <a:gd name="connsiteX6" fmla="*/ 805041 w 955549"/>
                  <a:gd name="connsiteY6" fmla="*/ 145056 h 607765"/>
                  <a:gd name="connsiteX7" fmla="*/ 954005 w 955549"/>
                  <a:gd name="connsiteY7" fmla="*/ 405609 h 60776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46317 w 955549"/>
                  <a:gd name="connsiteY1" fmla="*/ 34109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47853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402249 w 955549"/>
                  <a:gd name="connsiteY1" fmla="*/ 352114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05095 w 955549"/>
                  <a:gd name="connsiteY0" fmla="*/ 511587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4635"/>
                  <a:gd name="connsiteX1" fmla="*/ 396740 w 955549"/>
                  <a:gd name="connsiteY1" fmla="*/ 327327 h 664635"/>
                  <a:gd name="connsiteX2" fmla="*/ 527862 w 955549"/>
                  <a:gd name="connsiteY2" fmla="*/ 607765 h 664635"/>
                  <a:gd name="connsiteX3" fmla="*/ 44809 w 955549"/>
                  <a:gd name="connsiteY3" fmla="*/ 450488 h 664635"/>
                  <a:gd name="connsiteX4" fmla="*/ 261852 w 955549"/>
                  <a:gd name="connsiteY4" fmla="*/ 1703 h 664635"/>
                  <a:gd name="connsiteX5" fmla="*/ 513888 w 955549"/>
                  <a:gd name="connsiteY5" fmla="*/ 245577 h 664635"/>
                  <a:gd name="connsiteX6" fmla="*/ 805041 w 955549"/>
                  <a:gd name="connsiteY6" fmla="*/ 145056 h 664635"/>
                  <a:gd name="connsiteX7" fmla="*/ 954005 w 955549"/>
                  <a:gd name="connsiteY7" fmla="*/ 405609 h 664635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1620 w 955549"/>
                  <a:gd name="connsiteY0" fmla="*/ 500570 h 666793"/>
                  <a:gd name="connsiteX1" fmla="*/ 396740 w 955549"/>
                  <a:gd name="connsiteY1" fmla="*/ 327327 h 666793"/>
                  <a:gd name="connsiteX2" fmla="*/ 478286 w 955549"/>
                  <a:gd name="connsiteY2" fmla="*/ 610520 h 666793"/>
                  <a:gd name="connsiteX3" fmla="*/ 44809 w 955549"/>
                  <a:gd name="connsiteY3" fmla="*/ 450488 h 666793"/>
                  <a:gd name="connsiteX4" fmla="*/ 261852 w 955549"/>
                  <a:gd name="connsiteY4" fmla="*/ 1703 h 666793"/>
                  <a:gd name="connsiteX5" fmla="*/ 513888 w 955549"/>
                  <a:gd name="connsiteY5" fmla="*/ 245577 h 666793"/>
                  <a:gd name="connsiteX6" fmla="*/ 805041 w 955549"/>
                  <a:gd name="connsiteY6" fmla="*/ 145056 h 666793"/>
                  <a:gd name="connsiteX7" fmla="*/ 954005 w 955549"/>
                  <a:gd name="connsiteY7" fmla="*/ 405609 h 666793"/>
                  <a:gd name="connsiteX0" fmla="*/ 228696 w 962625"/>
                  <a:gd name="connsiteY0" fmla="*/ 500570 h 673975"/>
                  <a:gd name="connsiteX1" fmla="*/ 403816 w 962625"/>
                  <a:gd name="connsiteY1" fmla="*/ 327327 h 673975"/>
                  <a:gd name="connsiteX2" fmla="*/ 485362 w 962625"/>
                  <a:gd name="connsiteY2" fmla="*/ 610520 h 673975"/>
                  <a:gd name="connsiteX3" fmla="*/ 43623 w 962625"/>
                  <a:gd name="connsiteY3" fmla="*/ 480784 h 673975"/>
                  <a:gd name="connsiteX4" fmla="*/ 268928 w 962625"/>
                  <a:gd name="connsiteY4" fmla="*/ 1703 h 673975"/>
                  <a:gd name="connsiteX5" fmla="*/ 520964 w 962625"/>
                  <a:gd name="connsiteY5" fmla="*/ 245577 h 673975"/>
                  <a:gd name="connsiteX6" fmla="*/ 812117 w 962625"/>
                  <a:gd name="connsiteY6" fmla="*/ 145056 h 673975"/>
                  <a:gd name="connsiteX7" fmla="*/ 961081 w 962625"/>
                  <a:gd name="connsiteY7" fmla="*/ 405609 h 673975"/>
                  <a:gd name="connsiteX0" fmla="*/ 238218 w 972147"/>
                  <a:gd name="connsiteY0" fmla="*/ 500570 h 681004"/>
                  <a:gd name="connsiteX1" fmla="*/ 413338 w 972147"/>
                  <a:gd name="connsiteY1" fmla="*/ 327327 h 681004"/>
                  <a:gd name="connsiteX2" fmla="*/ 494884 w 972147"/>
                  <a:gd name="connsiteY2" fmla="*/ 610520 h 681004"/>
                  <a:gd name="connsiteX3" fmla="*/ 42128 w 972147"/>
                  <a:gd name="connsiteY3" fmla="*/ 505572 h 681004"/>
                  <a:gd name="connsiteX4" fmla="*/ 278450 w 972147"/>
                  <a:gd name="connsiteY4" fmla="*/ 1703 h 681004"/>
                  <a:gd name="connsiteX5" fmla="*/ 530486 w 972147"/>
                  <a:gd name="connsiteY5" fmla="*/ 245577 h 681004"/>
                  <a:gd name="connsiteX6" fmla="*/ 821639 w 972147"/>
                  <a:gd name="connsiteY6" fmla="*/ 145056 h 681004"/>
                  <a:gd name="connsiteX7" fmla="*/ 970603 w 972147"/>
                  <a:gd name="connsiteY7" fmla="*/ 405609 h 681004"/>
                  <a:gd name="connsiteX0" fmla="*/ 238218 w 972147"/>
                  <a:gd name="connsiteY0" fmla="*/ 500570 h 684851"/>
                  <a:gd name="connsiteX1" fmla="*/ 413338 w 972147"/>
                  <a:gd name="connsiteY1" fmla="*/ 327327 h 684851"/>
                  <a:gd name="connsiteX2" fmla="*/ 483867 w 972147"/>
                  <a:gd name="connsiteY2" fmla="*/ 616028 h 684851"/>
                  <a:gd name="connsiteX3" fmla="*/ 42128 w 972147"/>
                  <a:gd name="connsiteY3" fmla="*/ 505572 h 684851"/>
                  <a:gd name="connsiteX4" fmla="*/ 278450 w 972147"/>
                  <a:gd name="connsiteY4" fmla="*/ 1703 h 684851"/>
                  <a:gd name="connsiteX5" fmla="*/ 530486 w 972147"/>
                  <a:gd name="connsiteY5" fmla="*/ 245577 h 684851"/>
                  <a:gd name="connsiteX6" fmla="*/ 821639 w 972147"/>
                  <a:gd name="connsiteY6" fmla="*/ 145056 h 684851"/>
                  <a:gd name="connsiteX7" fmla="*/ 970603 w 972147"/>
                  <a:gd name="connsiteY7" fmla="*/ 405609 h 684851"/>
                  <a:gd name="connsiteX0" fmla="*/ 238218 w 972147"/>
                  <a:gd name="connsiteY0" fmla="*/ 500570 h 678763"/>
                  <a:gd name="connsiteX1" fmla="*/ 413338 w 972147"/>
                  <a:gd name="connsiteY1" fmla="*/ 327327 h 678763"/>
                  <a:gd name="connsiteX2" fmla="*/ 483867 w 972147"/>
                  <a:gd name="connsiteY2" fmla="*/ 616028 h 678763"/>
                  <a:gd name="connsiteX3" fmla="*/ 42128 w 972147"/>
                  <a:gd name="connsiteY3" fmla="*/ 505572 h 678763"/>
                  <a:gd name="connsiteX4" fmla="*/ 278450 w 972147"/>
                  <a:gd name="connsiteY4" fmla="*/ 1703 h 678763"/>
                  <a:gd name="connsiteX5" fmla="*/ 530486 w 972147"/>
                  <a:gd name="connsiteY5" fmla="*/ 245577 h 678763"/>
                  <a:gd name="connsiteX6" fmla="*/ 821639 w 972147"/>
                  <a:gd name="connsiteY6" fmla="*/ 145056 h 678763"/>
                  <a:gd name="connsiteX7" fmla="*/ 970603 w 972147"/>
                  <a:gd name="connsiteY7" fmla="*/ 405609 h 67876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130 h 679323"/>
                  <a:gd name="connsiteX1" fmla="*/ 413338 w 972147"/>
                  <a:gd name="connsiteY1" fmla="*/ 327887 h 679323"/>
                  <a:gd name="connsiteX2" fmla="*/ 483867 w 972147"/>
                  <a:gd name="connsiteY2" fmla="*/ 616588 h 679323"/>
                  <a:gd name="connsiteX3" fmla="*/ 42128 w 972147"/>
                  <a:gd name="connsiteY3" fmla="*/ 506132 h 679323"/>
                  <a:gd name="connsiteX4" fmla="*/ 278450 w 972147"/>
                  <a:gd name="connsiteY4" fmla="*/ 2263 h 679323"/>
                  <a:gd name="connsiteX5" fmla="*/ 535994 w 972147"/>
                  <a:gd name="connsiteY5" fmla="*/ 210332 h 679323"/>
                  <a:gd name="connsiteX6" fmla="*/ 821639 w 972147"/>
                  <a:gd name="connsiteY6" fmla="*/ 145616 h 679323"/>
                  <a:gd name="connsiteX7" fmla="*/ 970603 w 972147"/>
                  <a:gd name="connsiteY7" fmla="*/ 406169 h 679323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1584 h 679777"/>
                  <a:gd name="connsiteX1" fmla="*/ 413338 w 972147"/>
                  <a:gd name="connsiteY1" fmla="*/ 328341 h 679777"/>
                  <a:gd name="connsiteX2" fmla="*/ 483867 w 972147"/>
                  <a:gd name="connsiteY2" fmla="*/ 617042 h 679777"/>
                  <a:gd name="connsiteX3" fmla="*/ 42128 w 972147"/>
                  <a:gd name="connsiteY3" fmla="*/ 506586 h 679777"/>
                  <a:gd name="connsiteX4" fmla="*/ 278450 w 972147"/>
                  <a:gd name="connsiteY4" fmla="*/ 2717 h 679777"/>
                  <a:gd name="connsiteX5" fmla="*/ 535994 w 972147"/>
                  <a:gd name="connsiteY5" fmla="*/ 210786 h 679777"/>
                  <a:gd name="connsiteX6" fmla="*/ 821639 w 972147"/>
                  <a:gd name="connsiteY6" fmla="*/ 146070 h 679777"/>
                  <a:gd name="connsiteX7" fmla="*/ 970603 w 972147"/>
                  <a:gd name="connsiteY7" fmla="*/ 406623 h 679777"/>
                  <a:gd name="connsiteX0" fmla="*/ 238218 w 972147"/>
                  <a:gd name="connsiteY0" fmla="*/ 502590 h 680783"/>
                  <a:gd name="connsiteX1" fmla="*/ 413338 w 972147"/>
                  <a:gd name="connsiteY1" fmla="*/ 329347 h 680783"/>
                  <a:gd name="connsiteX2" fmla="*/ 483867 w 972147"/>
                  <a:gd name="connsiteY2" fmla="*/ 618048 h 680783"/>
                  <a:gd name="connsiteX3" fmla="*/ 42128 w 972147"/>
                  <a:gd name="connsiteY3" fmla="*/ 507592 h 680783"/>
                  <a:gd name="connsiteX4" fmla="*/ 278450 w 972147"/>
                  <a:gd name="connsiteY4" fmla="*/ 3723 h 680783"/>
                  <a:gd name="connsiteX5" fmla="*/ 535994 w 972147"/>
                  <a:gd name="connsiteY5" fmla="*/ 211792 h 680783"/>
                  <a:gd name="connsiteX6" fmla="*/ 821639 w 972147"/>
                  <a:gd name="connsiteY6" fmla="*/ 147076 h 680783"/>
                  <a:gd name="connsiteX7" fmla="*/ 970603 w 972147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2381"/>
                  <a:gd name="connsiteY0" fmla="*/ 502590 h 680783"/>
                  <a:gd name="connsiteX1" fmla="*/ 413338 w 972381"/>
                  <a:gd name="connsiteY1" fmla="*/ 329347 h 680783"/>
                  <a:gd name="connsiteX2" fmla="*/ 483867 w 972381"/>
                  <a:gd name="connsiteY2" fmla="*/ 618048 h 680783"/>
                  <a:gd name="connsiteX3" fmla="*/ 42128 w 972381"/>
                  <a:gd name="connsiteY3" fmla="*/ 507592 h 680783"/>
                  <a:gd name="connsiteX4" fmla="*/ 278450 w 972381"/>
                  <a:gd name="connsiteY4" fmla="*/ 3723 h 680783"/>
                  <a:gd name="connsiteX5" fmla="*/ 535994 w 972381"/>
                  <a:gd name="connsiteY5" fmla="*/ 211792 h 680783"/>
                  <a:gd name="connsiteX6" fmla="*/ 829902 w 972381"/>
                  <a:gd name="connsiteY6" fmla="*/ 119534 h 680783"/>
                  <a:gd name="connsiteX7" fmla="*/ 970603 w 972381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3905"/>
                  <a:gd name="connsiteY0" fmla="*/ 502590 h 680783"/>
                  <a:gd name="connsiteX1" fmla="*/ 413338 w 973905"/>
                  <a:gd name="connsiteY1" fmla="*/ 329347 h 680783"/>
                  <a:gd name="connsiteX2" fmla="*/ 483867 w 973905"/>
                  <a:gd name="connsiteY2" fmla="*/ 618048 h 680783"/>
                  <a:gd name="connsiteX3" fmla="*/ 42128 w 973905"/>
                  <a:gd name="connsiteY3" fmla="*/ 507592 h 680783"/>
                  <a:gd name="connsiteX4" fmla="*/ 278450 w 973905"/>
                  <a:gd name="connsiteY4" fmla="*/ 3723 h 680783"/>
                  <a:gd name="connsiteX5" fmla="*/ 535994 w 973905"/>
                  <a:gd name="connsiteY5" fmla="*/ 211792 h 680783"/>
                  <a:gd name="connsiteX6" fmla="*/ 857444 w 973905"/>
                  <a:gd name="connsiteY6" fmla="*/ 144322 h 680783"/>
                  <a:gd name="connsiteX7" fmla="*/ 970603 w 973905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028"/>
                  <a:gd name="connsiteY0" fmla="*/ 502590 h 680783"/>
                  <a:gd name="connsiteX1" fmla="*/ 413338 w 975028"/>
                  <a:gd name="connsiteY1" fmla="*/ 329347 h 680783"/>
                  <a:gd name="connsiteX2" fmla="*/ 483867 w 975028"/>
                  <a:gd name="connsiteY2" fmla="*/ 618048 h 680783"/>
                  <a:gd name="connsiteX3" fmla="*/ 42128 w 975028"/>
                  <a:gd name="connsiteY3" fmla="*/ 507592 h 680783"/>
                  <a:gd name="connsiteX4" fmla="*/ 278450 w 975028"/>
                  <a:gd name="connsiteY4" fmla="*/ 3723 h 680783"/>
                  <a:gd name="connsiteX5" fmla="*/ 535994 w 975028"/>
                  <a:gd name="connsiteY5" fmla="*/ 211792 h 680783"/>
                  <a:gd name="connsiteX6" fmla="*/ 857444 w 975028"/>
                  <a:gd name="connsiteY6" fmla="*/ 144322 h 680783"/>
                  <a:gd name="connsiteX7" fmla="*/ 970603 w 975028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5375"/>
                  <a:gd name="connsiteY0" fmla="*/ 502590 h 680783"/>
                  <a:gd name="connsiteX1" fmla="*/ 413338 w 975375"/>
                  <a:gd name="connsiteY1" fmla="*/ 329347 h 680783"/>
                  <a:gd name="connsiteX2" fmla="*/ 483867 w 975375"/>
                  <a:gd name="connsiteY2" fmla="*/ 618048 h 680783"/>
                  <a:gd name="connsiteX3" fmla="*/ 42128 w 975375"/>
                  <a:gd name="connsiteY3" fmla="*/ 507592 h 680783"/>
                  <a:gd name="connsiteX4" fmla="*/ 278450 w 975375"/>
                  <a:gd name="connsiteY4" fmla="*/ 3723 h 680783"/>
                  <a:gd name="connsiteX5" fmla="*/ 535994 w 975375"/>
                  <a:gd name="connsiteY5" fmla="*/ 211792 h 680783"/>
                  <a:gd name="connsiteX6" fmla="*/ 857444 w 975375"/>
                  <a:gd name="connsiteY6" fmla="*/ 144322 h 680783"/>
                  <a:gd name="connsiteX7" fmla="*/ 970603 w 975375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35994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2590 h 680783"/>
                  <a:gd name="connsiteX1" fmla="*/ 413338 w 973301"/>
                  <a:gd name="connsiteY1" fmla="*/ 329347 h 680783"/>
                  <a:gd name="connsiteX2" fmla="*/ 483867 w 973301"/>
                  <a:gd name="connsiteY2" fmla="*/ 618048 h 680783"/>
                  <a:gd name="connsiteX3" fmla="*/ 42128 w 973301"/>
                  <a:gd name="connsiteY3" fmla="*/ 507592 h 680783"/>
                  <a:gd name="connsiteX4" fmla="*/ 278450 w 973301"/>
                  <a:gd name="connsiteY4" fmla="*/ 3723 h 680783"/>
                  <a:gd name="connsiteX5" fmla="*/ 558028 w 973301"/>
                  <a:gd name="connsiteY5" fmla="*/ 211792 h 680783"/>
                  <a:gd name="connsiteX6" fmla="*/ 857444 w 973301"/>
                  <a:gd name="connsiteY6" fmla="*/ 144322 h 680783"/>
                  <a:gd name="connsiteX7" fmla="*/ 970603 w 973301"/>
                  <a:gd name="connsiteY7" fmla="*/ 407629 h 680783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3717 h 681910"/>
                  <a:gd name="connsiteX1" fmla="*/ 413338 w 973301"/>
                  <a:gd name="connsiteY1" fmla="*/ 330474 h 681910"/>
                  <a:gd name="connsiteX2" fmla="*/ 483867 w 973301"/>
                  <a:gd name="connsiteY2" fmla="*/ 619175 h 681910"/>
                  <a:gd name="connsiteX3" fmla="*/ 42128 w 973301"/>
                  <a:gd name="connsiteY3" fmla="*/ 508719 h 681910"/>
                  <a:gd name="connsiteX4" fmla="*/ 278450 w 973301"/>
                  <a:gd name="connsiteY4" fmla="*/ 4850 h 681910"/>
                  <a:gd name="connsiteX5" fmla="*/ 558028 w 973301"/>
                  <a:gd name="connsiteY5" fmla="*/ 212919 h 681910"/>
                  <a:gd name="connsiteX6" fmla="*/ 857444 w 973301"/>
                  <a:gd name="connsiteY6" fmla="*/ 145449 h 681910"/>
                  <a:gd name="connsiteX7" fmla="*/ 970603 w 973301"/>
                  <a:gd name="connsiteY7" fmla="*/ 408756 h 681910"/>
                  <a:gd name="connsiteX0" fmla="*/ 238218 w 973301"/>
                  <a:gd name="connsiteY0" fmla="*/ 506290 h 684483"/>
                  <a:gd name="connsiteX1" fmla="*/ 413338 w 973301"/>
                  <a:gd name="connsiteY1" fmla="*/ 333047 h 684483"/>
                  <a:gd name="connsiteX2" fmla="*/ 483867 w 973301"/>
                  <a:gd name="connsiteY2" fmla="*/ 621748 h 684483"/>
                  <a:gd name="connsiteX3" fmla="*/ 42128 w 973301"/>
                  <a:gd name="connsiteY3" fmla="*/ 511292 h 684483"/>
                  <a:gd name="connsiteX4" fmla="*/ 278450 w 973301"/>
                  <a:gd name="connsiteY4" fmla="*/ 7423 h 684483"/>
                  <a:gd name="connsiteX5" fmla="*/ 549765 w 973301"/>
                  <a:gd name="connsiteY5" fmla="*/ 190704 h 684483"/>
                  <a:gd name="connsiteX6" fmla="*/ 857444 w 973301"/>
                  <a:gd name="connsiteY6" fmla="*/ 148022 h 684483"/>
                  <a:gd name="connsiteX7" fmla="*/ 970603 w 973301"/>
                  <a:gd name="connsiteY7" fmla="*/ 411329 h 684483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3104 h 681297"/>
                  <a:gd name="connsiteX1" fmla="*/ 413338 w 973301"/>
                  <a:gd name="connsiteY1" fmla="*/ 329861 h 681297"/>
                  <a:gd name="connsiteX2" fmla="*/ 483867 w 973301"/>
                  <a:gd name="connsiteY2" fmla="*/ 618562 h 681297"/>
                  <a:gd name="connsiteX3" fmla="*/ 42128 w 973301"/>
                  <a:gd name="connsiteY3" fmla="*/ 508106 h 681297"/>
                  <a:gd name="connsiteX4" fmla="*/ 278450 w 973301"/>
                  <a:gd name="connsiteY4" fmla="*/ 4237 h 681297"/>
                  <a:gd name="connsiteX5" fmla="*/ 549765 w 973301"/>
                  <a:gd name="connsiteY5" fmla="*/ 187518 h 681297"/>
                  <a:gd name="connsiteX6" fmla="*/ 857444 w 973301"/>
                  <a:gd name="connsiteY6" fmla="*/ 144836 h 681297"/>
                  <a:gd name="connsiteX7" fmla="*/ 970603 w 973301"/>
                  <a:gd name="connsiteY7" fmla="*/ 408143 h 681297"/>
                  <a:gd name="connsiteX0" fmla="*/ 238218 w 973301"/>
                  <a:gd name="connsiteY0" fmla="*/ 501535 h 679728"/>
                  <a:gd name="connsiteX1" fmla="*/ 413338 w 973301"/>
                  <a:gd name="connsiteY1" fmla="*/ 328292 h 679728"/>
                  <a:gd name="connsiteX2" fmla="*/ 483867 w 973301"/>
                  <a:gd name="connsiteY2" fmla="*/ 616993 h 679728"/>
                  <a:gd name="connsiteX3" fmla="*/ 42128 w 973301"/>
                  <a:gd name="connsiteY3" fmla="*/ 506537 h 679728"/>
                  <a:gd name="connsiteX4" fmla="*/ 278450 w 973301"/>
                  <a:gd name="connsiteY4" fmla="*/ 2668 h 679728"/>
                  <a:gd name="connsiteX5" fmla="*/ 549765 w 973301"/>
                  <a:gd name="connsiteY5" fmla="*/ 185949 h 679728"/>
                  <a:gd name="connsiteX6" fmla="*/ 857444 w 973301"/>
                  <a:gd name="connsiteY6" fmla="*/ 143267 h 679728"/>
                  <a:gd name="connsiteX7" fmla="*/ 970603 w 973301"/>
                  <a:gd name="connsiteY7" fmla="*/ 406574 h 679728"/>
                  <a:gd name="connsiteX0" fmla="*/ 239713 w 974796"/>
                  <a:gd name="connsiteY0" fmla="*/ 509581 h 687774"/>
                  <a:gd name="connsiteX1" fmla="*/ 414833 w 974796"/>
                  <a:gd name="connsiteY1" fmla="*/ 336338 h 687774"/>
                  <a:gd name="connsiteX2" fmla="*/ 485362 w 974796"/>
                  <a:gd name="connsiteY2" fmla="*/ 625039 h 687774"/>
                  <a:gd name="connsiteX3" fmla="*/ 43623 w 974796"/>
                  <a:gd name="connsiteY3" fmla="*/ 514583 h 687774"/>
                  <a:gd name="connsiteX4" fmla="*/ 268928 w 974796"/>
                  <a:gd name="connsiteY4" fmla="*/ 2452 h 687774"/>
                  <a:gd name="connsiteX5" fmla="*/ 551260 w 974796"/>
                  <a:gd name="connsiteY5" fmla="*/ 193995 h 687774"/>
                  <a:gd name="connsiteX6" fmla="*/ 858939 w 974796"/>
                  <a:gd name="connsiteY6" fmla="*/ 151313 h 687774"/>
                  <a:gd name="connsiteX7" fmla="*/ 972098 w 974796"/>
                  <a:gd name="connsiteY7" fmla="*/ 414620 h 687774"/>
                  <a:gd name="connsiteX0" fmla="*/ 239713 w 974796"/>
                  <a:gd name="connsiteY0" fmla="*/ 508440 h 686633"/>
                  <a:gd name="connsiteX1" fmla="*/ 414833 w 974796"/>
                  <a:gd name="connsiteY1" fmla="*/ 335197 h 686633"/>
                  <a:gd name="connsiteX2" fmla="*/ 485362 w 974796"/>
                  <a:gd name="connsiteY2" fmla="*/ 623898 h 686633"/>
                  <a:gd name="connsiteX3" fmla="*/ 43623 w 974796"/>
                  <a:gd name="connsiteY3" fmla="*/ 513442 h 686633"/>
                  <a:gd name="connsiteX4" fmla="*/ 268928 w 974796"/>
                  <a:gd name="connsiteY4" fmla="*/ 1311 h 686633"/>
                  <a:gd name="connsiteX5" fmla="*/ 551260 w 974796"/>
                  <a:gd name="connsiteY5" fmla="*/ 192854 h 686633"/>
                  <a:gd name="connsiteX6" fmla="*/ 858939 w 974796"/>
                  <a:gd name="connsiteY6" fmla="*/ 150172 h 686633"/>
                  <a:gd name="connsiteX7" fmla="*/ 972098 w 974796"/>
                  <a:gd name="connsiteY7" fmla="*/ 413479 h 68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74796" h="686633">
                    <a:moveTo>
                      <a:pt x="239713" y="508440"/>
                    </a:moveTo>
                    <a:cubicBezTo>
                      <a:pt x="220051" y="400199"/>
                      <a:pt x="313311" y="308483"/>
                      <a:pt x="414833" y="335197"/>
                    </a:cubicBezTo>
                    <a:cubicBezTo>
                      <a:pt x="568709" y="355231"/>
                      <a:pt x="571103" y="526747"/>
                      <a:pt x="485362" y="623898"/>
                    </a:cubicBezTo>
                    <a:cubicBezTo>
                      <a:pt x="359231" y="741315"/>
                      <a:pt x="103653" y="687971"/>
                      <a:pt x="43623" y="513442"/>
                    </a:cubicBezTo>
                    <a:cubicBezTo>
                      <a:pt x="-86006" y="165544"/>
                      <a:pt x="98347" y="15949"/>
                      <a:pt x="268928" y="1311"/>
                    </a:cubicBezTo>
                    <a:cubicBezTo>
                      <a:pt x="423631" y="-11041"/>
                      <a:pt x="534267" y="64743"/>
                      <a:pt x="551260" y="192854"/>
                    </a:cubicBezTo>
                    <a:cubicBezTo>
                      <a:pt x="632704" y="84983"/>
                      <a:pt x="783005" y="98296"/>
                      <a:pt x="858939" y="150172"/>
                    </a:cubicBezTo>
                    <a:cubicBezTo>
                      <a:pt x="963678" y="201219"/>
                      <a:pt x="983037" y="310103"/>
                      <a:pt x="972098" y="413479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5" name="자유형: 도형 69">
                <a:extLst>
                  <a:ext uri="{FF2B5EF4-FFF2-40B4-BE49-F238E27FC236}">
                    <a16:creationId xmlns:a16="http://schemas.microsoft.com/office/drawing/2014/main" id="{9EE9C70F-BE88-4A6C-B419-5AEB70A23FA2}"/>
                  </a:ext>
                </a:extLst>
              </p:cNvPr>
              <p:cNvSpPr/>
              <p:nvPr/>
            </p:nvSpPr>
            <p:spPr>
              <a:xfrm>
                <a:off x="6646452" y="3560646"/>
                <a:ext cx="483425" cy="783120"/>
              </a:xfrm>
              <a:custGeom>
                <a:avLst/>
                <a:gdLst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4"/>
                  <a:gd name="connsiteY0" fmla="*/ 277685 h 1051840"/>
                  <a:gd name="connsiteX1" fmla="*/ 330979 w 647934"/>
                  <a:gd name="connsiteY1" fmla="*/ 0 h 1051840"/>
                  <a:gd name="connsiteX2" fmla="*/ 560982 w 647934"/>
                  <a:gd name="connsiteY2" fmla="*/ 171099 h 1051840"/>
                  <a:gd name="connsiteX3" fmla="*/ 468420 w 647934"/>
                  <a:gd name="connsiteY3" fmla="*/ 493663 h 1051840"/>
                  <a:gd name="connsiteX4" fmla="*/ 647934 w 647934"/>
                  <a:gd name="connsiteY4" fmla="*/ 793789 h 1051840"/>
                  <a:gd name="connsiteX5" fmla="*/ 468420 w 647934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51840"/>
                  <a:gd name="connsiteX1" fmla="*/ 330979 w 647937"/>
                  <a:gd name="connsiteY1" fmla="*/ 0 h 1051840"/>
                  <a:gd name="connsiteX2" fmla="*/ 560982 w 647937"/>
                  <a:gd name="connsiteY2" fmla="*/ 171099 h 1051840"/>
                  <a:gd name="connsiteX3" fmla="*/ 468420 w 647937"/>
                  <a:gd name="connsiteY3" fmla="*/ 493663 h 1051840"/>
                  <a:gd name="connsiteX4" fmla="*/ 647934 w 647937"/>
                  <a:gd name="connsiteY4" fmla="*/ 793789 h 1051840"/>
                  <a:gd name="connsiteX5" fmla="*/ 468420 w 647937"/>
                  <a:gd name="connsiteY5" fmla="*/ 1051840 h 1051840"/>
                  <a:gd name="connsiteX0" fmla="*/ 0 w 647937"/>
                  <a:gd name="connsiteY0" fmla="*/ 277685 h 1035314"/>
                  <a:gd name="connsiteX1" fmla="*/ 330979 w 647937"/>
                  <a:gd name="connsiteY1" fmla="*/ 0 h 1035314"/>
                  <a:gd name="connsiteX2" fmla="*/ 560982 w 647937"/>
                  <a:gd name="connsiteY2" fmla="*/ 171099 h 1035314"/>
                  <a:gd name="connsiteX3" fmla="*/ 468420 w 647937"/>
                  <a:gd name="connsiteY3" fmla="*/ 493663 h 1035314"/>
                  <a:gd name="connsiteX4" fmla="*/ 647934 w 647937"/>
                  <a:gd name="connsiteY4" fmla="*/ 793789 h 1035314"/>
                  <a:gd name="connsiteX5" fmla="*/ 465665 w 647937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428"/>
                  <a:gd name="connsiteY0" fmla="*/ 277685 h 1035314"/>
                  <a:gd name="connsiteX1" fmla="*/ 330979 w 642428"/>
                  <a:gd name="connsiteY1" fmla="*/ 0 h 1035314"/>
                  <a:gd name="connsiteX2" fmla="*/ 560982 w 642428"/>
                  <a:gd name="connsiteY2" fmla="*/ 171099 h 1035314"/>
                  <a:gd name="connsiteX3" fmla="*/ 468420 w 642428"/>
                  <a:gd name="connsiteY3" fmla="*/ 493663 h 1035314"/>
                  <a:gd name="connsiteX4" fmla="*/ 642425 w 642428"/>
                  <a:gd name="connsiteY4" fmla="*/ 769001 h 1035314"/>
                  <a:gd name="connsiteX5" fmla="*/ 465665 w 642428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501"/>
                  <a:gd name="connsiteY0" fmla="*/ 277685 h 1035314"/>
                  <a:gd name="connsiteX1" fmla="*/ 330979 w 642501"/>
                  <a:gd name="connsiteY1" fmla="*/ 0 h 1035314"/>
                  <a:gd name="connsiteX2" fmla="*/ 560982 w 642501"/>
                  <a:gd name="connsiteY2" fmla="*/ 171099 h 1035314"/>
                  <a:gd name="connsiteX3" fmla="*/ 468420 w 642501"/>
                  <a:gd name="connsiteY3" fmla="*/ 493663 h 1035314"/>
                  <a:gd name="connsiteX4" fmla="*/ 642425 w 642501"/>
                  <a:gd name="connsiteY4" fmla="*/ 769001 h 1035314"/>
                  <a:gd name="connsiteX5" fmla="*/ 465665 w 642501"/>
                  <a:gd name="connsiteY5" fmla="*/ 1035314 h 1035314"/>
                  <a:gd name="connsiteX0" fmla="*/ 0 w 642489"/>
                  <a:gd name="connsiteY0" fmla="*/ 277685 h 1035314"/>
                  <a:gd name="connsiteX1" fmla="*/ 330979 w 642489"/>
                  <a:gd name="connsiteY1" fmla="*/ 0 h 1035314"/>
                  <a:gd name="connsiteX2" fmla="*/ 560982 w 642489"/>
                  <a:gd name="connsiteY2" fmla="*/ 171099 h 1035314"/>
                  <a:gd name="connsiteX3" fmla="*/ 446386 w 642489"/>
                  <a:gd name="connsiteY3" fmla="*/ 490909 h 1035314"/>
                  <a:gd name="connsiteX4" fmla="*/ 642425 w 642489"/>
                  <a:gd name="connsiteY4" fmla="*/ 769001 h 1035314"/>
                  <a:gd name="connsiteX5" fmla="*/ 465665 w 642489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733"/>
                  <a:gd name="connsiteY0" fmla="*/ 277685 h 1035314"/>
                  <a:gd name="connsiteX1" fmla="*/ 330979 w 642733"/>
                  <a:gd name="connsiteY1" fmla="*/ 0 h 1035314"/>
                  <a:gd name="connsiteX2" fmla="*/ 560982 w 642733"/>
                  <a:gd name="connsiteY2" fmla="*/ 171099 h 1035314"/>
                  <a:gd name="connsiteX3" fmla="*/ 446386 w 642733"/>
                  <a:gd name="connsiteY3" fmla="*/ 490909 h 1035314"/>
                  <a:gd name="connsiteX4" fmla="*/ 642425 w 642733"/>
                  <a:gd name="connsiteY4" fmla="*/ 769001 h 1035314"/>
                  <a:gd name="connsiteX5" fmla="*/ 465665 w 642733"/>
                  <a:gd name="connsiteY5" fmla="*/ 1035314 h 1035314"/>
                  <a:gd name="connsiteX0" fmla="*/ 0 w 642564"/>
                  <a:gd name="connsiteY0" fmla="*/ 277685 h 1035314"/>
                  <a:gd name="connsiteX1" fmla="*/ 330979 w 642564"/>
                  <a:gd name="connsiteY1" fmla="*/ 0 h 1035314"/>
                  <a:gd name="connsiteX2" fmla="*/ 560982 w 642564"/>
                  <a:gd name="connsiteY2" fmla="*/ 171099 h 1035314"/>
                  <a:gd name="connsiteX3" fmla="*/ 446386 w 642564"/>
                  <a:gd name="connsiteY3" fmla="*/ 490909 h 1035314"/>
                  <a:gd name="connsiteX4" fmla="*/ 642425 w 642564"/>
                  <a:gd name="connsiteY4" fmla="*/ 769001 h 1035314"/>
                  <a:gd name="connsiteX5" fmla="*/ 465665 w 642564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77685 h 1035314"/>
                  <a:gd name="connsiteX1" fmla="*/ 330979 w 639815"/>
                  <a:gd name="connsiteY1" fmla="*/ 0 h 1035314"/>
                  <a:gd name="connsiteX2" fmla="*/ 560982 w 639815"/>
                  <a:gd name="connsiteY2" fmla="*/ 171099 h 1035314"/>
                  <a:gd name="connsiteX3" fmla="*/ 446386 w 639815"/>
                  <a:gd name="connsiteY3" fmla="*/ 490909 h 1035314"/>
                  <a:gd name="connsiteX4" fmla="*/ 639670 w 639815"/>
                  <a:gd name="connsiteY4" fmla="*/ 760738 h 1035314"/>
                  <a:gd name="connsiteX5" fmla="*/ 465665 w 639815"/>
                  <a:gd name="connsiteY5" fmla="*/ 1035314 h 1035314"/>
                  <a:gd name="connsiteX0" fmla="*/ 0 w 639815"/>
                  <a:gd name="connsiteY0" fmla="*/ 280359 h 1037988"/>
                  <a:gd name="connsiteX1" fmla="*/ 330979 w 639815"/>
                  <a:gd name="connsiteY1" fmla="*/ 2674 h 1037988"/>
                  <a:gd name="connsiteX2" fmla="*/ 560982 w 639815"/>
                  <a:gd name="connsiteY2" fmla="*/ 173773 h 1037988"/>
                  <a:gd name="connsiteX3" fmla="*/ 446386 w 639815"/>
                  <a:gd name="connsiteY3" fmla="*/ 493583 h 1037988"/>
                  <a:gd name="connsiteX4" fmla="*/ 639670 w 639815"/>
                  <a:gd name="connsiteY4" fmla="*/ 763412 h 1037988"/>
                  <a:gd name="connsiteX5" fmla="*/ 465665 w 639815"/>
                  <a:gd name="connsiteY5" fmla="*/ 1037988 h 1037988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84735 h 1042364"/>
                  <a:gd name="connsiteX1" fmla="*/ 330979 w 639815"/>
                  <a:gd name="connsiteY1" fmla="*/ 7050 h 1042364"/>
                  <a:gd name="connsiteX2" fmla="*/ 560982 w 639815"/>
                  <a:gd name="connsiteY2" fmla="*/ 178149 h 1042364"/>
                  <a:gd name="connsiteX3" fmla="*/ 446386 w 639815"/>
                  <a:gd name="connsiteY3" fmla="*/ 497959 h 1042364"/>
                  <a:gd name="connsiteX4" fmla="*/ 639670 w 639815"/>
                  <a:gd name="connsiteY4" fmla="*/ 767788 h 1042364"/>
                  <a:gd name="connsiteX5" fmla="*/ 465665 w 639815"/>
                  <a:gd name="connsiteY5" fmla="*/ 1042364 h 1042364"/>
                  <a:gd name="connsiteX0" fmla="*/ 0 w 639815"/>
                  <a:gd name="connsiteY0" fmla="*/ 278763 h 1036392"/>
                  <a:gd name="connsiteX1" fmla="*/ 330979 w 639815"/>
                  <a:gd name="connsiteY1" fmla="*/ 1078 h 1036392"/>
                  <a:gd name="connsiteX2" fmla="*/ 560982 w 639815"/>
                  <a:gd name="connsiteY2" fmla="*/ 172177 h 1036392"/>
                  <a:gd name="connsiteX3" fmla="*/ 446386 w 639815"/>
                  <a:gd name="connsiteY3" fmla="*/ 491987 h 1036392"/>
                  <a:gd name="connsiteX4" fmla="*/ 639670 w 639815"/>
                  <a:gd name="connsiteY4" fmla="*/ 761816 h 1036392"/>
                  <a:gd name="connsiteX5" fmla="*/ 465665 w 639815"/>
                  <a:gd name="connsiteY5" fmla="*/ 1036392 h 1036392"/>
                  <a:gd name="connsiteX0" fmla="*/ 0 w 639815"/>
                  <a:gd name="connsiteY0" fmla="*/ 280192 h 1037821"/>
                  <a:gd name="connsiteX1" fmla="*/ 330979 w 639815"/>
                  <a:gd name="connsiteY1" fmla="*/ 2507 h 1037821"/>
                  <a:gd name="connsiteX2" fmla="*/ 560982 w 639815"/>
                  <a:gd name="connsiteY2" fmla="*/ 173606 h 1037821"/>
                  <a:gd name="connsiteX3" fmla="*/ 446386 w 639815"/>
                  <a:gd name="connsiteY3" fmla="*/ 493416 h 1037821"/>
                  <a:gd name="connsiteX4" fmla="*/ 639670 w 639815"/>
                  <a:gd name="connsiteY4" fmla="*/ 763245 h 1037821"/>
                  <a:gd name="connsiteX5" fmla="*/ 465665 w 639815"/>
                  <a:gd name="connsiteY5" fmla="*/ 1037821 h 1037821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32 w 639847"/>
                  <a:gd name="connsiteY0" fmla="*/ 279537 h 1037166"/>
                  <a:gd name="connsiteX1" fmla="*/ 331011 w 639847"/>
                  <a:gd name="connsiteY1" fmla="*/ 1852 h 1037166"/>
                  <a:gd name="connsiteX2" fmla="*/ 561014 w 639847"/>
                  <a:gd name="connsiteY2" fmla="*/ 172951 h 1037166"/>
                  <a:gd name="connsiteX3" fmla="*/ 446418 w 639847"/>
                  <a:gd name="connsiteY3" fmla="*/ 492761 h 1037166"/>
                  <a:gd name="connsiteX4" fmla="*/ 639702 w 639847"/>
                  <a:gd name="connsiteY4" fmla="*/ 762590 h 1037166"/>
                  <a:gd name="connsiteX5" fmla="*/ 465697 w 639847"/>
                  <a:gd name="connsiteY5" fmla="*/ 1037166 h 1037166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26 w 639841"/>
                  <a:gd name="connsiteY0" fmla="*/ 279103 h 1036732"/>
                  <a:gd name="connsiteX1" fmla="*/ 331005 w 639841"/>
                  <a:gd name="connsiteY1" fmla="*/ 1418 h 1036732"/>
                  <a:gd name="connsiteX2" fmla="*/ 561008 w 639841"/>
                  <a:gd name="connsiteY2" fmla="*/ 172517 h 1036732"/>
                  <a:gd name="connsiteX3" fmla="*/ 446412 w 639841"/>
                  <a:gd name="connsiteY3" fmla="*/ 492327 h 1036732"/>
                  <a:gd name="connsiteX4" fmla="*/ 639696 w 639841"/>
                  <a:gd name="connsiteY4" fmla="*/ 762156 h 1036732"/>
                  <a:gd name="connsiteX5" fmla="*/ 465691 w 639841"/>
                  <a:gd name="connsiteY5" fmla="*/ 1036732 h 1036732"/>
                  <a:gd name="connsiteX0" fmla="*/ 26 w 639841"/>
                  <a:gd name="connsiteY0" fmla="*/ 279060 h 1036689"/>
                  <a:gd name="connsiteX1" fmla="*/ 331005 w 639841"/>
                  <a:gd name="connsiteY1" fmla="*/ 1375 h 1036689"/>
                  <a:gd name="connsiteX2" fmla="*/ 561008 w 639841"/>
                  <a:gd name="connsiteY2" fmla="*/ 172474 h 1036689"/>
                  <a:gd name="connsiteX3" fmla="*/ 446412 w 639841"/>
                  <a:gd name="connsiteY3" fmla="*/ 492284 h 1036689"/>
                  <a:gd name="connsiteX4" fmla="*/ 639696 w 639841"/>
                  <a:gd name="connsiteY4" fmla="*/ 762113 h 1036689"/>
                  <a:gd name="connsiteX5" fmla="*/ 465691 w 639841"/>
                  <a:gd name="connsiteY5" fmla="*/ 1036689 h 1036689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34 w 639849"/>
                  <a:gd name="connsiteY0" fmla="*/ 280063 h 1037692"/>
                  <a:gd name="connsiteX1" fmla="*/ 331013 w 639849"/>
                  <a:gd name="connsiteY1" fmla="*/ 2378 h 1037692"/>
                  <a:gd name="connsiteX2" fmla="*/ 561016 w 639849"/>
                  <a:gd name="connsiteY2" fmla="*/ 173477 h 1037692"/>
                  <a:gd name="connsiteX3" fmla="*/ 446420 w 639849"/>
                  <a:gd name="connsiteY3" fmla="*/ 493287 h 1037692"/>
                  <a:gd name="connsiteX4" fmla="*/ 639704 w 639849"/>
                  <a:gd name="connsiteY4" fmla="*/ 763116 h 1037692"/>
                  <a:gd name="connsiteX5" fmla="*/ 465699 w 639849"/>
                  <a:gd name="connsiteY5" fmla="*/ 1037692 h 1037692"/>
                  <a:gd name="connsiteX0" fmla="*/ 40 w 620576"/>
                  <a:gd name="connsiteY0" fmla="*/ 296331 h 1037435"/>
                  <a:gd name="connsiteX1" fmla="*/ 311740 w 620576"/>
                  <a:gd name="connsiteY1" fmla="*/ 2121 h 1037435"/>
                  <a:gd name="connsiteX2" fmla="*/ 541743 w 620576"/>
                  <a:gd name="connsiteY2" fmla="*/ 173220 h 1037435"/>
                  <a:gd name="connsiteX3" fmla="*/ 427147 w 620576"/>
                  <a:gd name="connsiteY3" fmla="*/ 493030 h 1037435"/>
                  <a:gd name="connsiteX4" fmla="*/ 620431 w 620576"/>
                  <a:gd name="connsiteY4" fmla="*/ 762859 h 1037435"/>
                  <a:gd name="connsiteX5" fmla="*/ 446426 w 620576"/>
                  <a:gd name="connsiteY5" fmla="*/ 1037435 h 1037435"/>
                  <a:gd name="connsiteX0" fmla="*/ 5008 w 625544"/>
                  <a:gd name="connsiteY0" fmla="*/ 297012 h 1038116"/>
                  <a:gd name="connsiteX1" fmla="*/ 316708 w 625544"/>
                  <a:gd name="connsiteY1" fmla="*/ 2802 h 1038116"/>
                  <a:gd name="connsiteX2" fmla="*/ 546711 w 625544"/>
                  <a:gd name="connsiteY2" fmla="*/ 173901 h 1038116"/>
                  <a:gd name="connsiteX3" fmla="*/ 432115 w 625544"/>
                  <a:gd name="connsiteY3" fmla="*/ 493711 h 1038116"/>
                  <a:gd name="connsiteX4" fmla="*/ 625399 w 625544"/>
                  <a:gd name="connsiteY4" fmla="*/ 763540 h 1038116"/>
                  <a:gd name="connsiteX5" fmla="*/ 451394 w 625544"/>
                  <a:gd name="connsiteY5" fmla="*/ 1038116 h 1038116"/>
                  <a:gd name="connsiteX0" fmla="*/ 5008 w 625544"/>
                  <a:gd name="connsiteY0" fmla="*/ 299704 h 1040808"/>
                  <a:gd name="connsiteX1" fmla="*/ 316708 w 625544"/>
                  <a:gd name="connsiteY1" fmla="*/ 2739 h 1040808"/>
                  <a:gd name="connsiteX2" fmla="*/ 546711 w 625544"/>
                  <a:gd name="connsiteY2" fmla="*/ 176593 h 1040808"/>
                  <a:gd name="connsiteX3" fmla="*/ 432115 w 625544"/>
                  <a:gd name="connsiteY3" fmla="*/ 496403 h 1040808"/>
                  <a:gd name="connsiteX4" fmla="*/ 625399 w 625544"/>
                  <a:gd name="connsiteY4" fmla="*/ 766232 h 1040808"/>
                  <a:gd name="connsiteX5" fmla="*/ 451394 w 625544"/>
                  <a:gd name="connsiteY5" fmla="*/ 1040808 h 1040808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4742"/>
                  <a:gd name="connsiteY0" fmla="*/ 298093 h 1039197"/>
                  <a:gd name="connsiteX1" fmla="*/ 315906 w 624742"/>
                  <a:gd name="connsiteY1" fmla="*/ 1128 h 1039197"/>
                  <a:gd name="connsiteX2" fmla="*/ 545909 w 624742"/>
                  <a:gd name="connsiteY2" fmla="*/ 174982 h 1039197"/>
                  <a:gd name="connsiteX3" fmla="*/ 431313 w 624742"/>
                  <a:gd name="connsiteY3" fmla="*/ 494792 h 1039197"/>
                  <a:gd name="connsiteX4" fmla="*/ 624597 w 624742"/>
                  <a:gd name="connsiteY4" fmla="*/ 764621 h 1039197"/>
                  <a:gd name="connsiteX5" fmla="*/ 450592 w 624742"/>
                  <a:gd name="connsiteY5" fmla="*/ 1039197 h 1039197"/>
                  <a:gd name="connsiteX0" fmla="*/ 4206 w 625023"/>
                  <a:gd name="connsiteY0" fmla="*/ 298093 h 1039197"/>
                  <a:gd name="connsiteX1" fmla="*/ 315906 w 625023"/>
                  <a:gd name="connsiteY1" fmla="*/ 1128 h 1039197"/>
                  <a:gd name="connsiteX2" fmla="*/ 545909 w 625023"/>
                  <a:gd name="connsiteY2" fmla="*/ 174982 h 1039197"/>
                  <a:gd name="connsiteX3" fmla="*/ 431313 w 625023"/>
                  <a:gd name="connsiteY3" fmla="*/ 494792 h 1039197"/>
                  <a:gd name="connsiteX4" fmla="*/ 624597 w 625023"/>
                  <a:gd name="connsiteY4" fmla="*/ 764621 h 1039197"/>
                  <a:gd name="connsiteX5" fmla="*/ 450592 w 625023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5059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25804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467"/>
                  <a:gd name="connsiteY0" fmla="*/ 298093 h 1039197"/>
                  <a:gd name="connsiteX1" fmla="*/ 315906 w 641467"/>
                  <a:gd name="connsiteY1" fmla="*/ 1128 h 1039197"/>
                  <a:gd name="connsiteX2" fmla="*/ 545909 w 641467"/>
                  <a:gd name="connsiteY2" fmla="*/ 174982 h 1039197"/>
                  <a:gd name="connsiteX3" fmla="*/ 431313 w 641467"/>
                  <a:gd name="connsiteY3" fmla="*/ 494792 h 1039197"/>
                  <a:gd name="connsiteX4" fmla="*/ 641122 w 641467"/>
                  <a:gd name="connsiteY4" fmla="*/ 764621 h 1039197"/>
                  <a:gd name="connsiteX5" fmla="*/ 417542 w 641467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417542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  <a:gd name="connsiteX0" fmla="*/ 4206 w 641503"/>
                  <a:gd name="connsiteY0" fmla="*/ 298093 h 1039197"/>
                  <a:gd name="connsiteX1" fmla="*/ 315906 w 641503"/>
                  <a:gd name="connsiteY1" fmla="*/ 1128 h 1039197"/>
                  <a:gd name="connsiteX2" fmla="*/ 545909 w 641503"/>
                  <a:gd name="connsiteY2" fmla="*/ 174982 h 1039197"/>
                  <a:gd name="connsiteX3" fmla="*/ 431313 w 641503"/>
                  <a:gd name="connsiteY3" fmla="*/ 494792 h 1039197"/>
                  <a:gd name="connsiteX4" fmla="*/ 641122 w 641503"/>
                  <a:gd name="connsiteY4" fmla="*/ 764621 h 1039197"/>
                  <a:gd name="connsiteX5" fmla="*/ 399268 w 641503"/>
                  <a:gd name="connsiteY5" fmla="*/ 1039197 h 1039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503" h="1039197">
                    <a:moveTo>
                      <a:pt x="4206" y="298093"/>
                    </a:moveTo>
                    <a:cubicBezTo>
                      <a:pt x="-31441" y="73328"/>
                      <a:pt x="167021" y="-10969"/>
                      <a:pt x="315906" y="1128"/>
                    </a:cubicBezTo>
                    <a:cubicBezTo>
                      <a:pt x="428380" y="8585"/>
                      <a:pt x="527080" y="95916"/>
                      <a:pt x="545909" y="174982"/>
                    </a:cubicBezTo>
                    <a:cubicBezTo>
                      <a:pt x="579319" y="262305"/>
                      <a:pt x="557648" y="418486"/>
                      <a:pt x="431313" y="494792"/>
                    </a:cubicBezTo>
                    <a:cubicBezTo>
                      <a:pt x="576532" y="548013"/>
                      <a:pt x="647384" y="650808"/>
                      <a:pt x="641122" y="764621"/>
                    </a:cubicBezTo>
                    <a:cubicBezTo>
                      <a:pt x="633615" y="919493"/>
                      <a:pt x="546235" y="1010014"/>
                      <a:pt x="399268" y="1039197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6" name="자유형: 도형 70">
                <a:extLst>
                  <a:ext uri="{FF2B5EF4-FFF2-40B4-BE49-F238E27FC236}">
                    <a16:creationId xmlns:a16="http://schemas.microsoft.com/office/drawing/2014/main" id="{0D592488-C8FF-4C53-A3A2-1C43BF2D7D66}"/>
                  </a:ext>
                </a:extLst>
              </p:cNvPr>
              <p:cNvSpPr/>
              <p:nvPr/>
            </p:nvSpPr>
            <p:spPr>
              <a:xfrm>
                <a:off x="6153240" y="3948272"/>
                <a:ext cx="785355" cy="780891"/>
              </a:xfrm>
              <a:custGeom>
                <a:avLst/>
                <a:gdLst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25244 w 970498"/>
                  <a:gd name="connsiteY6" fmla="*/ 384272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415126 w 970498"/>
                  <a:gd name="connsiteY7" fmla="*/ 56659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283295 w 970498"/>
                  <a:gd name="connsiteY0" fmla="*/ 213173 h 925619"/>
                  <a:gd name="connsiteX1" fmla="*/ 471224 w 970498"/>
                  <a:gd name="connsiteY1" fmla="*/ 0 h 925619"/>
                  <a:gd name="connsiteX2" fmla="*/ 611469 w 970498"/>
                  <a:gd name="connsiteY2" fmla="*/ 311345 h 925619"/>
                  <a:gd name="connsiteX3" fmla="*/ 970498 w 970498"/>
                  <a:gd name="connsiteY3" fmla="*/ 535737 h 925619"/>
                  <a:gd name="connsiteX4" fmla="*/ 538542 w 970498"/>
                  <a:gd name="connsiteY4" fmla="*/ 925619 h 925619"/>
                  <a:gd name="connsiteX5" fmla="*/ 0 w 970498"/>
                  <a:gd name="connsiteY5" fmla="*/ 852692 h 925619"/>
                  <a:gd name="connsiteX6" fmla="*/ 41769 w 970498"/>
                  <a:gd name="connsiteY6" fmla="*/ 395289 h 925619"/>
                  <a:gd name="connsiteX7" fmla="*/ 379321 w 97049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4345 w 1031548"/>
                  <a:gd name="connsiteY0" fmla="*/ 213173 h 925619"/>
                  <a:gd name="connsiteX1" fmla="*/ 532274 w 1031548"/>
                  <a:gd name="connsiteY1" fmla="*/ 0 h 925619"/>
                  <a:gd name="connsiteX2" fmla="*/ 672519 w 1031548"/>
                  <a:gd name="connsiteY2" fmla="*/ 311345 h 925619"/>
                  <a:gd name="connsiteX3" fmla="*/ 1031548 w 1031548"/>
                  <a:gd name="connsiteY3" fmla="*/ 535737 h 925619"/>
                  <a:gd name="connsiteX4" fmla="*/ 599592 w 1031548"/>
                  <a:gd name="connsiteY4" fmla="*/ 925619 h 925619"/>
                  <a:gd name="connsiteX5" fmla="*/ 61050 w 1031548"/>
                  <a:gd name="connsiteY5" fmla="*/ 852692 h 925619"/>
                  <a:gd name="connsiteX6" fmla="*/ 102819 w 1031548"/>
                  <a:gd name="connsiteY6" fmla="*/ 395289 h 925619"/>
                  <a:gd name="connsiteX7" fmla="*/ 440371 w 1031548"/>
                  <a:gd name="connsiteY7" fmla="*/ 599641 h 925619"/>
                  <a:gd name="connsiteX0" fmla="*/ 347877 w 1035080"/>
                  <a:gd name="connsiteY0" fmla="*/ 213173 h 925619"/>
                  <a:gd name="connsiteX1" fmla="*/ 535806 w 1035080"/>
                  <a:gd name="connsiteY1" fmla="*/ 0 h 925619"/>
                  <a:gd name="connsiteX2" fmla="*/ 676051 w 1035080"/>
                  <a:gd name="connsiteY2" fmla="*/ 311345 h 925619"/>
                  <a:gd name="connsiteX3" fmla="*/ 1035080 w 1035080"/>
                  <a:gd name="connsiteY3" fmla="*/ 535737 h 925619"/>
                  <a:gd name="connsiteX4" fmla="*/ 603124 w 1035080"/>
                  <a:gd name="connsiteY4" fmla="*/ 925619 h 925619"/>
                  <a:gd name="connsiteX5" fmla="*/ 53565 w 1035080"/>
                  <a:gd name="connsiteY5" fmla="*/ 871971 h 925619"/>
                  <a:gd name="connsiteX6" fmla="*/ 106351 w 1035080"/>
                  <a:gd name="connsiteY6" fmla="*/ 395289 h 925619"/>
                  <a:gd name="connsiteX7" fmla="*/ 443903 w 1035080"/>
                  <a:gd name="connsiteY7" fmla="*/ 599641 h 925619"/>
                  <a:gd name="connsiteX0" fmla="*/ 375671 w 1062874"/>
                  <a:gd name="connsiteY0" fmla="*/ 213173 h 925619"/>
                  <a:gd name="connsiteX1" fmla="*/ 563600 w 1062874"/>
                  <a:gd name="connsiteY1" fmla="*/ 0 h 925619"/>
                  <a:gd name="connsiteX2" fmla="*/ 703845 w 1062874"/>
                  <a:gd name="connsiteY2" fmla="*/ 311345 h 925619"/>
                  <a:gd name="connsiteX3" fmla="*/ 1062874 w 1062874"/>
                  <a:gd name="connsiteY3" fmla="*/ 535737 h 925619"/>
                  <a:gd name="connsiteX4" fmla="*/ 630918 w 1062874"/>
                  <a:gd name="connsiteY4" fmla="*/ 925619 h 925619"/>
                  <a:gd name="connsiteX5" fmla="*/ 81359 w 1062874"/>
                  <a:gd name="connsiteY5" fmla="*/ 871971 h 925619"/>
                  <a:gd name="connsiteX6" fmla="*/ 134145 w 1062874"/>
                  <a:gd name="connsiteY6" fmla="*/ 395289 h 925619"/>
                  <a:gd name="connsiteX7" fmla="*/ 471697 w 1062874"/>
                  <a:gd name="connsiteY7" fmla="*/ 599641 h 92561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30918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3239"/>
                  <a:gd name="connsiteX1" fmla="*/ 563600 w 1062874"/>
                  <a:gd name="connsiteY1" fmla="*/ 0 h 973239"/>
                  <a:gd name="connsiteX2" fmla="*/ 703845 w 1062874"/>
                  <a:gd name="connsiteY2" fmla="*/ 311345 h 973239"/>
                  <a:gd name="connsiteX3" fmla="*/ 1062874 w 1062874"/>
                  <a:gd name="connsiteY3" fmla="*/ 535737 h 973239"/>
                  <a:gd name="connsiteX4" fmla="*/ 606130 w 1062874"/>
                  <a:gd name="connsiteY4" fmla="*/ 925619 h 973239"/>
                  <a:gd name="connsiteX5" fmla="*/ 81359 w 1062874"/>
                  <a:gd name="connsiteY5" fmla="*/ 871971 h 973239"/>
                  <a:gd name="connsiteX6" fmla="*/ 134145 w 1062874"/>
                  <a:gd name="connsiteY6" fmla="*/ 395289 h 973239"/>
                  <a:gd name="connsiteX7" fmla="*/ 471697 w 1062874"/>
                  <a:gd name="connsiteY7" fmla="*/ 599641 h 973239"/>
                  <a:gd name="connsiteX0" fmla="*/ 375671 w 1062874"/>
                  <a:gd name="connsiteY0" fmla="*/ 213173 h 979036"/>
                  <a:gd name="connsiteX1" fmla="*/ 563600 w 1062874"/>
                  <a:gd name="connsiteY1" fmla="*/ 0 h 979036"/>
                  <a:gd name="connsiteX2" fmla="*/ 703845 w 1062874"/>
                  <a:gd name="connsiteY2" fmla="*/ 311345 h 979036"/>
                  <a:gd name="connsiteX3" fmla="*/ 1062874 w 1062874"/>
                  <a:gd name="connsiteY3" fmla="*/ 535737 h 979036"/>
                  <a:gd name="connsiteX4" fmla="*/ 597867 w 1062874"/>
                  <a:gd name="connsiteY4" fmla="*/ 942144 h 979036"/>
                  <a:gd name="connsiteX5" fmla="*/ 81359 w 1062874"/>
                  <a:gd name="connsiteY5" fmla="*/ 871971 h 979036"/>
                  <a:gd name="connsiteX6" fmla="*/ 134145 w 1062874"/>
                  <a:gd name="connsiteY6" fmla="*/ 395289 h 979036"/>
                  <a:gd name="connsiteX7" fmla="*/ 471697 w 1062874"/>
                  <a:gd name="connsiteY7" fmla="*/ 599641 h 979036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49379"/>
                  <a:gd name="connsiteX1" fmla="*/ 563600 w 1062874"/>
                  <a:gd name="connsiteY1" fmla="*/ 0 h 1049379"/>
                  <a:gd name="connsiteX2" fmla="*/ 703845 w 1062874"/>
                  <a:gd name="connsiteY2" fmla="*/ 311345 h 1049379"/>
                  <a:gd name="connsiteX3" fmla="*/ 1062874 w 1062874"/>
                  <a:gd name="connsiteY3" fmla="*/ 535737 h 1049379"/>
                  <a:gd name="connsiteX4" fmla="*/ 597867 w 1062874"/>
                  <a:gd name="connsiteY4" fmla="*/ 942144 h 1049379"/>
                  <a:gd name="connsiteX5" fmla="*/ 81359 w 1062874"/>
                  <a:gd name="connsiteY5" fmla="*/ 871971 h 1049379"/>
                  <a:gd name="connsiteX6" fmla="*/ 134145 w 1062874"/>
                  <a:gd name="connsiteY6" fmla="*/ 395289 h 1049379"/>
                  <a:gd name="connsiteX7" fmla="*/ 471697 w 1062874"/>
                  <a:gd name="connsiteY7" fmla="*/ 599641 h 1049379"/>
                  <a:gd name="connsiteX0" fmla="*/ 375671 w 1062874"/>
                  <a:gd name="connsiteY0" fmla="*/ 213173 h 1033999"/>
                  <a:gd name="connsiteX1" fmla="*/ 563600 w 1062874"/>
                  <a:gd name="connsiteY1" fmla="*/ 0 h 1033999"/>
                  <a:gd name="connsiteX2" fmla="*/ 703845 w 1062874"/>
                  <a:gd name="connsiteY2" fmla="*/ 311345 h 1033999"/>
                  <a:gd name="connsiteX3" fmla="*/ 1062874 w 1062874"/>
                  <a:gd name="connsiteY3" fmla="*/ 535737 h 1033999"/>
                  <a:gd name="connsiteX4" fmla="*/ 597867 w 1062874"/>
                  <a:gd name="connsiteY4" fmla="*/ 942144 h 1033999"/>
                  <a:gd name="connsiteX5" fmla="*/ 81359 w 1062874"/>
                  <a:gd name="connsiteY5" fmla="*/ 871971 h 1033999"/>
                  <a:gd name="connsiteX6" fmla="*/ 134145 w 1062874"/>
                  <a:gd name="connsiteY6" fmla="*/ 395289 h 1033999"/>
                  <a:gd name="connsiteX7" fmla="*/ 471697 w 1062874"/>
                  <a:gd name="connsiteY7" fmla="*/ 599641 h 1033999"/>
                  <a:gd name="connsiteX0" fmla="*/ 363975 w 1051178"/>
                  <a:gd name="connsiteY0" fmla="*/ 213173 h 1033999"/>
                  <a:gd name="connsiteX1" fmla="*/ 551904 w 1051178"/>
                  <a:gd name="connsiteY1" fmla="*/ 0 h 1033999"/>
                  <a:gd name="connsiteX2" fmla="*/ 692149 w 1051178"/>
                  <a:gd name="connsiteY2" fmla="*/ 311345 h 1033999"/>
                  <a:gd name="connsiteX3" fmla="*/ 1051178 w 1051178"/>
                  <a:gd name="connsiteY3" fmla="*/ 535737 h 1033999"/>
                  <a:gd name="connsiteX4" fmla="*/ 586171 w 1051178"/>
                  <a:gd name="connsiteY4" fmla="*/ 942144 h 1033999"/>
                  <a:gd name="connsiteX5" fmla="*/ 69663 w 1051178"/>
                  <a:gd name="connsiteY5" fmla="*/ 871971 h 1033999"/>
                  <a:gd name="connsiteX6" fmla="*/ 122449 w 1051178"/>
                  <a:gd name="connsiteY6" fmla="*/ 395289 h 1033999"/>
                  <a:gd name="connsiteX7" fmla="*/ 460001 w 1051178"/>
                  <a:gd name="connsiteY7" fmla="*/ 599641 h 1033999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51178"/>
                  <a:gd name="connsiteY0" fmla="*/ 213173 h 1030327"/>
                  <a:gd name="connsiteX1" fmla="*/ 551904 w 1051178"/>
                  <a:gd name="connsiteY1" fmla="*/ 0 h 1030327"/>
                  <a:gd name="connsiteX2" fmla="*/ 692149 w 1051178"/>
                  <a:gd name="connsiteY2" fmla="*/ 311345 h 1030327"/>
                  <a:gd name="connsiteX3" fmla="*/ 1051178 w 1051178"/>
                  <a:gd name="connsiteY3" fmla="*/ 535737 h 1030327"/>
                  <a:gd name="connsiteX4" fmla="*/ 613713 w 1051178"/>
                  <a:gd name="connsiteY4" fmla="*/ 936636 h 1030327"/>
                  <a:gd name="connsiteX5" fmla="*/ 69663 w 1051178"/>
                  <a:gd name="connsiteY5" fmla="*/ 871971 h 1030327"/>
                  <a:gd name="connsiteX6" fmla="*/ 122449 w 1051178"/>
                  <a:gd name="connsiteY6" fmla="*/ 395289 h 1030327"/>
                  <a:gd name="connsiteX7" fmla="*/ 460001 w 1051178"/>
                  <a:gd name="connsiteY7" fmla="*/ 599641 h 1030327"/>
                  <a:gd name="connsiteX0" fmla="*/ 363975 w 1034653"/>
                  <a:gd name="connsiteY0" fmla="*/ 213173 h 1030327"/>
                  <a:gd name="connsiteX1" fmla="*/ 551904 w 1034653"/>
                  <a:gd name="connsiteY1" fmla="*/ 0 h 1030327"/>
                  <a:gd name="connsiteX2" fmla="*/ 692149 w 1034653"/>
                  <a:gd name="connsiteY2" fmla="*/ 311345 h 1030327"/>
                  <a:gd name="connsiteX3" fmla="*/ 1034653 w 1034653"/>
                  <a:gd name="connsiteY3" fmla="*/ 538491 h 1030327"/>
                  <a:gd name="connsiteX4" fmla="*/ 613713 w 1034653"/>
                  <a:gd name="connsiteY4" fmla="*/ 936636 h 1030327"/>
                  <a:gd name="connsiteX5" fmla="*/ 69663 w 1034653"/>
                  <a:gd name="connsiteY5" fmla="*/ 871971 h 1030327"/>
                  <a:gd name="connsiteX6" fmla="*/ 122449 w 1034653"/>
                  <a:gd name="connsiteY6" fmla="*/ 395289 h 1030327"/>
                  <a:gd name="connsiteX7" fmla="*/ 460001 w 1034653"/>
                  <a:gd name="connsiteY7" fmla="*/ 599641 h 1030327"/>
                  <a:gd name="connsiteX0" fmla="*/ 363975 w 1037690"/>
                  <a:gd name="connsiteY0" fmla="*/ 213173 h 1030327"/>
                  <a:gd name="connsiteX1" fmla="*/ 551904 w 1037690"/>
                  <a:gd name="connsiteY1" fmla="*/ 0 h 1030327"/>
                  <a:gd name="connsiteX2" fmla="*/ 692149 w 1037690"/>
                  <a:gd name="connsiteY2" fmla="*/ 311345 h 1030327"/>
                  <a:gd name="connsiteX3" fmla="*/ 1034653 w 1037690"/>
                  <a:gd name="connsiteY3" fmla="*/ 538491 h 1030327"/>
                  <a:gd name="connsiteX4" fmla="*/ 613713 w 1037690"/>
                  <a:gd name="connsiteY4" fmla="*/ 936636 h 1030327"/>
                  <a:gd name="connsiteX5" fmla="*/ 69663 w 1037690"/>
                  <a:gd name="connsiteY5" fmla="*/ 871971 h 1030327"/>
                  <a:gd name="connsiteX6" fmla="*/ 122449 w 1037690"/>
                  <a:gd name="connsiteY6" fmla="*/ 395289 h 1030327"/>
                  <a:gd name="connsiteX7" fmla="*/ 460001 w 1037690"/>
                  <a:gd name="connsiteY7" fmla="*/ 599641 h 1030327"/>
                  <a:gd name="connsiteX0" fmla="*/ 363975 w 1037917"/>
                  <a:gd name="connsiteY0" fmla="*/ 213173 h 1030327"/>
                  <a:gd name="connsiteX1" fmla="*/ 551904 w 1037917"/>
                  <a:gd name="connsiteY1" fmla="*/ 0 h 1030327"/>
                  <a:gd name="connsiteX2" fmla="*/ 692149 w 1037917"/>
                  <a:gd name="connsiteY2" fmla="*/ 311345 h 1030327"/>
                  <a:gd name="connsiteX3" fmla="*/ 1034653 w 1037917"/>
                  <a:gd name="connsiteY3" fmla="*/ 538491 h 1030327"/>
                  <a:gd name="connsiteX4" fmla="*/ 613713 w 1037917"/>
                  <a:gd name="connsiteY4" fmla="*/ 936636 h 1030327"/>
                  <a:gd name="connsiteX5" fmla="*/ 69663 w 1037917"/>
                  <a:gd name="connsiteY5" fmla="*/ 871971 h 1030327"/>
                  <a:gd name="connsiteX6" fmla="*/ 122449 w 1037917"/>
                  <a:gd name="connsiteY6" fmla="*/ 395289 h 1030327"/>
                  <a:gd name="connsiteX7" fmla="*/ 460001 w 103791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6257"/>
                  <a:gd name="connsiteY0" fmla="*/ 213173 h 1030327"/>
                  <a:gd name="connsiteX1" fmla="*/ 551904 w 1046257"/>
                  <a:gd name="connsiteY1" fmla="*/ 0 h 1030327"/>
                  <a:gd name="connsiteX2" fmla="*/ 692149 w 1046257"/>
                  <a:gd name="connsiteY2" fmla="*/ 311345 h 1030327"/>
                  <a:gd name="connsiteX3" fmla="*/ 1034653 w 1046257"/>
                  <a:gd name="connsiteY3" fmla="*/ 538491 h 1030327"/>
                  <a:gd name="connsiteX4" fmla="*/ 613713 w 1046257"/>
                  <a:gd name="connsiteY4" fmla="*/ 936636 h 1030327"/>
                  <a:gd name="connsiteX5" fmla="*/ 69663 w 1046257"/>
                  <a:gd name="connsiteY5" fmla="*/ 871971 h 1030327"/>
                  <a:gd name="connsiteX6" fmla="*/ 122449 w 1046257"/>
                  <a:gd name="connsiteY6" fmla="*/ 395289 h 1030327"/>
                  <a:gd name="connsiteX7" fmla="*/ 460001 w 1046257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92149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2870 w 1041370"/>
                  <a:gd name="connsiteY2" fmla="*/ 311345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830 h 1030984"/>
                  <a:gd name="connsiteX1" fmla="*/ 551904 w 1041370"/>
                  <a:gd name="connsiteY1" fmla="*/ 657 h 1030984"/>
                  <a:gd name="connsiteX2" fmla="*/ 675624 w 1041370"/>
                  <a:gd name="connsiteY2" fmla="*/ 300985 h 1030984"/>
                  <a:gd name="connsiteX3" fmla="*/ 1034653 w 1041370"/>
                  <a:gd name="connsiteY3" fmla="*/ 539148 h 1030984"/>
                  <a:gd name="connsiteX4" fmla="*/ 613713 w 1041370"/>
                  <a:gd name="connsiteY4" fmla="*/ 937293 h 1030984"/>
                  <a:gd name="connsiteX5" fmla="*/ 69663 w 1041370"/>
                  <a:gd name="connsiteY5" fmla="*/ 872628 h 1030984"/>
                  <a:gd name="connsiteX6" fmla="*/ 122449 w 1041370"/>
                  <a:gd name="connsiteY6" fmla="*/ 395946 h 1030984"/>
                  <a:gd name="connsiteX7" fmla="*/ 460001 w 1041370"/>
                  <a:gd name="connsiteY7" fmla="*/ 600298 h 1030984"/>
                  <a:gd name="connsiteX0" fmla="*/ 363975 w 1041370"/>
                  <a:gd name="connsiteY0" fmla="*/ 213270 h 1030424"/>
                  <a:gd name="connsiteX1" fmla="*/ 551904 w 1041370"/>
                  <a:gd name="connsiteY1" fmla="*/ 97 h 1030424"/>
                  <a:gd name="connsiteX2" fmla="*/ 675624 w 1041370"/>
                  <a:gd name="connsiteY2" fmla="*/ 300425 h 1030424"/>
                  <a:gd name="connsiteX3" fmla="*/ 1034653 w 1041370"/>
                  <a:gd name="connsiteY3" fmla="*/ 538588 h 1030424"/>
                  <a:gd name="connsiteX4" fmla="*/ 613713 w 1041370"/>
                  <a:gd name="connsiteY4" fmla="*/ 936733 h 1030424"/>
                  <a:gd name="connsiteX5" fmla="*/ 69663 w 1041370"/>
                  <a:gd name="connsiteY5" fmla="*/ 872068 h 1030424"/>
                  <a:gd name="connsiteX6" fmla="*/ 122449 w 1041370"/>
                  <a:gd name="connsiteY6" fmla="*/ 395386 h 1030424"/>
                  <a:gd name="connsiteX7" fmla="*/ 460001 w 1041370"/>
                  <a:gd name="connsiteY7" fmla="*/ 599738 h 1030424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363975 w 1041370"/>
                  <a:gd name="connsiteY0" fmla="*/ 213173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60001 w 1041370"/>
                  <a:gd name="connsiteY7" fmla="*/ 599641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15934 w 1041370"/>
                  <a:gd name="connsiteY7" fmla="*/ 693285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370"/>
                  <a:gd name="connsiteY0" fmla="*/ 237961 h 1030327"/>
                  <a:gd name="connsiteX1" fmla="*/ 551904 w 1041370"/>
                  <a:gd name="connsiteY1" fmla="*/ 0 h 1030327"/>
                  <a:gd name="connsiteX2" fmla="*/ 675624 w 1041370"/>
                  <a:gd name="connsiteY2" fmla="*/ 300328 h 1030327"/>
                  <a:gd name="connsiteX3" fmla="*/ 1034653 w 1041370"/>
                  <a:gd name="connsiteY3" fmla="*/ 538491 h 1030327"/>
                  <a:gd name="connsiteX4" fmla="*/ 613713 w 1041370"/>
                  <a:gd name="connsiteY4" fmla="*/ 936636 h 1030327"/>
                  <a:gd name="connsiteX5" fmla="*/ 69663 w 1041370"/>
                  <a:gd name="connsiteY5" fmla="*/ 871971 h 1030327"/>
                  <a:gd name="connsiteX6" fmla="*/ 122449 w 1041370"/>
                  <a:gd name="connsiteY6" fmla="*/ 395289 h 1030327"/>
                  <a:gd name="connsiteX7" fmla="*/ 407671 w 1041370"/>
                  <a:gd name="connsiteY7" fmla="*/ 709810 h 1030327"/>
                  <a:gd name="connsiteX0" fmla="*/ 408043 w 1041266"/>
                  <a:gd name="connsiteY0" fmla="*/ 237961 h 1016230"/>
                  <a:gd name="connsiteX1" fmla="*/ 551904 w 1041266"/>
                  <a:gd name="connsiteY1" fmla="*/ 0 h 1016230"/>
                  <a:gd name="connsiteX2" fmla="*/ 675624 w 1041266"/>
                  <a:gd name="connsiteY2" fmla="*/ 300328 h 1016230"/>
                  <a:gd name="connsiteX3" fmla="*/ 1034653 w 1041266"/>
                  <a:gd name="connsiteY3" fmla="*/ 538491 h 1016230"/>
                  <a:gd name="connsiteX4" fmla="*/ 610959 w 1041266"/>
                  <a:gd name="connsiteY4" fmla="*/ 914602 h 1016230"/>
                  <a:gd name="connsiteX5" fmla="*/ 69663 w 1041266"/>
                  <a:gd name="connsiteY5" fmla="*/ 871971 h 1016230"/>
                  <a:gd name="connsiteX6" fmla="*/ 122449 w 1041266"/>
                  <a:gd name="connsiteY6" fmla="*/ 395289 h 1016230"/>
                  <a:gd name="connsiteX7" fmla="*/ 407671 w 1041266"/>
                  <a:gd name="connsiteY7" fmla="*/ 709810 h 1016230"/>
                  <a:gd name="connsiteX0" fmla="*/ 408043 w 1042386"/>
                  <a:gd name="connsiteY0" fmla="*/ 237961 h 1016230"/>
                  <a:gd name="connsiteX1" fmla="*/ 551904 w 1042386"/>
                  <a:gd name="connsiteY1" fmla="*/ 0 h 1016230"/>
                  <a:gd name="connsiteX2" fmla="*/ 675624 w 1042386"/>
                  <a:gd name="connsiteY2" fmla="*/ 300328 h 1016230"/>
                  <a:gd name="connsiteX3" fmla="*/ 1034653 w 1042386"/>
                  <a:gd name="connsiteY3" fmla="*/ 538491 h 1016230"/>
                  <a:gd name="connsiteX4" fmla="*/ 610959 w 1042386"/>
                  <a:gd name="connsiteY4" fmla="*/ 914602 h 1016230"/>
                  <a:gd name="connsiteX5" fmla="*/ 69663 w 1042386"/>
                  <a:gd name="connsiteY5" fmla="*/ 871971 h 1016230"/>
                  <a:gd name="connsiteX6" fmla="*/ 122449 w 1042386"/>
                  <a:gd name="connsiteY6" fmla="*/ 395289 h 1016230"/>
                  <a:gd name="connsiteX7" fmla="*/ 407671 w 1042386"/>
                  <a:gd name="connsiteY7" fmla="*/ 709810 h 1016230"/>
                  <a:gd name="connsiteX0" fmla="*/ 408043 w 1042386"/>
                  <a:gd name="connsiteY0" fmla="*/ 237961 h 1031503"/>
                  <a:gd name="connsiteX1" fmla="*/ 551904 w 1042386"/>
                  <a:gd name="connsiteY1" fmla="*/ 0 h 1031503"/>
                  <a:gd name="connsiteX2" fmla="*/ 675624 w 1042386"/>
                  <a:gd name="connsiteY2" fmla="*/ 300328 h 1031503"/>
                  <a:gd name="connsiteX3" fmla="*/ 1034653 w 1042386"/>
                  <a:gd name="connsiteY3" fmla="*/ 538491 h 1031503"/>
                  <a:gd name="connsiteX4" fmla="*/ 610959 w 1042386"/>
                  <a:gd name="connsiteY4" fmla="*/ 914602 h 1031503"/>
                  <a:gd name="connsiteX5" fmla="*/ 69663 w 1042386"/>
                  <a:gd name="connsiteY5" fmla="*/ 871971 h 1031503"/>
                  <a:gd name="connsiteX6" fmla="*/ 122449 w 1042386"/>
                  <a:gd name="connsiteY6" fmla="*/ 395289 h 1031503"/>
                  <a:gd name="connsiteX7" fmla="*/ 407671 w 1042386"/>
                  <a:gd name="connsiteY7" fmla="*/ 709810 h 1031503"/>
                  <a:gd name="connsiteX0" fmla="*/ 408043 w 1040983"/>
                  <a:gd name="connsiteY0" fmla="*/ 237961 h 1031503"/>
                  <a:gd name="connsiteX1" fmla="*/ 551904 w 1040983"/>
                  <a:gd name="connsiteY1" fmla="*/ 0 h 1031503"/>
                  <a:gd name="connsiteX2" fmla="*/ 675624 w 1040983"/>
                  <a:gd name="connsiteY2" fmla="*/ 300328 h 1031503"/>
                  <a:gd name="connsiteX3" fmla="*/ 1034653 w 1040983"/>
                  <a:gd name="connsiteY3" fmla="*/ 538491 h 1031503"/>
                  <a:gd name="connsiteX4" fmla="*/ 610959 w 1040983"/>
                  <a:gd name="connsiteY4" fmla="*/ 914602 h 1031503"/>
                  <a:gd name="connsiteX5" fmla="*/ 69663 w 1040983"/>
                  <a:gd name="connsiteY5" fmla="*/ 871971 h 1031503"/>
                  <a:gd name="connsiteX6" fmla="*/ 122449 w 1040983"/>
                  <a:gd name="connsiteY6" fmla="*/ 395289 h 1031503"/>
                  <a:gd name="connsiteX7" fmla="*/ 407671 w 1040983"/>
                  <a:gd name="connsiteY7" fmla="*/ 709810 h 1031503"/>
                  <a:gd name="connsiteX0" fmla="*/ 408043 w 1040983"/>
                  <a:gd name="connsiteY0" fmla="*/ 237961 h 1036239"/>
                  <a:gd name="connsiteX1" fmla="*/ 551904 w 1040983"/>
                  <a:gd name="connsiteY1" fmla="*/ 0 h 1036239"/>
                  <a:gd name="connsiteX2" fmla="*/ 675624 w 1040983"/>
                  <a:gd name="connsiteY2" fmla="*/ 300328 h 1036239"/>
                  <a:gd name="connsiteX3" fmla="*/ 1034653 w 1040983"/>
                  <a:gd name="connsiteY3" fmla="*/ 538491 h 1036239"/>
                  <a:gd name="connsiteX4" fmla="*/ 610959 w 1040983"/>
                  <a:gd name="connsiteY4" fmla="*/ 914602 h 1036239"/>
                  <a:gd name="connsiteX5" fmla="*/ 69663 w 1040983"/>
                  <a:gd name="connsiteY5" fmla="*/ 871971 h 1036239"/>
                  <a:gd name="connsiteX6" fmla="*/ 122449 w 1040983"/>
                  <a:gd name="connsiteY6" fmla="*/ 395289 h 1036239"/>
                  <a:gd name="connsiteX7" fmla="*/ 407671 w 1040983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75624 w 1040106"/>
                  <a:gd name="connsiteY2" fmla="*/ 300328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0106"/>
                  <a:gd name="connsiteY0" fmla="*/ 237961 h 1036239"/>
                  <a:gd name="connsiteX1" fmla="*/ 551904 w 1040106"/>
                  <a:gd name="connsiteY1" fmla="*/ 0 h 1036239"/>
                  <a:gd name="connsiteX2" fmla="*/ 694904 w 1040106"/>
                  <a:gd name="connsiteY2" fmla="*/ 308591 h 1036239"/>
                  <a:gd name="connsiteX3" fmla="*/ 1034653 w 1040106"/>
                  <a:gd name="connsiteY3" fmla="*/ 538491 h 1036239"/>
                  <a:gd name="connsiteX4" fmla="*/ 610959 w 1040106"/>
                  <a:gd name="connsiteY4" fmla="*/ 914602 h 1036239"/>
                  <a:gd name="connsiteX5" fmla="*/ 69663 w 1040106"/>
                  <a:gd name="connsiteY5" fmla="*/ 871971 h 1036239"/>
                  <a:gd name="connsiteX6" fmla="*/ 122449 w 1040106"/>
                  <a:gd name="connsiteY6" fmla="*/ 395289 h 1036239"/>
                  <a:gd name="connsiteX7" fmla="*/ 407671 w 1040106"/>
                  <a:gd name="connsiteY7" fmla="*/ 709810 h 1036239"/>
                  <a:gd name="connsiteX0" fmla="*/ 408043 w 1042163"/>
                  <a:gd name="connsiteY0" fmla="*/ 237961 h 1036239"/>
                  <a:gd name="connsiteX1" fmla="*/ 551904 w 1042163"/>
                  <a:gd name="connsiteY1" fmla="*/ 0 h 1036239"/>
                  <a:gd name="connsiteX2" fmla="*/ 694904 w 1042163"/>
                  <a:gd name="connsiteY2" fmla="*/ 308591 h 1036239"/>
                  <a:gd name="connsiteX3" fmla="*/ 1034653 w 1042163"/>
                  <a:gd name="connsiteY3" fmla="*/ 538491 h 1036239"/>
                  <a:gd name="connsiteX4" fmla="*/ 610959 w 1042163"/>
                  <a:gd name="connsiteY4" fmla="*/ 914602 h 1036239"/>
                  <a:gd name="connsiteX5" fmla="*/ 69663 w 1042163"/>
                  <a:gd name="connsiteY5" fmla="*/ 871971 h 1036239"/>
                  <a:gd name="connsiteX6" fmla="*/ 122449 w 1042163"/>
                  <a:gd name="connsiteY6" fmla="*/ 395289 h 1036239"/>
                  <a:gd name="connsiteX7" fmla="*/ 407671 w 1042163"/>
                  <a:gd name="connsiteY7" fmla="*/ 709810 h 103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2163" h="1036239">
                    <a:moveTo>
                      <a:pt x="408043" y="237961"/>
                    </a:moveTo>
                    <a:cubicBezTo>
                      <a:pt x="343992" y="128344"/>
                      <a:pt x="425913" y="2202"/>
                      <a:pt x="551904" y="0"/>
                    </a:cubicBezTo>
                    <a:cubicBezTo>
                      <a:pt x="692297" y="9220"/>
                      <a:pt x="799637" y="145134"/>
                      <a:pt x="694904" y="308591"/>
                    </a:cubicBezTo>
                    <a:cubicBezTo>
                      <a:pt x="913733" y="254856"/>
                      <a:pt x="1005866" y="388412"/>
                      <a:pt x="1034653" y="538491"/>
                    </a:cubicBezTo>
                    <a:cubicBezTo>
                      <a:pt x="1080710" y="748323"/>
                      <a:pt x="911934" y="1029765"/>
                      <a:pt x="610959" y="914602"/>
                    </a:cubicBezTo>
                    <a:cubicBezTo>
                      <a:pt x="529678" y="1130828"/>
                      <a:pt x="156451" y="1022057"/>
                      <a:pt x="69663" y="871971"/>
                    </a:cubicBezTo>
                    <a:cubicBezTo>
                      <a:pt x="-4549" y="766325"/>
                      <a:pt x="-59482" y="489919"/>
                      <a:pt x="122449" y="395289"/>
                    </a:cubicBezTo>
                    <a:cubicBezTo>
                      <a:pt x="315758" y="274283"/>
                      <a:pt x="605462" y="514080"/>
                      <a:pt x="407671" y="709810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47" name="자유형: 도형 71">
                <a:extLst>
                  <a:ext uri="{FF2B5EF4-FFF2-40B4-BE49-F238E27FC236}">
                    <a16:creationId xmlns:a16="http://schemas.microsoft.com/office/drawing/2014/main" id="{703B15DD-E311-426D-9802-8B6C51BBC393}"/>
                  </a:ext>
                </a:extLst>
              </p:cNvPr>
              <p:cNvSpPr/>
              <p:nvPr/>
            </p:nvSpPr>
            <p:spPr>
              <a:xfrm>
                <a:off x="6150565" y="3902140"/>
                <a:ext cx="223711" cy="335071"/>
              </a:xfrm>
              <a:custGeom>
                <a:avLst/>
                <a:gdLst>
                  <a:gd name="connsiteX0" fmla="*/ 0 w 210368"/>
                  <a:gd name="connsiteY0" fmla="*/ 692812 h 692812"/>
                  <a:gd name="connsiteX1" fmla="*/ 145855 w 210368"/>
                  <a:gd name="connsiteY1" fmla="*/ 0 h 692812"/>
                  <a:gd name="connsiteX2" fmla="*/ 210368 w 210368"/>
                  <a:gd name="connsiteY2" fmla="*/ 350614 h 692812"/>
                  <a:gd name="connsiteX0" fmla="*/ 0 w 204758"/>
                  <a:gd name="connsiteY0" fmla="*/ 692812 h 692812"/>
                  <a:gd name="connsiteX1" fmla="*/ 145855 w 204758"/>
                  <a:gd name="connsiteY1" fmla="*/ 0 h 692812"/>
                  <a:gd name="connsiteX2" fmla="*/ 204758 w 204758"/>
                  <a:gd name="connsiteY2" fmla="*/ 350614 h 692812"/>
                  <a:gd name="connsiteX0" fmla="*/ 0 w 259110"/>
                  <a:gd name="connsiteY0" fmla="*/ 692812 h 692812"/>
                  <a:gd name="connsiteX1" fmla="*/ 145855 w 259110"/>
                  <a:gd name="connsiteY1" fmla="*/ 0 h 692812"/>
                  <a:gd name="connsiteX2" fmla="*/ 204758 w 259110"/>
                  <a:gd name="connsiteY2" fmla="*/ 350614 h 692812"/>
                  <a:gd name="connsiteX0" fmla="*/ 0 w 259110"/>
                  <a:gd name="connsiteY0" fmla="*/ 670372 h 670372"/>
                  <a:gd name="connsiteX1" fmla="*/ 145855 w 259110"/>
                  <a:gd name="connsiteY1" fmla="*/ 0 h 670372"/>
                  <a:gd name="connsiteX2" fmla="*/ 204758 w 259110"/>
                  <a:gd name="connsiteY2" fmla="*/ 328174 h 670372"/>
                  <a:gd name="connsiteX0" fmla="*/ 0 w 276458"/>
                  <a:gd name="connsiteY0" fmla="*/ 670372 h 670372"/>
                  <a:gd name="connsiteX1" fmla="*/ 145855 w 276458"/>
                  <a:gd name="connsiteY1" fmla="*/ 0 h 670372"/>
                  <a:gd name="connsiteX2" fmla="*/ 204758 w 276458"/>
                  <a:gd name="connsiteY2" fmla="*/ 328174 h 670372"/>
                  <a:gd name="connsiteX0" fmla="*/ 0 w 276458"/>
                  <a:gd name="connsiteY0" fmla="*/ 670381 h 670381"/>
                  <a:gd name="connsiteX1" fmla="*/ 145855 w 276458"/>
                  <a:gd name="connsiteY1" fmla="*/ 9 h 670381"/>
                  <a:gd name="connsiteX2" fmla="*/ 204758 w 276458"/>
                  <a:gd name="connsiteY2" fmla="*/ 328183 h 670381"/>
                  <a:gd name="connsiteX0" fmla="*/ 17567 w 294025"/>
                  <a:gd name="connsiteY0" fmla="*/ 670381 h 670381"/>
                  <a:gd name="connsiteX1" fmla="*/ 163422 w 294025"/>
                  <a:gd name="connsiteY1" fmla="*/ 9 h 670381"/>
                  <a:gd name="connsiteX2" fmla="*/ 222325 w 294025"/>
                  <a:gd name="connsiteY2" fmla="*/ 328183 h 670381"/>
                  <a:gd name="connsiteX0" fmla="*/ 17567 w 327330"/>
                  <a:gd name="connsiteY0" fmla="*/ 671068 h 671068"/>
                  <a:gd name="connsiteX1" fmla="*/ 163422 w 327330"/>
                  <a:gd name="connsiteY1" fmla="*/ 696 h 671068"/>
                  <a:gd name="connsiteX2" fmla="*/ 222325 w 327330"/>
                  <a:gd name="connsiteY2" fmla="*/ 328870 h 671068"/>
                  <a:gd name="connsiteX0" fmla="*/ 17567 w 321664"/>
                  <a:gd name="connsiteY0" fmla="*/ 671068 h 671068"/>
                  <a:gd name="connsiteX1" fmla="*/ 163422 w 321664"/>
                  <a:gd name="connsiteY1" fmla="*/ 696 h 671068"/>
                  <a:gd name="connsiteX2" fmla="*/ 222325 w 321664"/>
                  <a:gd name="connsiteY2" fmla="*/ 328870 h 671068"/>
                  <a:gd name="connsiteX0" fmla="*/ 18431 w 322528"/>
                  <a:gd name="connsiteY0" fmla="*/ 671068 h 671068"/>
                  <a:gd name="connsiteX1" fmla="*/ 164286 w 322528"/>
                  <a:gd name="connsiteY1" fmla="*/ 696 h 671068"/>
                  <a:gd name="connsiteX2" fmla="*/ 223189 w 322528"/>
                  <a:gd name="connsiteY2" fmla="*/ 328870 h 671068"/>
                  <a:gd name="connsiteX0" fmla="*/ 18431 w 311947"/>
                  <a:gd name="connsiteY0" fmla="*/ 671151 h 671151"/>
                  <a:gd name="connsiteX1" fmla="*/ 164286 w 311947"/>
                  <a:gd name="connsiteY1" fmla="*/ 779 h 671151"/>
                  <a:gd name="connsiteX2" fmla="*/ 203910 w 311947"/>
                  <a:gd name="connsiteY2" fmla="*/ 312427 h 671151"/>
                  <a:gd name="connsiteX0" fmla="*/ 18431 w 319515"/>
                  <a:gd name="connsiteY0" fmla="*/ 670768 h 670768"/>
                  <a:gd name="connsiteX1" fmla="*/ 164286 w 319515"/>
                  <a:gd name="connsiteY1" fmla="*/ 396 h 670768"/>
                  <a:gd name="connsiteX2" fmla="*/ 203910 w 319515"/>
                  <a:gd name="connsiteY2" fmla="*/ 312044 h 670768"/>
                  <a:gd name="connsiteX0" fmla="*/ 16717 w 317801"/>
                  <a:gd name="connsiteY0" fmla="*/ 670768 h 670768"/>
                  <a:gd name="connsiteX1" fmla="*/ 162572 w 317801"/>
                  <a:gd name="connsiteY1" fmla="*/ 396 h 670768"/>
                  <a:gd name="connsiteX2" fmla="*/ 202196 w 317801"/>
                  <a:gd name="connsiteY2" fmla="*/ 312044 h 670768"/>
                  <a:gd name="connsiteX0" fmla="*/ 16717 w 320719"/>
                  <a:gd name="connsiteY0" fmla="*/ 670412 h 670412"/>
                  <a:gd name="connsiteX1" fmla="*/ 162572 w 320719"/>
                  <a:gd name="connsiteY1" fmla="*/ 40 h 670412"/>
                  <a:gd name="connsiteX2" fmla="*/ 202196 w 320719"/>
                  <a:gd name="connsiteY2" fmla="*/ 311688 h 670412"/>
                  <a:gd name="connsiteX0" fmla="*/ 16717 w 314294"/>
                  <a:gd name="connsiteY0" fmla="*/ 670412 h 670412"/>
                  <a:gd name="connsiteX1" fmla="*/ 162572 w 314294"/>
                  <a:gd name="connsiteY1" fmla="*/ 40 h 670412"/>
                  <a:gd name="connsiteX2" fmla="*/ 202196 w 314294"/>
                  <a:gd name="connsiteY2" fmla="*/ 311688 h 670412"/>
                  <a:gd name="connsiteX0" fmla="*/ 20002 w 313692"/>
                  <a:gd name="connsiteY0" fmla="*/ 684181 h 684181"/>
                  <a:gd name="connsiteX1" fmla="*/ 157594 w 313692"/>
                  <a:gd name="connsiteY1" fmla="*/ 38 h 684181"/>
                  <a:gd name="connsiteX2" fmla="*/ 205481 w 313692"/>
                  <a:gd name="connsiteY2" fmla="*/ 325457 h 684181"/>
                  <a:gd name="connsiteX0" fmla="*/ 20002 w 335146"/>
                  <a:gd name="connsiteY0" fmla="*/ 684143 h 684143"/>
                  <a:gd name="connsiteX1" fmla="*/ 157594 w 335146"/>
                  <a:gd name="connsiteY1" fmla="*/ 0 h 684143"/>
                  <a:gd name="connsiteX2" fmla="*/ 205481 w 335146"/>
                  <a:gd name="connsiteY2" fmla="*/ 325419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22593"/>
                  <a:gd name="connsiteY0" fmla="*/ 684143 h 684143"/>
                  <a:gd name="connsiteX1" fmla="*/ 157594 w 322593"/>
                  <a:gd name="connsiteY1" fmla="*/ 0 h 684143"/>
                  <a:gd name="connsiteX2" fmla="*/ 177939 w 322593"/>
                  <a:gd name="connsiteY2" fmla="*/ 275843 h 684143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20002 w 305016"/>
                  <a:gd name="connsiteY0" fmla="*/ 684145 h 684145"/>
                  <a:gd name="connsiteX1" fmla="*/ 157594 w 305016"/>
                  <a:gd name="connsiteY1" fmla="*/ 2 h 684145"/>
                  <a:gd name="connsiteX2" fmla="*/ 177939 w 305016"/>
                  <a:gd name="connsiteY2" fmla="*/ 275845 h 684145"/>
                  <a:gd name="connsiteX0" fmla="*/ 11876 w 318923"/>
                  <a:gd name="connsiteY0" fmla="*/ 463808 h 463808"/>
                  <a:gd name="connsiteX1" fmla="*/ 171501 w 318923"/>
                  <a:gd name="connsiteY1" fmla="*/ 2 h 463808"/>
                  <a:gd name="connsiteX2" fmla="*/ 191846 w 318923"/>
                  <a:gd name="connsiteY2" fmla="*/ 275845 h 463808"/>
                  <a:gd name="connsiteX0" fmla="*/ 11876 w 318923"/>
                  <a:gd name="connsiteY0" fmla="*/ 444528 h 444528"/>
                  <a:gd name="connsiteX1" fmla="*/ 171501 w 318923"/>
                  <a:gd name="connsiteY1" fmla="*/ 2 h 444528"/>
                  <a:gd name="connsiteX2" fmla="*/ 191846 w 318923"/>
                  <a:gd name="connsiteY2" fmla="*/ 275845 h 444528"/>
                  <a:gd name="connsiteX0" fmla="*/ 1452 w 308499"/>
                  <a:gd name="connsiteY0" fmla="*/ 444528 h 444528"/>
                  <a:gd name="connsiteX1" fmla="*/ 161077 w 308499"/>
                  <a:gd name="connsiteY1" fmla="*/ 2 h 444528"/>
                  <a:gd name="connsiteX2" fmla="*/ 181422 w 308499"/>
                  <a:gd name="connsiteY2" fmla="*/ 275845 h 444528"/>
                  <a:gd name="connsiteX0" fmla="*/ 1452 w 296864"/>
                  <a:gd name="connsiteY0" fmla="*/ 444638 h 444638"/>
                  <a:gd name="connsiteX1" fmla="*/ 161077 w 296864"/>
                  <a:gd name="connsiteY1" fmla="*/ 112 h 444638"/>
                  <a:gd name="connsiteX2" fmla="*/ 181422 w 296864"/>
                  <a:gd name="connsiteY2" fmla="*/ 275955 h 444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96864" h="444638">
                    <a:moveTo>
                      <a:pt x="1452" y="444638"/>
                    </a:moveTo>
                    <a:cubicBezTo>
                      <a:pt x="-2260" y="204656"/>
                      <a:pt x="-11482" y="8739"/>
                      <a:pt x="161077" y="112"/>
                    </a:cubicBezTo>
                    <a:cubicBezTo>
                      <a:pt x="350238" y="-6281"/>
                      <a:pt x="327228" y="262274"/>
                      <a:pt x="181422" y="275955"/>
                    </a:cubicBezTo>
                  </a:path>
                </a:pathLst>
              </a:custGeom>
              <a:noFill/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cxnSp>
            <p:nvCxnSpPr>
              <p:cNvPr id="148" name="직선 연결선 72">
                <a:extLst>
                  <a:ext uri="{FF2B5EF4-FFF2-40B4-BE49-F238E27FC236}">
                    <a16:creationId xmlns:a16="http://schemas.microsoft.com/office/drawing/2014/main" id="{96446FFE-0DED-42EA-91AF-BB33CCBCE9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52008" y="3476077"/>
                <a:ext cx="1188" cy="974737"/>
              </a:xfrm>
              <a:prstGeom prst="line">
                <a:avLst/>
              </a:prstGeom>
              <a:ln w="508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4" name="그룹 31">
            <a:extLst>
              <a:ext uri="{FF2B5EF4-FFF2-40B4-BE49-F238E27FC236}">
                <a16:creationId xmlns:a16="http://schemas.microsoft.com/office/drawing/2014/main" id="{70B94C9C-1BFA-42AD-BB25-2FD3247E9E60}"/>
              </a:ext>
            </a:extLst>
          </p:cNvPr>
          <p:cNvGrpSpPr/>
          <p:nvPr userDrawn="1"/>
        </p:nvGrpSpPr>
        <p:grpSpPr>
          <a:xfrm>
            <a:off x="2428634" y="1526497"/>
            <a:ext cx="1809131" cy="1850987"/>
            <a:chOff x="9087273" y="2875432"/>
            <a:chExt cx="2303626" cy="2356921"/>
          </a:xfrm>
          <a:solidFill>
            <a:schemeClr val="accent1"/>
          </a:solidFill>
        </p:grpSpPr>
        <p:sp>
          <p:nvSpPr>
            <p:cNvPr id="155" name="Rounded Rectangle 7">
              <a:extLst>
                <a:ext uri="{FF2B5EF4-FFF2-40B4-BE49-F238E27FC236}">
                  <a16:creationId xmlns:a16="http://schemas.microsoft.com/office/drawing/2014/main" id="{A860B3D6-AC1E-4EA6-BAE1-9A4E1D3DBFE5}"/>
                </a:ext>
              </a:extLst>
            </p:cNvPr>
            <p:cNvSpPr/>
            <p:nvPr/>
          </p:nvSpPr>
          <p:spPr>
            <a:xfrm>
              <a:off x="10019157" y="4810446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6" name="Rounded Rectangle 8">
              <a:extLst>
                <a:ext uri="{FF2B5EF4-FFF2-40B4-BE49-F238E27FC236}">
                  <a16:creationId xmlns:a16="http://schemas.microsoft.com/office/drawing/2014/main" id="{9A276E63-440D-41A6-A1AA-4D796B22C38D}"/>
                </a:ext>
              </a:extLst>
            </p:cNvPr>
            <p:cNvSpPr/>
            <p:nvPr/>
          </p:nvSpPr>
          <p:spPr>
            <a:xfrm>
              <a:off x="10019157" y="4908581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7" name="Rounded Rectangle 9">
              <a:extLst>
                <a:ext uri="{FF2B5EF4-FFF2-40B4-BE49-F238E27FC236}">
                  <a16:creationId xmlns:a16="http://schemas.microsoft.com/office/drawing/2014/main" id="{FDF88A8B-376D-43C9-876A-8CA79C18B290}"/>
                </a:ext>
              </a:extLst>
            </p:cNvPr>
            <p:cNvSpPr/>
            <p:nvPr/>
          </p:nvSpPr>
          <p:spPr>
            <a:xfrm>
              <a:off x="10019157" y="5006715"/>
              <a:ext cx="433068" cy="7404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8" name="Chord 8">
              <a:extLst>
                <a:ext uri="{FF2B5EF4-FFF2-40B4-BE49-F238E27FC236}">
                  <a16:creationId xmlns:a16="http://schemas.microsoft.com/office/drawing/2014/main" id="{D5441F95-7B59-4C91-8036-58C15482EADA}"/>
                </a:ext>
              </a:extLst>
            </p:cNvPr>
            <p:cNvSpPr/>
            <p:nvPr/>
          </p:nvSpPr>
          <p:spPr>
            <a:xfrm rot="19366553">
              <a:off x="10104241" y="5001620"/>
              <a:ext cx="279977" cy="230733"/>
            </a:xfrm>
            <a:custGeom>
              <a:avLst/>
              <a:gdLst/>
              <a:ahLst/>
              <a:cxnLst/>
              <a:rect l="l" t="t" r="r" b="b"/>
              <a:pathLst>
                <a:path w="808567" h="666352">
                  <a:moveTo>
                    <a:pt x="11238" y="0"/>
                  </a:moveTo>
                  <a:lnTo>
                    <a:pt x="808567" y="605735"/>
                  </a:lnTo>
                  <a:cubicBezTo>
                    <a:pt x="631295" y="696452"/>
                    <a:pt x="413578" y="686352"/>
                    <a:pt x="241904" y="568647"/>
                  </a:cubicBezTo>
                  <a:cubicBezTo>
                    <a:pt x="54716" y="440307"/>
                    <a:pt x="-32876" y="214793"/>
                    <a:pt x="11238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/>
            </a:p>
          </p:txBody>
        </p:sp>
        <p:sp>
          <p:nvSpPr>
            <p:cNvPr id="159" name="Freeform 19">
              <a:extLst>
                <a:ext uri="{FF2B5EF4-FFF2-40B4-BE49-F238E27FC236}">
                  <a16:creationId xmlns:a16="http://schemas.microsoft.com/office/drawing/2014/main" id="{290AD40C-74DF-4429-9256-2FAECC8EE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5953" y="3562517"/>
              <a:ext cx="1039477" cy="1222505"/>
            </a:xfrm>
            <a:custGeom>
              <a:avLst/>
              <a:gdLst>
                <a:gd name="T0" fmla="*/ 1239 w 2141"/>
                <a:gd name="T1" fmla="*/ 16 h 2665"/>
                <a:gd name="T2" fmla="*/ 1465 w 2141"/>
                <a:gd name="T3" fmla="*/ 82 h 2665"/>
                <a:gd name="T4" fmla="*/ 1673 w 2141"/>
                <a:gd name="T5" fmla="*/ 194 h 2665"/>
                <a:gd name="T6" fmla="*/ 1855 w 2141"/>
                <a:gd name="T7" fmla="*/ 349 h 2665"/>
                <a:gd name="T8" fmla="*/ 2000 w 2141"/>
                <a:gd name="T9" fmla="*/ 546 h 2665"/>
                <a:gd name="T10" fmla="*/ 2099 w 2141"/>
                <a:gd name="T11" fmla="*/ 777 h 2665"/>
                <a:gd name="T12" fmla="*/ 2141 w 2141"/>
                <a:gd name="T13" fmla="*/ 1039 h 2665"/>
                <a:gd name="T14" fmla="*/ 2119 w 2141"/>
                <a:gd name="T15" fmla="*/ 1331 h 2665"/>
                <a:gd name="T16" fmla="*/ 2051 w 2141"/>
                <a:gd name="T17" fmla="*/ 1562 h 2665"/>
                <a:gd name="T18" fmla="*/ 1959 w 2141"/>
                <a:gd name="T19" fmla="*/ 1722 h 2665"/>
                <a:gd name="T20" fmla="*/ 1853 w 2141"/>
                <a:gd name="T21" fmla="*/ 1859 h 2665"/>
                <a:gd name="T22" fmla="*/ 1743 w 2141"/>
                <a:gd name="T23" fmla="*/ 1990 h 2665"/>
                <a:gd name="T24" fmla="*/ 1644 w 2141"/>
                <a:gd name="T25" fmla="*/ 2133 h 2665"/>
                <a:gd name="T26" fmla="*/ 1578 w 2141"/>
                <a:gd name="T27" fmla="*/ 2265 h 2665"/>
                <a:gd name="T28" fmla="*/ 1542 w 2141"/>
                <a:gd name="T29" fmla="*/ 2384 h 2665"/>
                <a:gd name="T30" fmla="*/ 1535 w 2141"/>
                <a:gd name="T31" fmla="*/ 2512 h 2665"/>
                <a:gd name="T32" fmla="*/ 1495 w 2141"/>
                <a:gd name="T33" fmla="*/ 2608 h 2665"/>
                <a:gd name="T34" fmla="*/ 1430 w 2141"/>
                <a:gd name="T35" fmla="*/ 2661 h 2665"/>
                <a:gd name="T36" fmla="*/ 1302 w 2141"/>
                <a:gd name="T37" fmla="*/ 2665 h 2665"/>
                <a:gd name="T38" fmla="*/ 1103 w 2141"/>
                <a:gd name="T39" fmla="*/ 2664 h 2665"/>
                <a:gd name="T40" fmla="*/ 893 w 2141"/>
                <a:gd name="T41" fmla="*/ 2664 h 2665"/>
                <a:gd name="T42" fmla="*/ 736 w 2141"/>
                <a:gd name="T43" fmla="*/ 2664 h 2665"/>
                <a:gd name="T44" fmla="*/ 668 w 2141"/>
                <a:gd name="T45" fmla="*/ 2629 h 2665"/>
                <a:gd name="T46" fmla="*/ 633 w 2141"/>
                <a:gd name="T47" fmla="*/ 2573 h 2665"/>
                <a:gd name="T48" fmla="*/ 621 w 2141"/>
                <a:gd name="T49" fmla="*/ 2514 h 2665"/>
                <a:gd name="T50" fmla="*/ 621 w 2141"/>
                <a:gd name="T51" fmla="*/ 2441 h 2665"/>
                <a:gd name="T52" fmla="*/ 615 w 2141"/>
                <a:gd name="T53" fmla="*/ 2358 h 2665"/>
                <a:gd name="T54" fmla="*/ 589 w 2141"/>
                <a:gd name="T55" fmla="*/ 2258 h 2665"/>
                <a:gd name="T56" fmla="*/ 522 w 2141"/>
                <a:gd name="T57" fmla="*/ 2136 h 2665"/>
                <a:gd name="T58" fmla="*/ 429 w 2141"/>
                <a:gd name="T59" fmla="*/ 2015 h 2665"/>
                <a:gd name="T60" fmla="*/ 351 w 2141"/>
                <a:gd name="T61" fmla="*/ 1917 h 2665"/>
                <a:gd name="T62" fmla="*/ 250 w 2141"/>
                <a:gd name="T63" fmla="*/ 1794 h 2665"/>
                <a:gd name="T64" fmla="*/ 145 w 2141"/>
                <a:gd name="T65" fmla="*/ 1641 h 2665"/>
                <a:gd name="T66" fmla="*/ 58 w 2141"/>
                <a:gd name="T67" fmla="*/ 1458 h 2665"/>
                <a:gd name="T68" fmla="*/ 6 w 2141"/>
                <a:gd name="T69" fmla="*/ 1244 h 2665"/>
                <a:gd name="T70" fmla="*/ 7 w 2141"/>
                <a:gd name="T71" fmla="*/ 988 h 2665"/>
                <a:gd name="T72" fmla="*/ 58 w 2141"/>
                <a:gd name="T73" fmla="*/ 742 h 2665"/>
                <a:gd name="T74" fmla="*/ 145 w 2141"/>
                <a:gd name="T75" fmla="*/ 540 h 2665"/>
                <a:gd name="T76" fmla="*/ 260 w 2141"/>
                <a:gd name="T77" fmla="*/ 376 h 2665"/>
                <a:gd name="T78" fmla="*/ 394 w 2141"/>
                <a:gd name="T79" fmla="*/ 249 h 2665"/>
                <a:gd name="T80" fmla="*/ 537 w 2141"/>
                <a:gd name="T81" fmla="*/ 152 h 2665"/>
                <a:gd name="T82" fmla="*/ 679 w 2141"/>
                <a:gd name="T83" fmla="*/ 83 h 2665"/>
                <a:gd name="T84" fmla="*/ 813 w 2141"/>
                <a:gd name="T85" fmla="*/ 37 h 2665"/>
                <a:gd name="T86" fmla="*/ 928 w 2141"/>
                <a:gd name="T87" fmla="*/ 9 h 2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41" h="2665">
                  <a:moveTo>
                    <a:pt x="1084" y="0"/>
                  </a:moveTo>
                  <a:lnTo>
                    <a:pt x="1162" y="6"/>
                  </a:lnTo>
                  <a:lnTo>
                    <a:pt x="1239" y="16"/>
                  </a:lnTo>
                  <a:lnTo>
                    <a:pt x="1316" y="32"/>
                  </a:lnTo>
                  <a:lnTo>
                    <a:pt x="1391" y="54"/>
                  </a:lnTo>
                  <a:lnTo>
                    <a:pt x="1465" y="82"/>
                  </a:lnTo>
                  <a:lnTo>
                    <a:pt x="1537" y="114"/>
                  </a:lnTo>
                  <a:lnTo>
                    <a:pt x="1606" y="152"/>
                  </a:lnTo>
                  <a:lnTo>
                    <a:pt x="1673" y="194"/>
                  </a:lnTo>
                  <a:lnTo>
                    <a:pt x="1737" y="242"/>
                  </a:lnTo>
                  <a:lnTo>
                    <a:pt x="1798" y="293"/>
                  </a:lnTo>
                  <a:lnTo>
                    <a:pt x="1855" y="349"/>
                  </a:lnTo>
                  <a:lnTo>
                    <a:pt x="1907" y="410"/>
                  </a:lnTo>
                  <a:lnTo>
                    <a:pt x="1956" y="476"/>
                  </a:lnTo>
                  <a:lnTo>
                    <a:pt x="2000" y="546"/>
                  </a:lnTo>
                  <a:lnTo>
                    <a:pt x="2038" y="618"/>
                  </a:lnTo>
                  <a:lnTo>
                    <a:pt x="2071" y="696"/>
                  </a:lnTo>
                  <a:lnTo>
                    <a:pt x="2099" y="777"/>
                  </a:lnTo>
                  <a:lnTo>
                    <a:pt x="2119" y="861"/>
                  </a:lnTo>
                  <a:lnTo>
                    <a:pt x="2134" y="949"/>
                  </a:lnTo>
                  <a:lnTo>
                    <a:pt x="2141" y="1039"/>
                  </a:lnTo>
                  <a:lnTo>
                    <a:pt x="2141" y="1133"/>
                  </a:lnTo>
                  <a:lnTo>
                    <a:pt x="2135" y="1231"/>
                  </a:lnTo>
                  <a:lnTo>
                    <a:pt x="2119" y="1331"/>
                  </a:lnTo>
                  <a:lnTo>
                    <a:pt x="2096" y="1433"/>
                  </a:lnTo>
                  <a:lnTo>
                    <a:pt x="2076" y="1500"/>
                  </a:lnTo>
                  <a:lnTo>
                    <a:pt x="2051" y="1562"/>
                  </a:lnTo>
                  <a:lnTo>
                    <a:pt x="2023" y="1619"/>
                  </a:lnTo>
                  <a:lnTo>
                    <a:pt x="1993" y="1672"/>
                  </a:lnTo>
                  <a:lnTo>
                    <a:pt x="1959" y="1722"/>
                  </a:lnTo>
                  <a:lnTo>
                    <a:pt x="1926" y="1769"/>
                  </a:lnTo>
                  <a:lnTo>
                    <a:pt x="1889" y="1816"/>
                  </a:lnTo>
                  <a:lnTo>
                    <a:pt x="1853" y="1859"/>
                  </a:lnTo>
                  <a:lnTo>
                    <a:pt x="1815" y="1903"/>
                  </a:lnTo>
                  <a:lnTo>
                    <a:pt x="1779" y="1945"/>
                  </a:lnTo>
                  <a:lnTo>
                    <a:pt x="1743" y="1990"/>
                  </a:lnTo>
                  <a:lnTo>
                    <a:pt x="1708" y="2035"/>
                  </a:lnTo>
                  <a:lnTo>
                    <a:pt x="1676" y="2082"/>
                  </a:lnTo>
                  <a:lnTo>
                    <a:pt x="1644" y="2133"/>
                  </a:lnTo>
                  <a:lnTo>
                    <a:pt x="1616" y="2185"/>
                  </a:lnTo>
                  <a:lnTo>
                    <a:pt x="1597" y="2226"/>
                  </a:lnTo>
                  <a:lnTo>
                    <a:pt x="1578" y="2265"/>
                  </a:lnTo>
                  <a:lnTo>
                    <a:pt x="1564" y="2304"/>
                  </a:lnTo>
                  <a:lnTo>
                    <a:pt x="1551" y="2344"/>
                  </a:lnTo>
                  <a:lnTo>
                    <a:pt x="1542" y="2384"/>
                  </a:lnTo>
                  <a:lnTo>
                    <a:pt x="1536" y="2428"/>
                  </a:lnTo>
                  <a:lnTo>
                    <a:pt x="1536" y="2473"/>
                  </a:lnTo>
                  <a:lnTo>
                    <a:pt x="1535" y="2512"/>
                  </a:lnTo>
                  <a:lnTo>
                    <a:pt x="1526" y="2549"/>
                  </a:lnTo>
                  <a:lnTo>
                    <a:pt x="1513" y="2581"/>
                  </a:lnTo>
                  <a:lnTo>
                    <a:pt x="1495" y="2608"/>
                  </a:lnTo>
                  <a:lnTo>
                    <a:pt x="1475" y="2632"/>
                  </a:lnTo>
                  <a:lnTo>
                    <a:pt x="1453" y="2649"/>
                  </a:lnTo>
                  <a:lnTo>
                    <a:pt x="1430" y="2661"/>
                  </a:lnTo>
                  <a:lnTo>
                    <a:pt x="1408" y="2665"/>
                  </a:lnTo>
                  <a:lnTo>
                    <a:pt x="1359" y="2665"/>
                  </a:lnTo>
                  <a:lnTo>
                    <a:pt x="1302" y="2665"/>
                  </a:lnTo>
                  <a:lnTo>
                    <a:pt x="1239" y="2665"/>
                  </a:lnTo>
                  <a:lnTo>
                    <a:pt x="1172" y="2665"/>
                  </a:lnTo>
                  <a:lnTo>
                    <a:pt x="1103" y="2664"/>
                  </a:lnTo>
                  <a:lnTo>
                    <a:pt x="1031" y="2664"/>
                  </a:lnTo>
                  <a:lnTo>
                    <a:pt x="961" y="2664"/>
                  </a:lnTo>
                  <a:lnTo>
                    <a:pt x="893" y="2664"/>
                  </a:lnTo>
                  <a:lnTo>
                    <a:pt x="828" y="2664"/>
                  </a:lnTo>
                  <a:lnTo>
                    <a:pt x="768" y="2665"/>
                  </a:lnTo>
                  <a:lnTo>
                    <a:pt x="736" y="2664"/>
                  </a:lnTo>
                  <a:lnTo>
                    <a:pt x="708" y="2656"/>
                  </a:lnTo>
                  <a:lnTo>
                    <a:pt x="687" y="2645"/>
                  </a:lnTo>
                  <a:lnTo>
                    <a:pt x="668" y="2629"/>
                  </a:lnTo>
                  <a:lnTo>
                    <a:pt x="652" y="2611"/>
                  </a:lnTo>
                  <a:lnTo>
                    <a:pt x="640" y="2592"/>
                  </a:lnTo>
                  <a:lnTo>
                    <a:pt x="633" y="2573"/>
                  </a:lnTo>
                  <a:lnTo>
                    <a:pt x="627" y="2554"/>
                  </a:lnTo>
                  <a:lnTo>
                    <a:pt x="624" y="2537"/>
                  </a:lnTo>
                  <a:lnTo>
                    <a:pt x="621" y="2514"/>
                  </a:lnTo>
                  <a:lnTo>
                    <a:pt x="621" y="2490"/>
                  </a:lnTo>
                  <a:lnTo>
                    <a:pt x="621" y="2467"/>
                  </a:lnTo>
                  <a:lnTo>
                    <a:pt x="621" y="2441"/>
                  </a:lnTo>
                  <a:lnTo>
                    <a:pt x="621" y="2415"/>
                  </a:lnTo>
                  <a:lnTo>
                    <a:pt x="620" y="2387"/>
                  </a:lnTo>
                  <a:lnTo>
                    <a:pt x="615" y="2358"/>
                  </a:lnTo>
                  <a:lnTo>
                    <a:pt x="609" y="2326"/>
                  </a:lnTo>
                  <a:lnTo>
                    <a:pt x="601" y="2293"/>
                  </a:lnTo>
                  <a:lnTo>
                    <a:pt x="589" y="2258"/>
                  </a:lnTo>
                  <a:lnTo>
                    <a:pt x="572" y="2220"/>
                  </a:lnTo>
                  <a:lnTo>
                    <a:pt x="550" y="2179"/>
                  </a:lnTo>
                  <a:lnTo>
                    <a:pt x="522" y="2136"/>
                  </a:lnTo>
                  <a:lnTo>
                    <a:pt x="489" y="2090"/>
                  </a:lnTo>
                  <a:lnTo>
                    <a:pt x="448" y="2041"/>
                  </a:lnTo>
                  <a:lnTo>
                    <a:pt x="429" y="2015"/>
                  </a:lnTo>
                  <a:lnTo>
                    <a:pt x="407" y="1984"/>
                  </a:lnTo>
                  <a:lnTo>
                    <a:pt x="380" y="1952"/>
                  </a:lnTo>
                  <a:lnTo>
                    <a:pt x="351" y="1917"/>
                  </a:lnTo>
                  <a:lnTo>
                    <a:pt x="319" y="1878"/>
                  </a:lnTo>
                  <a:lnTo>
                    <a:pt x="285" y="1837"/>
                  </a:lnTo>
                  <a:lnTo>
                    <a:pt x="250" y="1794"/>
                  </a:lnTo>
                  <a:lnTo>
                    <a:pt x="214" y="1746"/>
                  </a:lnTo>
                  <a:lnTo>
                    <a:pt x="179" y="1695"/>
                  </a:lnTo>
                  <a:lnTo>
                    <a:pt x="145" y="1641"/>
                  </a:lnTo>
                  <a:lnTo>
                    <a:pt x="113" y="1583"/>
                  </a:lnTo>
                  <a:lnTo>
                    <a:pt x="84" y="1523"/>
                  </a:lnTo>
                  <a:lnTo>
                    <a:pt x="58" y="1458"/>
                  </a:lnTo>
                  <a:lnTo>
                    <a:pt x="36" y="1391"/>
                  </a:lnTo>
                  <a:lnTo>
                    <a:pt x="19" y="1318"/>
                  </a:lnTo>
                  <a:lnTo>
                    <a:pt x="6" y="1244"/>
                  </a:lnTo>
                  <a:lnTo>
                    <a:pt x="0" y="1164"/>
                  </a:lnTo>
                  <a:lnTo>
                    <a:pt x="0" y="1081"/>
                  </a:lnTo>
                  <a:lnTo>
                    <a:pt x="7" y="988"/>
                  </a:lnTo>
                  <a:lnTo>
                    <a:pt x="19" y="901"/>
                  </a:lnTo>
                  <a:lnTo>
                    <a:pt x="36" y="819"/>
                  </a:lnTo>
                  <a:lnTo>
                    <a:pt x="58" y="742"/>
                  </a:lnTo>
                  <a:lnTo>
                    <a:pt x="83" y="669"/>
                  </a:lnTo>
                  <a:lnTo>
                    <a:pt x="112" y="602"/>
                  </a:lnTo>
                  <a:lnTo>
                    <a:pt x="145" y="540"/>
                  </a:lnTo>
                  <a:lnTo>
                    <a:pt x="180" y="480"/>
                  </a:lnTo>
                  <a:lnTo>
                    <a:pt x="220" y="426"/>
                  </a:lnTo>
                  <a:lnTo>
                    <a:pt x="260" y="376"/>
                  </a:lnTo>
                  <a:lnTo>
                    <a:pt x="304" y="330"/>
                  </a:lnTo>
                  <a:lnTo>
                    <a:pt x="348" y="287"/>
                  </a:lnTo>
                  <a:lnTo>
                    <a:pt x="394" y="249"/>
                  </a:lnTo>
                  <a:lnTo>
                    <a:pt x="441" y="213"/>
                  </a:lnTo>
                  <a:lnTo>
                    <a:pt x="489" y="181"/>
                  </a:lnTo>
                  <a:lnTo>
                    <a:pt x="537" y="152"/>
                  </a:lnTo>
                  <a:lnTo>
                    <a:pt x="585" y="125"/>
                  </a:lnTo>
                  <a:lnTo>
                    <a:pt x="633" y="104"/>
                  </a:lnTo>
                  <a:lnTo>
                    <a:pt x="679" y="83"/>
                  </a:lnTo>
                  <a:lnTo>
                    <a:pt x="726" y="64"/>
                  </a:lnTo>
                  <a:lnTo>
                    <a:pt x="769" y="50"/>
                  </a:lnTo>
                  <a:lnTo>
                    <a:pt x="813" y="37"/>
                  </a:lnTo>
                  <a:lnTo>
                    <a:pt x="854" y="25"/>
                  </a:lnTo>
                  <a:lnTo>
                    <a:pt x="892" y="16"/>
                  </a:lnTo>
                  <a:lnTo>
                    <a:pt x="928" y="9"/>
                  </a:lnTo>
                  <a:lnTo>
                    <a:pt x="1007" y="2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1"/>
            </a:p>
          </p:txBody>
        </p:sp>
        <p:sp>
          <p:nvSpPr>
            <p:cNvPr id="160" name="Rectangle 204">
              <a:extLst>
                <a:ext uri="{FF2B5EF4-FFF2-40B4-BE49-F238E27FC236}">
                  <a16:creationId xmlns:a16="http://schemas.microsoft.com/office/drawing/2014/main" id="{AF1BDA5C-5A65-423D-8868-569AF0116A19}"/>
                </a:ext>
              </a:extLst>
            </p:cNvPr>
            <p:cNvSpPr/>
            <p:nvPr/>
          </p:nvSpPr>
          <p:spPr>
            <a:xfrm>
              <a:off x="10199168" y="2875432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1" name="Rectangle 205">
              <a:extLst>
                <a:ext uri="{FF2B5EF4-FFF2-40B4-BE49-F238E27FC236}">
                  <a16:creationId xmlns:a16="http://schemas.microsoft.com/office/drawing/2014/main" id="{9610FA19-3F25-4EAF-81B9-C9C926400559}"/>
                </a:ext>
              </a:extLst>
            </p:cNvPr>
            <p:cNvSpPr/>
            <p:nvPr/>
          </p:nvSpPr>
          <p:spPr>
            <a:xfrm rot="8100000">
              <a:off x="9613374" y="3081280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2" name="Rectangle 206">
              <a:extLst>
                <a:ext uri="{FF2B5EF4-FFF2-40B4-BE49-F238E27FC236}">
                  <a16:creationId xmlns:a16="http://schemas.microsoft.com/office/drawing/2014/main" id="{383E7C6D-1D8A-43B4-BFD9-361088C04A43}"/>
                </a:ext>
              </a:extLst>
            </p:cNvPr>
            <p:cNvSpPr/>
            <p:nvPr/>
          </p:nvSpPr>
          <p:spPr>
            <a:xfrm rot="16800000">
              <a:off x="9294239" y="3582372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3" name="Freeform 4103">
              <a:extLst>
                <a:ext uri="{FF2B5EF4-FFF2-40B4-BE49-F238E27FC236}">
                  <a16:creationId xmlns:a16="http://schemas.microsoft.com/office/drawing/2014/main" id="{A2831EBE-1B1F-4CCF-98F4-F22AF50C6EA3}"/>
                </a:ext>
              </a:extLst>
            </p:cNvPr>
            <p:cNvSpPr/>
            <p:nvPr/>
          </p:nvSpPr>
          <p:spPr>
            <a:xfrm rot="18900000" flipV="1">
              <a:off x="10108452" y="4097750"/>
              <a:ext cx="475605" cy="267050"/>
            </a:xfrm>
            <a:custGeom>
              <a:avLst/>
              <a:gdLst>
                <a:gd name="connsiteX0" fmla="*/ 447675 w 447675"/>
                <a:gd name="connsiteY0" fmla="*/ 266700 h 266700"/>
                <a:gd name="connsiteX1" fmla="*/ 0 w 447675"/>
                <a:gd name="connsiteY1" fmla="*/ 171450 h 266700"/>
                <a:gd name="connsiteX2" fmla="*/ 342900 w 447675"/>
                <a:gd name="connsiteY2" fmla="*/ 0 h 266700"/>
                <a:gd name="connsiteX3" fmla="*/ 447675 w 447675"/>
                <a:gd name="connsiteY3" fmla="*/ 266700 h 266700"/>
                <a:gd name="connsiteX0" fmla="*/ 447675 w 464732"/>
                <a:gd name="connsiteY0" fmla="*/ 266700 h 266700"/>
                <a:gd name="connsiteX1" fmla="*/ 0 w 464732"/>
                <a:gd name="connsiteY1" fmla="*/ 171450 h 266700"/>
                <a:gd name="connsiteX2" fmla="*/ 342900 w 464732"/>
                <a:gd name="connsiteY2" fmla="*/ 0 h 266700"/>
                <a:gd name="connsiteX3" fmla="*/ 447675 w 464732"/>
                <a:gd name="connsiteY3" fmla="*/ 266700 h 266700"/>
                <a:gd name="connsiteX0" fmla="*/ 447675 w 492584"/>
                <a:gd name="connsiteY0" fmla="*/ 266700 h 266700"/>
                <a:gd name="connsiteX1" fmla="*/ 0 w 492584"/>
                <a:gd name="connsiteY1" fmla="*/ 171450 h 266700"/>
                <a:gd name="connsiteX2" fmla="*/ 342900 w 492584"/>
                <a:gd name="connsiteY2" fmla="*/ 0 h 266700"/>
                <a:gd name="connsiteX3" fmla="*/ 447675 w 492584"/>
                <a:gd name="connsiteY3" fmla="*/ 266700 h 266700"/>
                <a:gd name="connsiteX0" fmla="*/ 447675 w 492584"/>
                <a:gd name="connsiteY0" fmla="*/ 266700 h 267320"/>
                <a:gd name="connsiteX1" fmla="*/ 0 w 492584"/>
                <a:gd name="connsiteY1" fmla="*/ 171450 h 267320"/>
                <a:gd name="connsiteX2" fmla="*/ 342900 w 492584"/>
                <a:gd name="connsiteY2" fmla="*/ 0 h 267320"/>
                <a:gd name="connsiteX3" fmla="*/ 447675 w 492584"/>
                <a:gd name="connsiteY3" fmla="*/ 266700 h 267320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8433 h 269760"/>
                <a:gd name="connsiteX1" fmla="*/ 0 w 492584"/>
                <a:gd name="connsiteY1" fmla="*/ 173183 h 269760"/>
                <a:gd name="connsiteX2" fmla="*/ 342900 w 492584"/>
                <a:gd name="connsiteY2" fmla="*/ 1733 h 269760"/>
                <a:gd name="connsiteX3" fmla="*/ 447675 w 492584"/>
                <a:gd name="connsiteY3" fmla="*/ 268433 h 269760"/>
                <a:gd name="connsiteX0" fmla="*/ 447675 w 475131"/>
                <a:gd name="connsiteY0" fmla="*/ 268433 h 269760"/>
                <a:gd name="connsiteX1" fmla="*/ 0 w 475131"/>
                <a:gd name="connsiteY1" fmla="*/ 173183 h 269760"/>
                <a:gd name="connsiteX2" fmla="*/ 342900 w 475131"/>
                <a:gd name="connsiteY2" fmla="*/ 1733 h 269760"/>
                <a:gd name="connsiteX3" fmla="*/ 447675 w 475131"/>
                <a:gd name="connsiteY3" fmla="*/ 268433 h 269760"/>
                <a:gd name="connsiteX0" fmla="*/ 447675 w 496136"/>
                <a:gd name="connsiteY0" fmla="*/ 268433 h 269760"/>
                <a:gd name="connsiteX1" fmla="*/ 0 w 496136"/>
                <a:gd name="connsiteY1" fmla="*/ 173183 h 269760"/>
                <a:gd name="connsiteX2" fmla="*/ 342900 w 496136"/>
                <a:gd name="connsiteY2" fmla="*/ 1733 h 269760"/>
                <a:gd name="connsiteX3" fmla="*/ 447675 w 496136"/>
                <a:gd name="connsiteY3" fmla="*/ 268433 h 269760"/>
                <a:gd name="connsiteX0" fmla="*/ 447675 w 496136"/>
                <a:gd name="connsiteY0" fmla="*/ 268433 h 282774"/>
                <a:gd name="connsiteX1" fmla="*/ 0 w 496136"/>
                <a:gd name="connsiteY1" fmla="*/ 173183 h 282774"/>
                <a:gd name="connsiteX2" fmla="*/ 342900 w 496136"/>
                <a:gd name="connsiteY2" fmla="*/ 1733 h 282774"/>
                <a:gd name="connsiteX3" fmla="*/ 447675 w 496136"/>
                <a:gd name="connsiteY3" fmla="*/ 268433 h 282774"/>
                <a:gd name="connsiteX0" fmla="*/ 566944 w 615405"/>
                <a:gd name="connsiteY0" fmla="*/ 269154 h 280541"/>
                <a:gd name="connsiteX1" fmla="*/ 0 w 615405"/>
                <a:gd name="connsiteY1" fmla="*/ 146074 h 280541"/>
                <a:gd name="connsiteX2" fmla="*/ 462169 w 615405"/>
                <a:gd name="connsiteY2" fmla="*/ 2454 h 280541"/>
                <a:gd name="connsiteX3" fmla="*/ 566944 w 615405"/>
                <a:gd name="connsiteY3" fmla="*/ 269154 h 280541"/>
                <a:gd name="connsiteX0" fmla="*/ 566944 w 615405"/>
                <a:gd name="connsiteY0" fmla="*/ 268907 h 280294"/>
                <a:gd name="connsiteX1" fmla="*/ 0 w 615405"/>
                <a:gd name="connsiteY1" fmla="*/ 145827 h 280294"/>
                <a:gd name="connsiteX2" fmla="*/ 462169 w 615405"/>
                <a:gd name="connsiteY2" fmla="*/ 2207 h 280294"/>
                <a:gd name="connsiteX3" fmla="*/ 566944 w 615405"/>
                <a:gd name="connsiteY3" fmla="*/ 268907 h 280294"/>
                <a:gd name="connsiteX0" fmla="*/ 586822 w 629800"/>
                <a:gd name="connsiteY0" fmla="*/ 316615 h 324962"/>
                <a:gd name="connsiteX1" fmla="*/ 0 w 629800"/>
                <a:gd name="connsiteY1" fmla="*/ 145827 h 324962"/>
                <a:gd name="connsiteX2" fmla="*/ 462169 w 629800"/>
                <a:gd name="connsiteY2" fmla="*/ 2207 h 324962"/>
                <a:gd name="connsiteX3" fmla="*/ 586822 w 629800"/>
                <a:gd name="connsiteY3" fmla="*/ 316615 h 324962"/>
                <a:gd name="connsiteX0" fmla="*/ 586822 w 635283"/>
                <a:gd name="connsiteY0" fmla="*/ 282677 h 291024"/>
                <a:gd name="connsiteX1" fmla="*/ 0 w 635283"/>
                <a:gd name="connsiteY1" fmla="*/ 111889 h 291024"/>
                <a:gd name="connsiteX2" fmla="*/ 482047 w 635283"/>
                <a:gd name="connsiteY2" fmla="*/ 4050 h 291024"/>
                <a:gd name="connsiteX3" fmla="*/ 586822 w 635283"/>
                <a:gd name="connsiteY3" fmla="*/ 282677 h 291024"/>
                <a:gd name="connsiteX0" fmla="*/ 622603 w 661839"/>
                <a:gd name="connsiteY0" fmla="*/ 342312 h 348542"/>
                <a:gd name="connsiteX1" fmla="*/ 0 w 661839"/>
                <a:gd name="connsiteY1" fmla="*/ 111889 h 348542"/>
                <a:gd name="connsiteX2" fmla="*/ 482047 w 661839"/>
                <a:gd name="connsiteY2" fmla="*/ 4050 h 348542"/>
                <a:gd name="connsiteX3" fmla="*/ 622603 w 661839"/>
                <a:gd name="connsiteY3" fmla="*/ 342312 h 348542"/>
                <a:gd name="connsiteX0" fmla="*/ 622603 w 639127"/>
                <a:gd name="connsiteY0" fmla="*/ 342312 h 348542"/>
                <a:gd name="connsiteX1" fmla="*/ 0 w 639127"/>
                <a:gd name="connsiteY1" fmla="*/ 111889 h 348542"/>
                <a:gd name="connsiteX2" fmla="*/ 482047 w 639127"/>
                <a:gd name="connsiteY2" fmla="*/ 4050 h 348542"/>
                <a:gd name="connsiteX3" fmla="*/ 622603 w 639127"/>
                <a:gd name="connsiteY3" fmla="*/ 342312 h 34854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55031"/>
                <a:gd name="connsiteX1" fmla="*/ 0 w 639127"/>
                <a:gd name="connsiteY1" fmla="*/ 111889 h 355031"/>
                <a:gd name="connsiteX2" fmla="*/ 482047 w 639127"/>
                <a:gd name="connsiteY2" fmla="*/ 4050 h 355031"/>
                <a:gd name="connsiteX3" fmla="*/ 622603 w 639127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2663"/>
                <a:gd name="connsiteY0" fmla="*/ 328262 h 340981"/>
                <a:gd name="connsiteX1" fmla="*/ 0 w 642663"/>
                <a:gd name="connsiteY1" fmla="*/ 97839 h 340981"/>
                <a:gd name="connsiteX2" fmla="*/ 474095 w 642663"/>
                <a:gd name="connsiteY2" fmla="*/ 5903 h 340981"/>
                <a:gd name="connsiteX3" fmla="*/ 622603 w 642663"/>
                <a:gd name="connsiteY3" fmla="*/ 328262 h 340981"/>
                <a:gd name="connsiteX0" fmla="*/ 622603 w 642663"/>
                <a:gd name="connsiteY0" fmla="*/ 341991 h 354710"/>
                <a:gd name="connsiteX1" fmla="*/ 0 w 642663"/>
                <a:gd name="connsiteY1" fmla="*/ 111568 h 354710"/>
                <a:gd name="connsiteX2" fmla="*/ 474095 w 642663"/>
                <a:gd name="connsiteY2" fmla="*/ 19632 h 354710"/>
                <a:gd name="connsiteX3" fmla="*/ 622603 w 642663"/>
                <a:gd name="connsiteY3" fmla="*/ 341991 h 354710"/>
                <a:gd name="connsiteX0" fmla="*/ 622603 w 631721"/>
                <a:gd name="connsiteY0" fmla="*/ 341991 h 354710"/>
                <a:gd name="connsiteX1" fmla="*/ 0 w 631721"/>
                <a:gd name="connsiteY1" fmla="*/ 111568 h 354710"/>
                <a:gd name="connsiteX2" fmla="*/ 474095 w 631721"/>
                <a:gd name="connsiteY2" fmla="*/ 19632 h 354710"/>
                <a:gd name="connsiteX3" fmla="*/ 622603 w 631721"/>
                <a:gd name="connsiteY3" fmla="*/ 341991 h 35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721" h="354710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4" name="Freeform 123">
              <a:extLst>
                <a:ext uri="{FF2B5EF4-FFF2-40B4-BE49-F238E27FC236}">
                  <a16:creationId xmlns:a16="http://schemas.microsoft.com/office/drawing/2014/main" id="{270141F2-AC2E-4370-A986-A0BE0D4E69AB}"/>
                </a:ext>
              </a:extLst>
            </p:cNvPr>
            <p:cNvSpPr/>
            <p:nvPr/>
          </p:nvSpPr>
          <p:spPr>
            <a:xfrm rot="13284775">
              <a:off x="9960891" y="4191599"/>
              <a:ext cx="350851" cy="197003"/>
            </a:xfrm>
            <a:custGeom>
              <a:avLst/>
              <a:gdLst>
                <a:gd name="connsiteX0" fmla="*/ 447675 w 447675"/>
                <a:gd name="connsiteY0" fmla="*/ 266700 h 266700"/>
                <a:gd name="connsiteX1" fmla="*/ 0 w 447675"/>
                <a:gd name="connsiteY1" fmla="*/ 171450 h 266700"/>
                <a:gd name="connsiteX2" fmla="*/ 342900 w 447675"/>
                <a:gd name="connsiteY2" fmla="*/ 0 h 266700"/>
                <a:gd name="connsiteX3" fmla="*/ 447675 w 447675"/>
                <a:gd name="connsiteY3" fmla="*/ 266700 h 266700"/>
                <a:gd name="connsiteX0" fmla="*/ 447675 w 464732"/>
                <a:gd name="connsiteY0" fmla="*/ 266700 h 266700"/>
                <a:gd name="connsiteX1" fmla="*/ 0 w 464732"/>
                <a:gd name="connsiteY1" fmla="*/ 171450 h 266700"/>
                <a:gd name="connsiteX2" fmla="*/ 342900 w 464732"/>
                <a:gd name="connsiteY2" fmla="*/ 0 h 266700"/>
                <a:gd name="connsiteX3" fmla="*/ 447675 w 464732"/>
                <a:gd name="connsiteY3" fmla="*/ 266700 h 266700"/>
                <a:gd name="connsiteX0" fmla="*/ 447675 w 492584"/>
                <a:gd name="connsiteY0" fmla="*/ 266700 h 266700"/>
                <a:gd name="connsiteX1" fmla="*/ 0 w 492584"/>
                <a:gd name="connsiteY1" fmla="*/ 171450 h 266700"/>
                <a:gd name="connsiteX2" fmla="*/ 342900 w 492584"/>
                <a:gd name="connsiteY2" fmla="*/ 0 h 266700"/>
                <a:gd name="connsiteX3" fmla="*/ 447675 w 492584"/>
                <a:gd name="connsiteY3" fmla="*/ 266700 h 266700"/>
                <a:gd name="connsiteX0" fmla="*/ 447675 w 492584"/>
                <a:gd name="connsiteY0" fmla="*/ 266700 h 267320"/>
                <a:gd name="connsiteX1" fmla="*/ 0 w 492584"/>
                <a:gd name="connsiteY1" fmla="*/ 171450 h 267320"/>
                <a:gd name="connsiteX2" fmla="*/ 342900 w 492584"/>
                <a:gd name="connsiteY2" fmla="*/ 0 h 267320"/>
                <a:gd name="connsiteX3" fmla="*/ 447675 w 492584"/>
                <a:gd name="connsiteY3" fmla="*/ 266700 h 267320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6700 h 268027"/>
                <a:gd name="connsiteX1" fmla="*/ 0 w 492584"/>
                <a:gd name="connsiteY1" fmla="*/ 171450 h 268027"/>
                <a:gd name="connsiteX2" fmla="*/ 342900 w 492584"/>
                <a:gd name="connsiteY2" fmla="*/ 0 h 268027"/>
                <a:gd name="connsiteX3" fmla="*/ 447675 w 492584"/>
                <a:gd name="connsiteY3" fmla="*/ 266700 h 268027"/>
                <a:gd name="connsiteX0" fmla="*/ 447675 w 492584"/>
                <a:gd name="connsiteY0" fmla="*/ 268433 h 269760"/>
                <a:gd name="connsiteX1" fmla="*/ 0 w 492584"/>
                <a:gd name="connsiteY1" fmla="*/ 173183 h 269760"/>
                <a:gd name="connsiteX2" fmla="*/ 342900 w 492584"/>
                <a:gd name="connsiteY2" fmla="*/ 1733 h 269760"/>
                <a:gd name="connsiteX3" fmla="*/ 447675 w 492584"/>
                <a:gd name="connsiteY3" fmla="*/ 268433 h 269760"/>
                <a:gd name="connsiteX0" fmla="*/ 447675 w 475131"/>
                <a:gd name="connsiteY0" fmla="*/ 268433 h 269760"/>
                <a:gd name="connsiteX1" fmla="*/ 0 w 475131"/>
                <a:gd name="connsiteY1" fmla="*/ 173183 h 269760"/>
                <a:gd name="connsiteX2" fmla="*/ 342900 w 475131"/>
                <a:gd name="connsiteY2" fmla="*/ 1733 h 269760"/>
                <a:gd name="connsiteX3" fmla="*/ 447675 w 475131"/>
                <a:gd name="connsiteY3" fmla="*/ 268433 h 269760"/>
                <a:gd name="connsiteX0" fmla="*/ 447675 w 496136"/>
                <a:gd name="connsiteY0" fmla="*/ 268433 h 269760"/>
                <a:gd name="connsiteX1" fmla="*/ 0 w 496136"/>
                <a:gd name="connsiteY1" fmla="*/ 173183 h 269760"/>
                <a:gd name="connsiteX2" fmla="*/ 342900 w 496136"/>
                <a:gd name="connsiteY2" fmla="*/ 1733 h 269760"/>
                <a:gd name="connsiteX3" fmla="*/ 447675 w 496136"/>
                <a:gd name="connsiteY3" fmla="*/ 268433 h 269760"/>
                <a:gd name="connsiteX0" fmla="*/ 447675 w 496136"/>
                <a:gd name="connsiteY0" fmla="*/ 268433 h 282774"/>
                <a:gd name="connsiteX1" fmla="*/ 0 w 496136"/>
                <a:gd name="connsiteY1" fmla="*/ 173183 h 282774"/>
                <a:gd name="connsiteX2" fmla="*/ 342900 w 496136"/>
                <a:gd name="connsiteY2" fmla="*/ 1733 h 282774"/>
                <a:gd name="connsiteX3" fmla="*/ 447675 w 496136"/>
                <a:gd name="connsiteY3" fmla="*/ 268433 h 282774"/>
                <a:gd name="connsiteX0" fmla="*/ 566944 w 615405"/>
                <a:gd name="connsiteY0" fmla="*/ 269154 h 280541"/>
                <a:gd name="connsiteX1" fmla="*/ 0 w 615405"/>
                <a:gd name="connsiteY1" fmla="*/ 146074 h 280541"/>
                <a:gd name="connsiteX2" fmla="*/ 462169 w 615405"/>
                <a:gd name="connsiteY2" fmla="*/ 2454 h 280541"/>
                <a:gd name="connsiteX3" fmla="*/ 566944 w 615405"/>
                <a:gd name="connsiteY3" fmla="*/ 269154 h 280541"/>
                <a:gd name="connsiteX0" fmla="*/ 566944 w 615405"/>
                <a:gd name="connsiteY0" fmla="*/ 268907 h 280294"/>
                <a:gd name="connsiteX1" fmla="*/ 0 w 615405"/>
                <a:gd name="connsiteY1" fmla="*/ 145827 h 280294"/>
                <a:gd name="connsiteX2" fmla="*/ 462169 w 615405"/>
                <a:gd name="connsiteY2" fmla="*/ 2207 h 280294"/>
                <a:gd name="connsiteX3" fmla="*/ 566944 w 615405"/>
                <a:gd name="connsiteY3" fmla="*/ 268907 h 280294"/>
                <a:gd name="connsiteX0" fmla="*/ 586822 w 629800"/>
                <a:gd name="connsiteY0" fmla="*/ 316615 h 324962"/>
                <a:gd name="connsiteX1" fmla="*/ 0 w 629800"/>
                <a:gd name="connsiteY1" fmla="*/ 145827 h 324962"/>
                <a:gd name="connsiteX2" fmla="*/ 462169 w 629800"/>
                <a:gd name="connsiteY2" fmla="*/ 2207 h 324962"/>
                <a:gd name="connsiteX3" fmla="*/ 586822 w 629800"/>
                <a:gd name="connsiteY3" fmla="*/ 316615 h 324962"/>
                <a:gd name="connsiteX0" fmla="*/ 586822 w 635283"/>
                <a:gd name="connsiteY0" fmla="*/ 282677 h 291024"/>
                <a:gd name="connsiteX1" fmla="*/ 0 w 635283"/>
                <a:gd name="connsiteY1" fmla="*/ 111889 h 291024"/>
                <a:gd name="connsiteX2" fmla="*/ 482047 w 635283"/>
                <a:gd name="connsiteY2" fmla="*/ 4050 h 291024"/>
                <a:gd name="connsiteX3" fmla="*/ 586822 w 635283"/>
                <a:gd name="connsiteY3" fmla="*/ 282677 h 291024"/>
                <a:gd name="connsiteX0" fmla="*/ 622603 w 661839"/>
                <a:gd name="connsiteY0" fmla="*/ 342312 h 348542"/>
                <a:gd name="connsiteX1" fmla="*/ 0 w 661839"/>
                <a:gd name="connsiteY1" fmla="*/ 111889 h 348542"/>
                <a:gd name="connsiteX2" fmla="*/ 482047 w 661839"/>
                <a:gd name="connsiteY2" fmla="*/ 4050 h 348542"/>
                <a:gd name="connsiteX3" fmla="*/ 622603 w 661839"/>
                <a:gd name="connsiteY3" fmla="*/ 342312 h 348542"/>
                <a:gd name="connsiteX0" fmla="*/ 622603 w 639127"/>
                <a:gd name="connsiteY0" fmla="*/ 342312 h 348542"/>
                <a:gd name="connsiteX1" fmla="*/ 0 w 639127"/>
                <a:gd name="connsiteY1" fmla="*/ 111889 h 348542"/>
                <a:gd name="connsiteX2" fmla="*/ 482047 w 639127"/>
                <a:gd name="connsiteY2" fmla="*/ 4050 h 348542"/>
                <a:gd name="connsiteX3" fmla="*/ 622603 w 639127"/>
                <a:gd name="connsiteY3" fmla="*/ 342312 h 34854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42312"/>
                <a:gd name="connsiteX1" fmla="*/ 0 w 639127"/>
                <a:gd name="connsiteY1" fmla="*/ 111889 h 342312"/>
                <a:gd name="connsiteX2" fmla="*/ 482047 w 639127"/>
                <a:gd name="connsiteY2" fmla="*/ 4050 h 342312"/>
                <a:gd name="connsiteX3" fmla="*/ 622603 w 639127"/>
                <a:gd name="connsiteY3" fmla="*/ 342312 h 342312"/>
                <a:gd name="connsiteX0" fmla="*/ 622603 w 639127"/>
                <a:gd name="connsiteY0" fmla="*/ 342312 h 355031"/>
                <a:gd name="connsiteX1" fmla="*/ 0 w 639127"/>
                <a:gd name="connsiteY1" fmla="*/ 111889 h 355031"/>
                <a:gd name="connsiteX2" fmla="*/ 482047 w 639127"/>
                <a:gd name="connsiteY2" fmla="*/ 4050 h 355031"/>
                <a:gd name="connsiteX3" fmla="*/ 622603 w 639127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4668"/>
                <a:gd name="connsiteY0" fmla="*/ 342312 h 355031"/>
                <a:gd name="connsiteX1" fmla="*/ 0 w 644668"/>
                <a:gd name="connsiteY1" fmla="*/ 111889 h 355031"/>
                <a:gd name="connsiteX2" fmla="*/ 482047 w 644668"/>
                <a:gd name="connsiteY2" fmla="*/ 4050 h 355031"/>
                <a:gd name="connsiteX3" fmla="*/ 622603 w 644668"/>
                <a:gd name="connsiteY3" fmla="*/ 342312 h 355031"/>
                <a:gd name="connsiteX0" fmla="*/ 622603 w 642663"/>
                <a:gd name="connsiteY0" fmla="*/ 328262 h 340981"/>
                <a:gd name="connsiteX1" fmla="*/ 0 w 642663"/>
                <a:gd name="connsiteY1" fmla="*/ 97839 h 340981"/>
                <a:gd name="connsiteX2" fmla="*/ 474095 w 642663"/>
                <a:gd name="connsiteY2" fmla="*/ 5903 h 340981"/>
                <a:gd name="connsiteX3" fmla="*/ 622603 w 642663"/>
                <a:gd name="connsiteY3" fmla="*/ 328262 h 340981"/>
                <a:gd name="connsiteX0" fmla="*/ 622603 w 642663"/>
                <a:gd name="connsiteY0" fmla="*/ 341991 h 354710"/>
                <a:gd name="connsiteX1" fmla="*/ 0 w 642663"/>
                <a:gd name="connsiteY1" fmla="*/ 111568 h 354710"/>
                <a:gd name="connsiteX2" fmla="*/ 474095 w 642663"/>
                <a:gd name="connsiteY2" fmla="*/ 19632 h 354710"/>
                <a:gd name="connsiteX3" fmla="*/ 622603 w 642663"/>
                <a:gd name="connsiteY3" fmla="*/ 341991 h 354710"/>
                <a:gd name="connsiteX0" fmla="*/ 622603 w 631721"/>
                <a:gd name="connsiteY0" fmla="*/ 341991 h 354710"/>
                <a:gd name="connsiteX1" fmla="*/ 0 w 631721"/>
                <a:gd name="connsiteY1" fmla="*/ 111568 h 354710"/>
                <a:gd name="connsiteX2" fmla="*/ 474095 w 631721"/>
                <a:gd name="connsiteY2" fmla="*/ 19632 h 354710"/>
                <a:gd name="connsiteX3" fmla="*/ 622603 w 631721"/>
                <a:gd name="connsiteY3" fmla="*/ 341991 h 354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1721" h="354710">
                  <a:moveTo>
                    <a:pt x="622603" y="341991"/>
                  </a:moveTo>
                  <a:cubicBezTo>
                    <a:pt x="453500" y="405656"/>
                    <a:pt x="248616" y="214880"/>
                    <a:pt x="0" y="111568"/>
                  </a:cubicBezTo>
                  <a:cubicBezTo>
                    <a:pt x="213691" y="10686"/>
                    <a:pt x="395576" y="-26586"/>
                    <a:pt x="474095" y="19632"/>
                  </a:cubicBezTo>
                  <a:cubicBezTo>
                    <a:pt x="580581" y="68776"/>
                    <a:pt x="659239" y="241164"/>
                    <a:pt x="622603" y="34199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5" name="Rectangle 209">
              <a:extLst>
                <a:ext uri="{FF2B5EF4-FFF2-40B4-BE49-F238E27FC236}">
                  <a16:creationId xmlns:a16="http://schemas.microsoft.com/office/drawing/2014/main" id="{230F18DF-074D-443F-8D7F-58FFDFEF195D}"/>
                </a:ext>
              </a:extLst>
            </p:cNvPr>
            <p:cNvSpPr/>
            <p:nvPr/>
          </p:nvSpPr>
          <p:spPr>
            <a:xfrm>
              <a:off x="10201256" y="4404900"/>
              <a:ext cx="61845" cy="2922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6" name="Rectangle 116">
              <a:extLst>
                <a:ext uri="{FF2B5EF4-FFF2-40B4-BE49-F238E27FC236}">
                  <a16:creationId xmlns:a16="http://schemas.microsoft.com/office/drawing/2014/main" id="{74D23FF7-2662-45EE-86DB-35498C819492}"/>
                </a:ext>
              </a:extLst>
            </p:cNvPr>
            <p:cNvSpPr/>
            <p:nvPr/>
          </p:nvSpPr>
          <p:spPr>
            <a:xfrm rot="13500000" flipH="1">
              <a:off x="10791750" y="3081280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67" name="Rectangle 118">
              <a:extLst>
                <a:ext uri="{FF2B5EF4-FFF2-40B4-BE49-F238E27FC236}">
                  <a16:creationId xmlns:a16="http://schemas.microsoft.com/office/drawing/2014/main" id="{2C0C3276-47F4-4491-9C61-0A943DD3165A}"/>
                </a:ext>
              </a:extLst>
            </p:cNvPr>
            <p:cNvSpPr/>
            <p:nvPr/>
          </p:nvSpPr>
          <p:spPr>
            <a:xfrm rot="4800000" flipH="1">
              <a:off x="11110885" y="3582372"/>
              <a:ext cx="73047" cy="48698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168" name="Group 226">
            <a:extLst>
              <a:ext uri="{FF2B5EF4-FFF2-40B4-BE49-F238E27FC236}">
                <a16:creationId xmlns:a16="http://schemas.microsoft.com/office/drawing/2014/main" id="{39751AC7-D3EE-45EC-9ECA-9F952FE78495}"/>
              </a:ext>
            </a:extLst>
          </p:cNvPr>
          <p:cNvGrpSpPr/>
          <p:nvPr userDrawn="1"/>
        </p:nvGrpSpPr>
        <p:grpSpPr>
          <a:xfrm>
            <a:off x="4552001" y="1665550"/>
            <a:ext cx="2563070" cy="2046102"/>
            <a:chOff x="481157" y="2167303"/>
            <a:chExt cx="4949776" cy="3951413"/>
          </a:xfrm>
        </p:grpSpPr>
        <p:sp>
          <p:nvSpPr>
            <p:cNvPr id="169" name="Freeform 2">
              <a:extLst>
                <a:ext uri="{FF2B5EF4-FFF2-40B4-BE49-F238E27FC236}">
                  <a16:creationId xmlns:a16="http://schemas.microsoft.com/office/drawing/2014/main" id="{A16B4080-862E-4117-82A4-6BD59AD3FC9E}"/>
                </a:ext>
              </a:extLst>
            </p:cNvPr>
            <p:cNvSpPr/>
            <p:nvPr/>
          </p:nvSpPr>
          <p:spPr>
            <a:xfrm>
              <a:off x="1904423" y="2721764"/>
              <a:ext cx="3526510" cy="2462068"/>
            </a:xfrm>
            <a:custGeom>
              <a:avLst/>
              <a:gdLst>
                <a:gd name="connsiteX0" fmla="*/ 0 w 4637314"/>
                <a:gd name="connsiteY0" fmla="*/ 468086 h 2906486"/>
                <a:gd name="connsiteX1" fmla="*/ 65314 w 4637314"/>
                <a:gd name="connsiteY1" fmla="*/ 2906486 h 2906486"/>
                <a:gd name="connsiteX2" fmla="*/ 4637314 w 4637314"/>
                <a:gd name="connsiteY2" fmla="*/ 2862943 h 2906486"/>
                <a:gd name="connsiteX3" fmla="*/ 729343 w 4637314"/>
                <a:gd name="connsiteY3" fmla="*/ 0 h 2906486"/>
                <a:gd name="connsiteX4" fmla="*/ 141514 w 4637314"/>
                <a:gd name="connsiteY4" fmla="*/ 304800 h 2906486"/>
                <a:gd name="connsiteX5" fmla="*/ 0 w 4637314"/>
                <a:gd name="connsiteY5" fmla="*/ 468086 h 2906486"/>
                <a:gd name="connsiteX0" fmla="*/ 0 w 4637314"/>
                <a:gd name="connsiteY0" fmla="*/ 468086 h 2906486"/>
                <a:gd name="connsiteX1" fmla="*/ 65314 w 4637314"/>
                <a:gd name="connsiteY1" fmla="*/ 2906486 h 2906486"/>
                <a:gd name="connsiteX2" fmla="*/ 4637314 w 4637314"/>
                <a:gd name="connsiteY2" fmla="*/ 2862943 h 2906486"/>
                <a:gd name="connsiteX3" fmla="*/ 729343 w 4637314"/>
                <a:gd name="connsiteY3" fmla="*/ 0 h 2906486"/>
                <a:gd name="connsiteX4" fmla="*/ 0 w 4637314"/>
                <a:gd name="connsiteY4" fmla="*/ 468086 h 2906486"/>
                <a:gd name="connsiteX0" fmla="*/ 0 w 4637314"/>
                <a:gd name="connsiteY0" fmla="*/ 468086 h 2906486"/>
                <a:gd name="connsiteX1" fmla="*/ 13507 w 4637314"/>
                <a:gd name="connsiteY1" fmla="*/ 2906486 h 2906486"/>
                <a:gd name="connsiteX2" fmla="*/ 4637314 w 4637314"/>
                <a:gd name="connsiteY2" fmla="*/ 2862943 h 2906486"/>
                <a:gd name="connsiteX3" fmla="*/ 729343 w 4637314"/>
                <a:gd name="connsiteY3" fmla="*/ 0 h 2906486"/>
                <a:gd name="connsiteX4" fmla="*/ 0 w 4637314"/>
                <a:gd name="connsiteY4" fmla="*/ 468086 h 2906486"/>
                <a:gd name="connsiteX0" fmla="*/ 13023 w 4650337"/>
                <a:gd name="connsiteY0" fmla="*/ 468086 h 2915120"/>
                <a:gd name="connsiteX1" fmla="*/ 626 w 4650337"/>
                <a:gd name="connsiteY1" fmla="*/ 2915120 h 2915120"/>
                <a:gd name="connsiteX2" fmla="*/ 4650337 w 4650337"/>
                <a:gd name="connsiteY2" fmla="*/ 2862943 h 2915120"/>
                <a:gd name="connsiteX3" fmla="*/ 742366 w 4650337"/>
                <a:gd name="connsiteY3" fmla="*/ 0 h 2915120"/>
                <a:gd name="connsiteX4" fmla="*/ 13023 w 4650337"/>
                <a:gd name="connsiteY4" fmla="*/ 468086 h 2915120"/>
                <a:gd name="connsiteX0" fmla="*/ 13023 w 4417204"/>
                <a:gd name="connsiteY0" fmla="*/ 468086 h 2915120"/>
                <a:gd name="connsiteX1" fmla="*/ 626 w 4417204"/>
                <a:gd name="connsiteY1" fmla="*/ 2915120 h 2915120"/>
                <a:gd name="connsiteX2" fmla="*/ 4417204 w 4417204"/>
                <a:gd name="connsiteY2" fmla="*/ 2871577 h 2915120"/>
                <a:gd name="connsiteX3" fmla="*/ 742366 w 4417204"/>
                <a:gd name="connsiteY3" fmla="*/ 0 h 2915120"/>
                <a:gd name="connsiteX4" fmla="*/ 13023 w 4417204"/>
                <a:gd name="connsiteY4" fmla="*/ 468086 h 2915120"/>
                <a:gd name="connsiteX0" fmla="*/ 13023 w 4175437"/>
                <a:gd name="connsiteY0" fmla="*/ 468086 h 2915120"/>
                <a:gd name="connsiteX1" fmla="*/ 626 w 4175437"/>
                <a:gd name="connsiteY1" fmla="*/ 2915120 h 2915120"/>
                <a:gd name="connsiteX2" fmla="*/ 4175437 w 4175437"/>
                <a:gd name="connsiteY2" fmla="*/ 2897481 h 2915120"/>
                <a:gd name="connsiteX3" fmla="*/ 742366 w 4175437"/>
                <a:gd name="connsiteY3" fmla="*/ 0 h 2915120"/>
                <a:gd name="connsiteX4" fmla="*/ 13023 w 4175437"/>
                <a:gd name="connsiteY4" fmla="*/ 468086 h 2915120"/>
                <a:gd name="connsiteX0" fmla="*/ 13023 w 4175437"/>
                <a:gd name="connsiteY0" fmla="*/ 468086 h 2915120"/>
                <a:gd name="connsiteX1" fmla="*/ 626 w 4175437"/>
                <a:gd name="connsiteY1" fmla="*/ 2915120 h 2915120"/>
                <a:gd name="connsiteX2" fmla="*/ 4175437 w 4175437"/>
                <a:gd name="connsiteY2" fmla="*/ 2897481 h 2915120"/>
                <a:gd name="connsiteX3" fmla="*/ 742366 w 4175437"/>
                <a:gd name="connsiteY3" fmla="*/ 0 h 2915120"/>
                <a:gd name="connsiteX4" fmla="*/ 13023 w 4175437"/>
                <a:gd name="connsiteY4" fmla="*/ 468086 h 291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75437" h="2915120">
                  <a:moveTo>
                    <a:pt x="13023" y="468086"/>
                  </a:moveTo>
                  <a:cubicBezTo>
                    <a:pt x="17525" y="1280886"/>
                    <a:pt x="-3876" y="2102320"/>
                    <a:pt x="626" y="2915120"/>
                  </a:cubicBezTo>
                  <a:lnTo>
                    <a:pt x="4175437" y="2897481"/>
                  </a:lnTo>
                  <a:lnTo>
                    <a:pt x="742366" y="0"/>
                  </a:lnTo>
                  <a:lnTo>
                    <a:pt x="13023" y="468086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20000"/>
                  </a:schemeClr>
                </a:gs>
                <a:gs pos="27000">
                  <a:schemeClr val="bg1">
                    <a:alpha val="8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170" name="Group 228">
              <a:extLst>
                <a:ext uri="{FF2B5EF4-FFF2-40B4-BE49-F238E27FC236}">
                  <a16:creationId xmlns:a16="http://schemas.microsoft.com/office/drawing/2014/main" id="{B453DC68-036A-493B-BCFF-326C1A620FC2}"/>
                </a:ext>
              </a:extLst>
            </p:cNvPr>
            <p:cNvGrpSpPr/>
            <p:nvPr/>
          </p:nvGrpSpPr>
          <p:grpSpPr>
            <a:xfrm rot="2664022">
              <a:off x="1392551" y="2167303"/>
              <a:ext cx="160620" cy="1522482"/>
              <a:chOff x="1039691" y="2468855"/>
              <a:chExt cx="190176" cy="1802639"/>
            </a:xfrm>
          </p:grpSpPr>
          <p:sp>
            <p:nvSpPr>
              <p:cNvPr id="179" name="Rectangle 237">
                <a:extLst>
                  <a:ext uri="{FF2B5EF4-FFF2-40B4-BE49-F238E27FC236}">
                    <a16:creationId xmlns:a16="http://schemas.microsoft.com/office/drawing/2014/main" id="{E7C88B34-4F74-4FA4-8F2A-9168B14CFEA9}"/>
                  </a:ext>
                </a:extLst>
              </p:cNvPr>
              <p:cNvSpPr/>
              <p:nvPr/>
            </p:nvSpPr>
            <p:spPr>
              <a:xfrm>
                <a:off x="1039691" y="2471295"/>
                <a:ext cx="72008" cy="18001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80" name="Rectangle 238">
                <a:extLst>
                  <a:ext uri="{FF2B5EF4-FFF2-40B4-BE49-F238E27FC236}">
                    <a16:creationId xmlns:a16="http://schemas.microsoft.com/office/drawing/2014/main" id="{00618638-83B7-4BFD-AD2F-909FCD4A6792}"/>
                  </a:ext>
                </a:extLst>
              </p:cNvPr>
              <p:cNvSpPr/>
              <p:nvPr/>
            </p:nvSpPr>
            <p:spPr>
              <a:xfrm>
                <a:off x="1157859" y="2468855"/>
                <a:ext cx="72008" cy="18002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171" name="Group 229">
              <a:extLst>
                <a:ext uri="{FF2B5EF4-FFF2-40B4-BE49-F238E27FC236}">
                  <a16:creationId xmlns:a16="http://schemas.microsoft.com/office/drawing/2014/main" id="{314D5BB6-C315-4903-9F30-103985729878}"/>
                </a:ext>
              </a:extLst>
            </p:cNvPr>
            <p:cNvGrpSpPr/>
            <p:nvPr/>
          </p:nvGrpSpPr>
          <p:grpSpPr>
            <a:xfrm>
              <a:off x="830015" y="3642996"/>
              <a:ext cx="194605" cy="1727022"/>
              <a:chOff x="1093356" y="2490394"/>
              <a:chExt cx="230413" cy="1802702"/>
            </a:xfrm>
          </p:grpSpPr>
          <p:sp>
            <p:nvSpPr>
              <p:cNvPr id="177" name="Rectangle 235">
                <a:extLst>
                  <a:ext uri="{FF2B5EF4-FFF2-40B4-BE49-F238E27FC236}">
                    <a16:creationId xmlns:a16="http://schemas.microsoft.com/office/drawing/2014/main" id="{525AF3B4-405C-43AA-9201-AB16EE282DE0}"/>
                  </a:ext>
                </a:extLst>
              </p:cNvPr>
              <p:cNvSpPr/>
              <p:nvPr/>
            </p:nvSpPr>
            <p:spPr>
              <a:xfrm>
                <a:off x="1093356" y="2492897"/>
                <a:ext cx="72008" cy="18001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78" name="Rectangle 236">
                <a:extLst>
                  <a:ext uri="{FF2B5EF4-FFF2-40B4-BE49-F238E27FC236}">
                    <a16:creationId xmlns:a16="http://schemas.microsoft.com/office/drawing/2014/main" id="{83EE8C98-B9D4-4368-A1EE-37197C71EE0C}"/>
                  </a:ext>
                </a:extLst>
              </p:cNvPr>
              <p:cNvSpPr/>
              <p:nvPr/>
            </p:nvSpPr>
            <p:spPr>
              <a:xfrm>
                <a:off x="1251762" y="2490394"/>
                <a:ext cx="72007" cy="18001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172" name="Group 230">
              <a:extLst>
                <a:ext uri="{FF2B5EF4-FFF2-40B4-BE49-F238E27FC236}">
                  <a16:creationId xmlns:a16="http://schemas.microsoft.com/office/drawing/2014/main" id="{442768FE-3477-4922-83AB-5BCCDE170C70}"/>
                </a:ext>
              </a:extLst>
            </p:cNvPr>
            <p:cNvGrpSpPr/>
            <p:nvPr/>
          </p:nvGrpSpPr>
          <p:grpSpPr>
            <a:xfrm>
              <a:off x="727959" y="3322360"/>
              <a:ext cx="399622" cy="399622"/>
              <a:chOff x="3275856" y="4077072"/>
              <a:chExt cx="504056" cy="504056"/>
            </a:xfrm>
          </p:grpSpPr>
          <p:sp>
            <p:nvSpPr>
              <p:cNvPr id="175" name="Oval 233">
                <a:extLst>
                  <a:ext uri="{FF2B5EF4-FFF2-40B4-BE49-F238E27FC236}">
                    <a16:creationId xmlns:a16="http://schemas.microsoft.com/office/drawing/2014/main" id="{A5623F15-7120-4715-8B17-B14754AAA3EA}"/>
                  </a:ext>
                </a:extLst>
              </p:cNvPr>
              <p:cNvSpPr/>
              <p:nvPr/>
            </p:nvSpPr>
            <p:spPr>
              <a:xfrm>
                <a:off x="3275856" y="4077072"/>
                <a:ext cx="504056" cy="504056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176" name="Oval 234">
                <a:extLst>
                  <a:ext uri="{FF2B5EF4-FFF2-40B4-BE49-F238E27FC236}">
                    <a16:creationId xmlns:a16="http://schemas.microsoft.com/office/drawing/2014/main" id="{BB67F4C5-E342-4933-A25E-AF5FD7ECFE43}"/>
                  </a:ext>
                </a:extLst>
              </p:cNvPr>
              <p:cNvSpPr/>
              <p:nvPr/>
            </p:nvSpPr>
            <p:spPr>
              <a:xfrm>
                <a:off x="3375484" y="4176700"/>
                <a:ext cx="304800" cy="3048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173" name="Rounded Rectangle 14">
              <a:extLst>
                <a:ext uri="{FF2B5EF4-FFF2-40B4-BE49-F238E27FC236}">
                  <a16:creationId xmlns:a16="http://schemas.microsoft.com/office/drawing/2014/main" id="{39CDED29-610D-4F6D-8771-1A04A5BF36C5}"/>
                </a:ext>
              </a:extLst>
            </p:cNvPr>
            <p:cNvSpPr/>
            <p:nvPr/>
          </p:nvSpPr>
          <p:spPr>
            <a:xfrm rot="19957432">
              <a:off x="1660321" y="2205562"/>
              <a:ext cx="855933" cy="812432"/>
            </a:xfrm>
            <a:custGeom>
              <a:avLst/>
              <a:gdLst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  <a:gd name="connsiteX0" fmla="*/ 298603 w 598917"/>
                <a:gd name="connsiteY0" fmla="*/ 2 h 568478"/>
                <a:gd name="connsiteX1" fmla="*/ 373918 w 598917"/>
                <a:gd name="connsiteY1" fmla="*/ 19676 h 568478"/>
                <a:gd name="connsiteX2" fmla="*/ 448829 w 598917"/>
                <a:gd name="connsiteY2" fmla="*/ 150752 h 568478"/>
                <a:gd name="connsiteX3" fmla="*/ 446328 w 598917"/>
                <a:gd name="connsiteY3" fmla="*/ 150767 h 568478"/>
                <a:gd name="connsiteX4" fmla="*/ 446328 w 598917"/>
                <a:gd name="connsiteY4" fmla="*/ 252762 h 568478"/>
                <a:gd name="connsiteX5" fmla="*/ 446478 w 598917"/>
                <a:gd name="connsiteY5" fmla="*/ 252762 h 568478"/>
                <a:gd name="connsiteX6" fmla="*/ 598917 w 598917"/>
                <a:gd name="connsiteY6" fmla="*/ 565068 h 568478"/>
                <a:gd name="connsiteX7" fmla="*/ 0 w 598917"/>
                <a:gd name="connsiteY7" fmla="*/ 568478 h 568478"/>
                <a:gd name="connsiteX8" fmla="*/ 142510 w 598917"/>
                <a:gd name="connsiteY8" fmla="*/ 252762 h 568478"/>
                <a:gd name="connsiteX9" fmla="*/ 143217 w 598917"/>
                <a:gd name="connsiteY9" fmla="*/ 252762 h 568478"/>
                <a:gd name="connsiteX10" fmla="*/ 143217 w 598917"/>
                <a:gd name="connsiteY10" fmla="*/ 134244 h 568478"/>
                <a:gd name="connsiteX11" fmla="*/ 223520 w 598917"/>
                <a:gd name="connsiteY11" fmla="*/ 20528 h 568478"/>
                <a:gd name="connsiteX12" fmla="*/ 298603 w 598917"/>
                <a:gd name="connsiteY12" fmla="*/ 2 h 56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98917" h="568478">
                  <a:moveTo>
                    <a:pt x="298603" y="2"/>
                  </a:moveTo>
                  <a:cubicBezTo>
                    <a:pt x="324583" y="-145"/>
                    <a:pt x="350602" y="6408"/>
                    <a:pt x="373918" y="19676"/>
                  </a:cubicBezTo>
                  <a:cubicBezTo>
                    <a:pt x="421176" y="46569"/>
                    <a:pt x="449886" y="96804"/>
                    <a:pt x="448829" y="150752"/>
                  </a:cubicBezTo>
                  <a:lnTo>
                    <a:pt x="446328" y="150767"/>
                  </a:lnTo>
                  <a:lnTo>
                    <a:pt x="446328" y="252762"/>
                  </a:lnTo>
                  <a:lnTo>
                    <a:pt x="446478" y="252762"/>
                  </a:lnTo>
                  <a:lnTo>
                    <a:pt x="598917" y="565068"/>
                  </a:lnTo>
                  <a:lnTo>
                    <a:pt x="0" y="568478"/>
                  </a:lnTo>
                  <a:lnTo>
                    <a:pt x="142510" y="252762"/>
                  </a:lnTo>
                  <a:lnTo>
                    <a:pt x="143217" y="252762"/>
                  </a:lnTo>
                  <a:lnTo>
                    <a:pt x="143217" y="134244"/>
                  </a:lnTo>
                  <a:cubicBezTo>
                    <a:pt x="143445" y="138297"/>
                    <a:pt x="164730" y="39613"/>
                    <a:pt x="223520" y="20528"/>
                  </a:cubicBezTo>
                  <a:cubicBezTo>
                    <a:pt x="249418" y="-1846"/>
                    <a:pt x="272623" y="149"/>
                    <a:pt x="298603" y="2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74" name="Diagonal Stripe 232">
              <a:extLst>
                <a:ext uri="{FF2B5EF4-FFF2-40B4-BE49-F238E27FC236}">
                  <a16:creationId xmlns:a16="http://schemas.microsoft.com/office/drawing/2014/main" id="{9AF225B1-5E63-43BD-A960-17370EC9AD1E}"/>
                </a:ext>
              </a:extLst>
            </p:cNvPr>
            <p:cNvSpPr/>
            <p:nvPr/>
          </p:nvSpPr>
          <p:spPr>
            <a:xfrm rot="2700000">
              <a:off x="481157" y="5226394"/>
              <a:ext cx="892322" cy="892322"/>
            </a:xfrm>
            <a:prstGeom prst="diagStrip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181" name="Group 260">
            <a:extLst>
              <a:ext uri="{FF2B5EF4-FFF2-40B4-BE49-F238E27FC236}">
                <a16:creationId xmlns:a16="http://schemas.microsoft.com/office/drawing/2014/main" id="{114AE347-1B56-442B-A95E-E71649EC5BD1}"/>
              </a:ext>
            </a:extLst>
          </p:cNvPr>
          <p:cNvGrpSpPr/>
          <p:nvPr userDrawn="1"/>
        </p:nvGrpSpPr>
        <p:grpSpPr>
          <a:xfrm>
            <a:off x="6778910" y="1328535"/>
            <a:ext cx="1954036" cy="2400980"/>
            <a:chOff x="5094895" y="2639865"/>
            <a:chExt cx="2149967" cy="2641726"/>
          </a:xfrm>
        </p:grpSpPr>
        <p:grpSp>
          <p:nvGrpSpPr>
            <p:cNvPr id="182" name="Group 261">
              <a:extLst>
                <a:ext uri="{FF2B5EF4-FFF2-40B4-BE49-F238E27FC236}">
                  <a16:creationId xmlns:a16="http://schemas.microsoft.com/office/drawing/2014/main" id="{8DF46A6A-8C1F-4BE5-83E6-C31611F74668}"/>
                </a:ext>
              </a:extLst>
            </p:cNvPr>
            <p:cNvGrpSpPr/>
            <p:nvPr/>
          </p:nvGrpSpPr>
          <p:grpSpPr>
            <a:xfrm>
              <a:off x="5094895" y="3711725"/>
              <a:ext cx="2113260" cy="1375670"/>
              <a:chOff x="5094895" y="3711725"/>
              <a:chExt cx="2113260" cy="1375670"/>
            </a:xfrm>
          </p:grpSpPr>
          <p:grpSp>
            <p:nvGrpSpPr>
              <p:cNvPr id="196" name="Group 275">
                <a:extLst>
                  <a:ext uri="{FF2B5EF4-FFF2-40B4-BE49-F238E27FC236}">
                    <a16:creationId xmlns:a16="http://schemas.microsoft.com/office/drawing/2014/main" id="{07EAB79F-881C-4F7A-B3A4-1D77F512361F}"/>
                  </a:ext>
                </a:extLst>
              </p:cNvPr>
              <p:cNvGrpSpPr/>
              <p:nvPr/>
            </p:nvGrpSpPr>
            <p:grpSpPr>
              <a:xfrm>
                <a:off x="5094895" y="3711725"/>
                <a:ext cx="2113260" cy="628134"/>
                <a:chOff x="5094895" y="3711725"/>
                <a:chExt cx="2113260" cy="628134"/>
              </a:xfrm>
            </p:grpSpPr>
            <p:sp>
              <p:nvSpPr>
                <p:cNvPr id="199" name="Freeform: Shape 278">
                  <a:extLst>
                    <a:ext uri="{FF2B5EF4-FFF2-40B4-BE49-F238E27FC236}">
                      <a16:creationId xmlns:a16="http://schemas.microsoft.com/office/drawing/2014/main" id="{38F308D6-829A-4988-89DE-515752294D01}"/>
                    </a:ext>
                  </a:extLst>
                </p:cNvPr>
                <p:cNvSpPr/>
                <p:nvPr/>
              </p:nvSpPr>
              <p:spPr>
                <a:xfrm>
                  <a:off x="5094895" y="3863696"/>
                  <a:ext cx="336036" cy="476163"/>
                </a:xfrm>
                <a:custGeom>
                  <a:avLst/>
                  <a:gdLst>
                    <a:gd name="connsiteX0" fmla="*/ 218675 w 336036"/>
                    <a:gd name="connsiteY0" fmla="*/ 0 h 476163"/>
                    <a:gd name="connsiteX1" fmla="*/ 336036 w 336036"/>
                    <a:gd name="connsiteY1" fmla="*/ 0 h 476163"/>
                    <a:gd name="connsiteX2" fmla="*/ 336036 w 336036"/>
                    <a:gd name="connsiteY2" fmla="*/ 476163 h 476163"/>
                    <a:gd name="connsiteX3" fmla="*/ 218675 w 336036"/>
                    <a:gd name="connsiteY3" fmla="*/ 476163 h 476163"/>
                    <a:gd name="connsiteX4" fmla="*/ 218675 w 336036"/>
                    <a:gd name="connsiteY4" fmla="*/ 375461 h 476163"/>
                    <a:gd name="connsiteX5" fmla="*/ 0 w 336036"/>
                    <a:gd name="connsiteY5" fmla="*/ 375461 h 476163"/>
                    <a:gd name="connsiteX6" fmla="*/ 0 w 336036"/>
                    <a:gd name="connsiteY6" fmla="*/ 96603 h 476163"/>
                    <a:gd name="connsiteX7" fmla="*/ 218675 w 336036"/>
                    <a:gd name="connsiteY7" fmla="*/ 96603 h 476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6036" h="476163">
                      <a:moveTo>
                        <a:pt x="218675" y="0"/>
                      </a:moveTo>
                      <a:lnTo>
                        <a:pt x="336036" y="0"/>
                      </a:lnTo>
                      <a:lnTo>
                        <a:pt x="336036" y="476163"/>
                      </a:lnTo>
                      <a:lnTo>
                        <a:pt x="218675" y="476163"/>
                      </a:lnTo>
                      <a:lnTo>
                        <a:pt x="218675" y="375461"/>
                      </a:lnTo>
                      <a:lnTo>
                        <a:pt x="0" y="375461"/>
                      </a:lnTo>
                      <a:lnTo>
                        <a:pt x="0" y="96603"/>
                      </a:lnTo>
                      <a:lnTo>
                        <a:pt x="218675" y="96603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" name="Rectangle 279">
                  <a:extLst>
                    <a:ext uri="{FF2B5EF4-FFF2-40B4-BE49-F238E27FC236}">
                      <a16:creationId xmlns:a16="http://schemas.microsoft.com/office/drawing/2014/main" id="{3A98F069-CC5E-404D-8D17-140C555648C0}"/>
                    </a:ext>
                  </a:extLst>
                </p:cNvPr>
                <p:cNvSpPr/>
                <p:nvPr/>
              </p:nvSpPr>
              <p:spPr>
                <a:xfrm>
                  <a:off x="5477203" y="3837325"/>
                  <a:ext cx="1730952" cy="4571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" name="Freeform: Shape 280">
                  <a:extLst>
                    <a:ext uri="{FF2B5EF4-FFF2-40B4-BE49-F238E27FC236}">
                      <a16:creationId xmlns:a16="http://schemas.microsoft.com/office/drawing/2014/main" id="{5F82051F-7696-40EE-9C5E-43A88B3CCE3F}"/>
                    </a:ext>
                  </a:extLst>
                </p:cNvPr>
                <p:cNvSpPr/>
                <p:nvPr/>
              </p:nvSpPr>
              <p:spPr>
                <a:xfrm>
                  <a:off x="6157841" y="3711725"/>
                  <a:ext cx="300038" cy="442408"/>
                </a:xfrm>
                <a:custGeom>
                  <a:avLst/>
                  <a:gdLst>
                    <a:gd name="connsiteX0" fmla="*/ 53611 w 300038"/>
                    <a:gd name="connsiteY0" fmla="*/ 0 h 442408"/>
                    <a:gd name="connsiteX1" fmla="*/ 246428 w 300038"/>
                    <a:gd name="connsiteY1" fmla="*/ 0 h 442408"/>
                    <a:gd name="connsiteX2" fmla="*/ 246428 w 300038"/>
                    <a:gd name="connsiteY2" fmla="*/ 239398 h 442408"/>
                    <a:gd name="connsiteX3" fmla="*/ 248641 w 300038"/>
                    <a:gd name="connsiteY3" fmla="*/ 239398 h 442408"/>
                    <a:gd name="connsiteX4" fmla="*/ 300038 w 300038"/>
                    <a:gd name="connsiteY4" fmla="*/ 391590 h 442408"/>
                    <a:gd name="connsiteX5" fmla="*/ 201048 w 300038"/>
                    <a:gd name="connsiteY5" fmla="*/ 391590 h 442408"/>
                    <a:gd name="connsiteX6" fmla="*/ 201048 w 300038"/>
                    <a:gd name="connsiteY6" fmla="*/ 408574 h 442408"/>
                    <a:gd name="connsiteX7" fmla="*/ 167214 w 300038"/>
                    <a:gd name="connsiteY7" fmla="*/ 442408 h 442408"/>
                    <a:gd name="connsiteX8" fmla="*/ 132826 w 300038"/>
                    <a:gd name="connsiteY8" fmla="*/ 442408 h 442408"/>
                    <a:gd name="connsiteX9" fmla="*/ 98992 w 300038"/>
                    <a:gd name="connsiteY9" fmla="*/ 408574 h 442408"/>
                    <a:gd name="connsiteX10" fmla="*/ 98992 w 300038"/>
                    <a:gd name="connsiteY10" fmla="*/ 391590 h 442408"/>
                    <a:gd name="connsiteX11" fmla="*/ 0 w 300038"/>
                    <a:gd name="connsiteY11" fmla="*/ 391590 h 442408"/>
                    <a:gd name="connsiteX12" fmla="*/ 51397 w 300038"/>
                    <a:gd name="connsiteY12" fmla="*/ 239398 h 442408"/>
                    <a:gd name="connsiteX13" fmla="*/ 53611 w 300038"/>
                    <a:gd name="connsiteY13" fmla="*/ 239398 h 442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300038" h="442408">
                      <a:moveTo>
                        <a:pt x="53611" y="0"/>
                      </a:moveTo>
                      <a:lnTo>
                        <a:pt x="246428" y="0"/>
                      </a:lnTo>
                      <a:lnTo>
                        <a:pt x="246428" y="239398"/>
                      </a:lnTo>
                      <a:lnTo>
                        <a:pt x="248641" y="239398"/>
                      </a:lnTo>
                      <a:lnTo>
                        <a:pt x="300038" y="391590"/>
                      </a:lnTo>
                      <a:lnTo>
                        <a:pt x="201048" y="391590"/>
                      </a:lnTo>
                      <a:lnTo>
                        <a:pt x="201048" y="408574"/>
                      </a:lnTo>
                      <a:cubicBezTo>
                        <a:pt x="201048" y="427260"/>
                        <a:pt x="185900" y="442408"/>
                        <a:pt x="167214" y="442408"/>
                      </a:cubicBezTo>
                      <a:lnTo>
                        <a:pt x="132826" y="442408"/>
                      </a:lnTo>
                      <a:cubicBezTo>
                        <a:pt x="114140" y="442408"/>
                        <a:pt x="98992" y="427260"/>
                        <a:pt x="98992" y="408574"/>
                      </a:cubicBezTo>
                      <a:lnTo>
                        <a:pt x="98992" y="391590"/>
                      </a:lnTo>
                      <a:lnTo>
                        <a:pt x="0" y="391590"/>
                      </a:lnTo>
                      <a:lnTo>
                        <a:pt x="51397" y="239398"/>
                      </a:lnTo>
                      <a:lnTo>
                        <a:pt x="53611" y="239398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7" name="Rectangle: Top Corners Rounded 276">
                <a:extLst>
                  <a:ext uri="{FF2B5EF4-FFF2-40B4-BE49-F238E27FC236}">
                    <a16:creationId xmlns:a16="http://schemas.microsoft.com/office/drawing/2014/main" id="{622C4369-75DB-44FF-B177-A185BD6F96AF}"/>
                  </a:ext>
                </a:extLst>
              </p:cNvPr>
              <p:cNvSpPr/>
              <p:nvPr/>
            </p:nvSpPr>
            <p:spPr>
              <a:xfrm rot="10800000">
                <a:off x="5773715" y="4944366"/>
                <a:ext cx="1128366" cy="45719"/>
              </a:xfrm>
              <a:prstGeom prst="round2SameRect">
                <a:avLst>
                  <a:gd name="adj1" fmla="val 33152"/>
                  <a:gd name="adj2" fmla="val 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277">
                <a:extLst>
                  <a:ext uri="{FF2B5EF4-FFF2-40B4-BE49-F238E27FC236}">
                    <a16:creationId xmlns:a16="http://schemas.microsoft.com/office/drawing/2014/main" id="{D59FD6CA-3C9E-45CC-BB6C-9C3E1BBEF80C}"/>
                  </a:ext>
                </a:extLst>
              </p:cNvPr>
              <p:cNvSpPr/>
              <p:nvPr/>
            </p:nvSpPr>
            <p:spPr>
              <a:xfrm>
                <a:off x="6164691" y="4965793"/>
                <a:ext cx="346413" cy="12160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3" name="Group 262">
              <a:extLst>
                <a:ext uri="{FF2B5EF4-FFF2-40B4-BE49-F238E27FC236}">
                  <a16:creationId xmlns:a16="http://schemas.microsoft.com/office/drawing/2014/main" id="{54CF2C5C-7E14-4EBB-A7DA-5C6F4B24BA05}"/>
                </a:ext>
              </a:extLst>
            </p:cNvPr>
            <p:cNvGrpSpPr/>
            <p:nvPr/>
          </p:nvGrpSpPr>
          <p:grpSpPr>
            <a:xfrm>
              <a:off x="5176309" y="2639865"/>
              <a:ext cx="1156513" cy="1833233"/>
              <a:chOff x="5176309" y="2639865"/>
              <a:chExt cx="1156513" cy="1833233"/>
            </a:xfrm>
          </p:grpSpPr>
          <p:sp>
            <p:nvSpPr>
              <p:cNvPr id="192" name="Rectangle 271">
                <a:extLst>
                  <a:ext uri="{FF2B5EF4-FFF2-40B4-BE49-F238E27FC236}">
                    <a16:creationId xmlns:a16="http://schemas.microsoft.com/office/drawing/2014/main" id="{125F9235-1DDA-4038-AABC-4E88A9283FC1}"/>
                  </a:ext>
                </a:extLst>
              </p:cNvPr>
              <p:cNvSpPr/>
              <p:nvPr/>
            </p:nvSpPr>
            <p:spPr>
              <a:xfrm>
                <a:off x="5176309" y="3763758"/>
                <a:ext cx="194549" cy="7093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Block Arc 272">
                <a:extLst>
                  <a:ext uri="{FF2B5EF4-FFF2-40B4-BE49-F238E27FC236}">
                    <a16:creationId xmlns:a16="http://schemas.microsoft.com/office/drawing/2014/main" id="{7DBB10BC-931C-42E9-81AD-772C83D68FF9}"/>
                  </a:ext>
                </a:extLst>
              </p:cNvPr>
              <p:cNvSpPr/>
              <p:nvPr/>
            </p:nvSpPr>
            <p:spPr>
              <a:xfrm>
                <a:off x="5333128" y="2639865"/>
                <a:ext cx="999694" cy="999694"/>
              </a:xfrm>
              <a:prstGeom prst="blockArc">
                <a:avLst>
                  <a:gd name="adj1" fmla="val 10800000"/>
                  <a:gd name="adj2" fmla="val 21545197"/>
                  <a:gd name="adj3" fmla="val 3668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Rectangle 273">
                <a:extLst>
                  <a:ext uri="{FF2B5EF4-FFF2-40B4-BE49-F238E27FC236}">
                    <a16:creationId xmlns:a16="http://schemas.microsoft.com/office/drawing/2014/main" id="{178E7152-D22A-4693-BF79-05C0D71F69A5}"/>
                  </a:ext>
                </a:extLst>
              </p:cNvPr>
              <p:cNvSpPr/>
              <p:nvPr/>
            </p:nvSpPr>
            <p:spPr>
              <a:xfrm>
                <a:off x="5334282" y="3118735"/>
                <a:ext cx="36576" cy="7093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274">
                <a:extLst>
                  <a:ext uri="{FF2B5EF4-FFF2-40B4-BE49-F238E27FC236}">
                    <a16:creationId xmlns:a16="http://schemas.microsoft.com/office/drawing/2014/main" id="{17342F94-198D-4944-BE2B-F89CB216ECDA}"/>
                  </a:ext>
                </a:extLst>
              </p:cNvPr>
              <p:cNvSpPr/>
              <p:nvPr/>
            </p:nvSpPr>
            <p:spPr>
              <a:xfrm>
                <a:off x="6296246" y="3118317"/>
                <a:ext cx="36576" cy="6155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4" name="Group 263">
              <a:extLst>
                <a:ext uri="{FF2B5EF4-FFF2-40B4-BE49-F238E27FC236}">
                  <a16:creationId xmlns:a16="http://schemas.microsoft.com/office/drawing/2014/main" id="{E53F5F8C-0B97-4BB2-9922-5291F05CA273}"/>
                </a:ext>
              </a:extLst>
            </p:cNvPr>
            <p:cNvGrpSpPr/>
            <p:nvPr/>
          </p:nvGrpSpPr>
          <p:grpSpPr>
            <a:xfrm>
              <a:off x="5981094" y="4134870"/>
              <a:ext cx="733628" cy="784146"/>
              <a:chOff x="5724251" y="3033712"/>
              <a:chExt cx="733628" cy="784146"/>
            </a:xfrm>
            <a:solidFill>
              <a:schemeClr val="accent4"/>
            </a:solidFill>
          </p:grpSpPr>
          <p:sp>
            <p:nvSpPr>
              <p:cNvPr id="189" name="Freeform: Shape 268">
                <a:extLst>
                  <a:ext uri="{FF2B5EF4-FFF2-40B4-BE49-F238E27FC236}">
                    <a16:creationId xmlns:a16="http://schemas.microsoft.com/office/drawing/2014/main" id="{69CBFB8A-8A12-4FFE-88BB-AB499BFCA18F}"/>
                  </a:ext>
                </a:extLst>
              </p:cNvPr>
              <p:cNvSpPr/>
              <p:nvPr/>
            </p:nvSpPr>
            <p:spPr>
              <a:xfrm>
                <a:off x="5731996" y="3033712"/>
                <a:ext cx="600075" cy="342900"/>
              </a:xfrm>
              <a:custGeom>
                <a:avLst/>
                <a:gdLst>
                  <a:gd name="connsiteX0" fmla="*/ 562124 w 600075"/>
                  <a:gd name="connsiteY0" fmla="*/ 244793 h 342900"/>
                  <a:gd name="connsiteX1" fmla="*/ 503069 w 600075"/>
                  <a:gd name="connsiteY1" fmla="*/ 225743 h 342900"/>
                  <a:gd name="connsiteX2" fmla="*/ 55394 w 600075"/>
                  <a:gd name="connsiteY2" fmla="*/ 226695 h 342900"/>
                  <a:gd name="connsiteX3" fmla="*/ 149 w 600075"/>
                  <a:gd name="connsiteY3" fmla="*/ 173355 h 342900"/>
                  <a:gd name="connsiteX4" fmla="*/ 81112 w 600075"/>
                  <a:gd name="connsiteY4" fmla="*/ 93345 h 342900"/>
                  <a:gd name="connsiteX5" fmla="*/ 252562 w 600075"/>
                  <a:gd name="connsiteY5" fmla="*/ 94298 h 342900"/>
                  <a:gd name="connsiteX6" fmla="*/ 290662 w 600075"/>
                  <a:gd name="connsiteY6" fmla="*/ 57150 h 342900"/>
                  <a:gd name="connsiteX7" fmla="*/ 290662 w 600075"/>
                  <a:gd name="connsiteY7" fmla="*/ 28575 h 342900"/>
                  <a:gd name="connsiteX8" fmla="*/ 317332 w 600075"/>
                  <a:gd name="connsiteY8" fmla="*/ 0 h 342900"/>
                  <a:gd name="connsiteX9" fmla="*/ 343049 w 600075"/>
                  <a:gd name="connsiteY9" fmla="*/ 28575 h 342900"/>
                  <a:gd name="connsiteX10" fmla="*/ 343049 w 600075"/>
                  <a:gd name="connsiteY10" fmla="*/ 114300 h 342900"/>
                  <a:gd name="connsiteX11" fmla="*/ 294472 w 600075"/>
                  <a:gd name="connsiteY11" fmla="*/ 146685 h 342900"/>
                  <a:gd name="connsiteX12" fmla="*/ 84922 w 600075"/>
                  <a:gd name="connsiteY12" fmla="*/ 146685 h 342900"/>
                  <a:gd name="connsiteX13" fmla="*/ 52537 w 600075"/>
                  <a:gd name="connsiteY13" fmla="*/ 161925 h 342900"/>
                  <a:gd name="connsiteX14" fmla="*/ 85874 w 600075"/>
                  <a:gd name="connsiteY14" fmla="*/ 176213 h 342900"/>
                  <a:gd name="connsiteX15" fmla="*/ 547837 w 600075"/>
                  <a:gd name="connsiteY15" fmla="*/ 175260 h 342900"/>
                  <a:gd name="connsiteX16" fmla="*/ 604987 w 600075"/>
                  <a:gd name="connsiteY16" fmla="*/ 232410 h 342900"/>
                  <a:gd name="connsiteX17" fmla="*/ 548789 w 600075"/>
                  <a:gd name="connsiteY17" fmla="*/ 294323 h 342900"/>
                  <a:gd name="connsiteX18" fmla="*/ 467827 w 600075"/>
                  <a:gd name="connsiteY18" fmla="*/ 293370 h 342900"/>
                  <a:gd name="connsiteX19" fmla="*/ 409724 w 600075"/>
                  <a:gd name="connsiteY19" fmla="*/ 331470 h 342900"/>
                  <a:gd name="connsiteX20" fmla="*/ 372577 w 600075"/>
                  <a:gd name="connsiteY20" fmla="*/ 343853 h 342900"/>
                  <a:gd name="connsiteX21" fmla="*/ 364957 w 600075"/>
                  <a:gd name="connsiteY21" fmla="*/ 266700 h 342900"/>
                  <a:gd name="connsiteX22" fmla="*/ 404962 w 600075"/>
                  <a:gd name="connsiteY22" fmla="*/ 243840 h 342900"/>
                  <a:gd name="connsiteX23" fmla="*/ 562124 w 600075"/>
                  <a:gd name="connsiteY23" fmla="*/ 24479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0075" h="342900">
                    <a:moveTo>
                      <a:pt x="562124" y="244793"/>
                    </a:moveTo>
                    <a:cubicBezTo>
                      <a:pt x="537359" y="219075"/>
                      <a:pt x="519262" y="226695"/>
                      <a:pt x="503069" y="225743"/>
                    </a:cubicBezTo>
                    <a:cubicBezTo>
                      <a:pt x="353527" y="224790"/>
                      <a:pt x="204937" y="223838"/>
                      <a:pt x="55394" y="226695"/>
                    </a:cubicBezTo>
                    <a:cubicBezTo>
                      <a:pt x="14437" y="227648"/>
                      <a:pt x="-1756" y="216218"/>
                      <a:pt x="149" y="173355"/>
                    </a:cubicBezTo>
                    <a:cubicBezTo>
                      <a:pt x="2054" y="93345"/>
                      <a:pt x="149" y="93345"/>
                      <a:pt x="81112" y="93345"/>
                    </a:cubicBezTo>
                    <a:cubicBezTo>
                      <a:pt x="138262" y="93345"/>
                      <a:pt x="195412" y="92393"/>
                      <a:pt x="252562" y="94298"/>
                    </a:cubicBezTo>
                    <a:cubicBezTo>
                      <a:pt x="280184" y="95250"/>
                      <a:pt x="295424" y="88583"/>
                      <a:pt x="290662" y="57150"/>
                    </a:cubicBezTo>
                    <a:cubicBezTo>
                      <a:pt x="289709" y="47625"/>
                      <a:pt x="289709" y="38100"/>
                      <a:pt x="290662" y="28575"/>
                    </a:cubicBezTo>
                    <a:cubicBezTo>
                      <a:pt x="292567" y="12383"/>
                      <a:pt x="300187" y="0"/>
                      <a:pt x="317332" y="0"/>
                    </a:cubicBezTo>
                    <a:cubicBezTo>
                      <a:pt x="334477" y="0"/>
                      <a:pt x="343049" y="13335"/>
                      <a:pt x="343049" y="28575"/>
                    </a:cubicBezTo>
                    <a:cubicBezTo>
                      <a:pt x="344002" y="57150"/>
                      <a:pt x="344954" y="85725"/>
                      <a:pt x="343049" y="114300"/>
                    </a:cubicBezTo>
                    <a:cubicBezTo>
                      <a:pt x="341144" y="143828"/>
                      <a:pt x="318284" y="146685"/>
                      <a:pt x="294472" y="146685"/>
                    </a:cubicBezTo>
                    <a:cubicBezTo>
                      <a:pt x="224939" y="146685"/>
                      <a:pt x="154454" y="146685"/>
                      <a:pt x="84922" y="146685"/>
                    </a:cubicBezTo>
                    <a:cubicBezTo>
                      <a:pt x="72539" y="146685"/>
                      <a:pt x="51584" y="140018"/>
                      <a:pt x="52537" y="161925"/>
                    </a:cubicBezTo>
                    <a:cubicBezTo>
                      <a:pt x="53489" y="183833"/>
                      <a:pt x="73492" y="176213"/>
                      <a:pt x="85874" y="176213"/>
                    </a:cubicBezTo>
                    <a:cubicBezTo>
                      <a:pt x="240179" y="177165"/>
                      <a:pt x="393532" y="178118"/>
                      <a:pt x="547837" y="175260"/>
                    </a:cubicBezTo>
                    <a:cubicBezTo>
                      <a:pt x="592604" y="174308"/>
                      <a:pt x="605939" y="188595"/>
                      <a:pt x="604987" y="232410"/>
                    </a:cubicBezTo>
                    <a:cubicBezTo>
                      <a:pt x="604034" y="274320"/>
                      <a:pt x="598319" y="300038"/>
                      <a:pt x="548789" y="294323"/>
                    </a:cubicBezTo>
                    <a:cubicBezTo>
                      <a:pt x="522119" y="291465"/>
                      <a:pt x="494497" y="294323"/>
                      <a:pt x="467827" y="293370"/>
                    </a:cubicBezTo>
                    <a:cubicBezTo>
                      <a:pt x="440204" y="293370"/>
                      <a:pt x="410677" y="285750"/>
                      <a:pt x="409724" y="331470"/>
                    </a:cubicBezTo>
                    <a:cubicBezTo>
                      <a:pt x="409724" y="349568"/>
                      <a:pt x="384959" y="356235"/>
                      <a:pt x="372577" y="343853"/>
                    </a:cubicBezTo>
                    <a:cubicBezTo>
                      <a:pt x="352574" y="321945"/>
                      <a:pt x="362099" y="292418"/>
                      <a:pt x="364957" y="266700"/>
                    </a:cubicBezTo>
                    <a:cubicBezTo>
                      <a:pt x="366862" y="242888"/>
                      <a:pt x="387817" y="243840"/>
                      <a:pt x="404962" y="243840"/>
                    </a:cubicBezTo>
                    <a:cubicBezTo>
                      <a:pt x="454492" y="244793"/>
                      <a:pt x="503069" y="244793"/>
                      <a:pt x="562124" y="244793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269">
                <a:extLst>
                  <a:ext uri="{FF2B5EF4-FFF2-40B4-BE49-F238E27FC236}">
                    <a16:creationId xmlns:a16="http://schemas.microsoft.com/office/drawing/2014/main" id="{67D1F54E-AA46-4DA9-A152-5982055C36A9}"/>
                  </a:ext>
                </a:extLst>
              </p:cNvPr>
              <p:cNvSpPr/>
              <p:nvPr/>
            </p:nvSpPr>
            <p:spPr>
              <a:xfrm>
                <a:off x="5724251" y="3427333"/>
                <a:ext cx="285750" cy="390525"/>
              </a:xfrm>
              <a:custGeom>
                <a:avLst/>
                <a:gdLst>
                  <a:gd name="connsiteX0" fmla="*/ 2179 w 285750"/>
                  <a:gd name="connsiteY0" fmla="*/ 302657 h 390525"/>
                  <a:gd name="connsiteX1" fmla="*/ 126004 w 285750"/>
                  <a:gd name="connsiteY1" fmla="*/ 326469 h 390525"/>
                  <a:gd name="connsiteX2" fmla="*/ 190774 w 285750"/>
                  <a:gd name="connsiteY2" fmla="*/ 276939 h 390525"/>
                  <a:gd name="connsiteX3" fmla="*/ 130767 w 285750"/>
                  <a:gd name="connsiteY3" fmla="*/ 222647 h 390525"/>
                  <a:gd name="connsiteX4" fmla="*/ 92667 w 285750"/>
                  <a:gd name="connsiteY4" fmla="*/ 221694 h 390525"/>
                  <a:gd name="connsiteX5" fmla="*/ 67902 w 285750"/>
                  <a:gd name="connsiteY5" fmla="*/ 192167 h 390525"/>
                  <a:gd name="connsiteX6" fmla="*/ 92667 w 285750"/>
                  <a:gd name="connsiteY6" fmla="*/ 156924 h 390525"/>
                  <a:gd name="connsiteX7" fmla="*/ 140292 w 285750"/>
                  <a:gd name="connsiteY7" fmla="*/ 155019 h 390525"/>
                  <a:gd name="connsiteX8" fmla="*/ 182202 w 285750"/>
                  <a:gd name="connsiteY8" fmla="*/ 112157 h 390525"/>
                  <a:gd name="connsiteX9" fmla="*/ 141244 w 285750"/>
                  <a:gd name="connsiteY9" fmla="*/ 68342 h 390525"/>
                  <a:gd name="connsiteX10" fmla="*/ 25039 w 285750"/>
                  <a:gd name="connsiteY10" fmla="*/ 81677 h 390525"/>
                  <a:gd name="connsiteX11" fmla="*/ 84094 w 285750"/>
                  <a:gd name="connsiteY11" fmla="*/ 1667 h 390525"/>
                  <a:gd name="connsiteX12" fmla="*/ 187917 w 285750"/>
                  <a:gd name="connsiteY12" fmla="*/ 2619 h 390525"/>
                  <a:gd name="connsiteX13" fmla="*/ 277452 w 285750"/>
                  <a:gd name="connsiteY13" fmla="*/ 73104 h 390525"/>
                  <a:gd name="connsiteX14" fmla="*/ 221254 w 285750"/>
                  <a:gd name="connsiteY14" fmla="*/ 178832 h 390525"/>
                  <a:gd name="connsiteX15" fmla="*/ 285072 w 285750"/>
                  <a:gd name="connsiteY15" fmla="*/ 245507 h 390525"/>
                  <a:gd name="connsiteX16" fmla="*/ 216492 w 285750"/>
                  <a:gd name="connsiteY16" fmla="*/ 378857 h 390525"/>
                  <a:gd name="connsiteX17" fmla="*/ 25039 w 285750"/>
                  <a:gd name="connsiteY17" fmla="*/ 380762 h 390525"/>
                  <a:gd name="connsiteX18" fmla="*/ 2179 w 285750"/>
                  <a:gd name="connsiteY18" fmla="*/ 302657 h 39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85750" h="390525">
                    <a:moveTo>
                      <a:pt x="2179" y="302657"/>
                    </a:moveTo>
                    <a:cubicBezTo>
                      <a:pt x="45994" y="316944"/>
                      <a:pt x="84094" y="331232"/>
                      <a:pt x="126004" y="326469"/>
                    </a:cubicBezTo>
                    <a:cubicBezTo>
                      <a:pt x="157437" y="322659"/>
                      <a:pt x="187917" y="315039"/>
                      <a:pt x="190774" y="276939"/>
                    </a:cubicBezTo>
                    <a:cubicBezTo>
                      <a:pt x="193632" y="236934"/>
                      <a:pt x="160294" y="229314"/>
                      <a:pt x="130767" y="222647"/>
                    </a:cubicBezTo>
                    <a:cubicBezTo>
                      <a:pt x="118384" y="219789"/>
                      <a:pt x="105049" y="220742"/>
                      <a:pt x="92667" y="221694"/>
                    </a:cubicBezTo>
                    <a:cubicBezTo>
                      <a:pt x="69807" y="223599"/>
                      <a:pt x="66949" y="210264"/>
                      <a:pt x="67902" y="192167"/>
                    </a:cubicBezTo>
                    <a:cubicBezTo>
                      <a:pt x="68854" y="175022"/>
                      <a:pt x="64092" y="155972"/>
                      <a:pt x="92667" y="156924"/>
                    </a:cubicBezTo>
                    <a:cubicBezTo>
                      <a:pt x="108859" y="157877"/>
                      <a:pt x="124099" y="156924"/>
                      <a:pt x="140292" y="155019"/>
                    </a:cubicBezTo>
                    <a:cubicBezTo>
                      <a:pt x="165057" y="152162"/>
                      <a:pt x="182202" y="139779"/>
                      <a:pt x="182202" y="112157"/>
                    </a:cubicBezTo>
                    <a:cubicBezTo>
                      <a:pt x="182202" y="85487"/>
                      <a:pt x="166009" y="72152"/>
                      <a:pt x="141244" y="68342"/>
                    </a:cubicBezTo>
                    <a:cubicBezTo>
                      <a:pt x="101239" y="61674"/>
                      <a:pt x="63139" y="71199"/>
                      <a:pt x="25039" y="81677"/>
                    </a:cubicBezTo>
                    <a:cubicBezTo>
                      <a:pt x="14562" y="9287"/>
                      <a:pt x="16467" y="6429"/>
                      <a:pt x="84094" y="1667"/>
                    </a:cubicBezTo>
                    <a:cubicBezTo>
                      <a:pt x="118384" y="-238"/>
                      <a:pt x="153627" y="-1191"/>
                      <a:pt x="187917" y="2619"/>
                    </a:cubicBezTo>
                    <a:cubicBezTo>
                      <a:pt x="230779" y="7382"/>
                      <a:pt x="267927" y="24527"/>
                      <a:pt x="277452" y="73104"/>
                    </a:cubicBezTo>
                    <a:cubicBezTo>
                      <a:pt x="286977" y="122634"/>
                      <a:pt x="273642" y="148352"/>
                      <a:pt x="221254" y="178832"/>
                    </a:cubicBezTo>
                    <a:cubicBezTo>
                      <a:pt x="248877" y="195977"/>
                      <a:pt x="275547" y="212169"/>
                      <a:pt x="285072" y="245507"/>
                    </a:cubicBezTo>
                    <a:cubicBezTo>
                      <a:pt x="301264" y="303609"/>
                      <a:pt x="274594" y="358854"/>
                      <a:pt x="216492" y="378857"/>
                    </a:cubicBezTo>
                    <a:cubicBezTo>
                      <a:pt x="152674" y="400764"/>
                      <a:pt x="87904" y="397907"/>
                      <a:pt x="25039" y="380762"/>
                    </a:cubicBezTo>
                    <a:cubicBezTo>
                      <a:pt x="-17823" y="369332"/>
                      <a:pt x="8847" y="332184"/>
                      <a:pt x="2179" y="30265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270">
                <a:extLst>
                  <a:ext uri="{FF2B5EF4-FFF2-40B4-BE49-F238E27FC236}">
                    <a16:creationId xmlns:a16="http://schemas.microsoft.com/office/drawing/2014/main" id="{A19EA87B-11F5-468A-8DFD-9978D5A71A9C}"/>
                  </a:ext>
                </a:extLst>
              </p:cNvPr>
              <p:cNvSpPr/>
              <p:nvPr/>
            </p:nvSpPr>
            <p:spPr>
              <a:xfrm>
                <a:off x="6105454" y="3430840"/>
                <a:ext cx="352425" cy="381000"/>
              </a:xfrm>
              <a:custGeom>
                <a:avLst/>
                <a:gdLst>
                  <a:gd name="connsiteX0" fmla="*/ 199143 w 352425"/>
                  <a:gd name="connsiteY0" fmla="*/ 7684 h 381000"/>
                  <a:gd name="connsiteX1" fmla="*/ 32456 w 352425"/>
                  <a:gd name="connsiteY1" fmla="*/ 65 h 381000"/>
                  <a:gd name="connsiteX2" fmla="*/ 71 w 352425"/>
                  <a:gd name="connsiteY2" fmla="*/ 33402 h 381000"/>
                  <a:gd name="connsiteX3" fmla="*/ 71 w 352425"/>
                  <a:gd name="connsiteY3" fmla="*/ 190565 h 381000"/>
                  <a:gd name="connsiteX4" fmla="*/ 71 w 352425"/>
                  <a:gd name="connsiteY4" fmla="*/ 352489 h 381000"/>
                  <a:gd name="connsiteX5" fmla="*/ 30551 w 352425"/>
                  <a:gd name="connsiteY5" fmla="*/ 382970 h 381000"/>
                  <a:gd name="connsiteX6" fmla="*/ 192476 w 352425"/>
                  <a:gd name="connsiteY6" fmla="*/ 379160 h 381000"/>
                  <a:gd name="connsiteX7" fmla="*/ 358211 w 352425"/>
                  <a:gd name="connsiteY7" fmla="*/ 199137 h 381000"/>
                  <a:gd name="connsiteX8" fmla="*/ 199143 w 352425"/>
                  <a:gd name="connsiteY8" fmla="*/ 7684 h 381000"/>
                  <a:gd name="connsiteX9" fmla="*/ 257246 w 352425"/>
                  <a:gd name="connsiteY9" fmla="*/ 210567 h 381000"/>
                  <a:gd name="connsiteX10" fmla="*/ 119133 w 352425"/>
                  <a:gd name="connsiteY10" fmla="*/ 307722 h 381000"/>
                  <a:gd name="connsiteX11" fmla="*/ 96273 w 352425"/>
                  <a:gd name="connsiteY11" fmla="*/ 279147 h 381000"/>
                  <a:gd name="connsiteX12" fmla="*/ 96273 w 352425"/>
                  <a:gd name="connsiteY12" fmla="*/ 189612 h 381000"/>
                  <a:gd name="connsiteX13" fmla="*/ 95321 w 352425"/>
                  <a:gd name="connsiteY13" fmla="*/ 127699 h 381000"/>
                  <a:gd name="connsiteX14" fmla="*/ 150566 w 352425"/>
                  <a:gd name="connsiteY14" fmla="*/ 75312 h 381000"/>
                  <a:gd name="connsiteX15" fmla="*/ 257246 w 352425"/>
                  <a:gd name="connsiteY15" fmla="*/ 210567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2425" h="381000">
                    <a:moveTo>
                      <a:pt x="199143" y="7684"/>
                    </a:moveTo>
                    <a:cubicBezTo>
                      <a:pt x="143898" y="-888"/>
                      <a:pt x="88653" y="1970"/>
                      <a:pt x="32456" y="65"/>
                    </a:cubicBezTo>
                    <a:cubicBezTo>
                      <a:pt x="7691" y="-888"/>
                      <a:pt x="-882" y="8637"/>
                      <a:pt x="71" y="33402"/>
                    </a:cubicBezTo>
                    <a:cubicBezTo>
                      <a:pt x="1023" y="85790"/>
                      <a:pt x="71" y="138177"/>
                      <a:pt x="71" y="190565"/>
                    </a:cubicBezTo>
                    <a:cubicBezTo>
                      <a:pt x="71" y="244857"/>
                      <a:pt x="1023" y="298197"/>
                      <a:pt x="71" y="352489"/>
                    </a:cubicBezTo>
                    <a:cubicBezTo>
                      <a:pt x="71" y="374397"/>
                      <a:pt x="7691" y="383922"/>
                      <a:pt x="30551" y="382970"/>
                    </a:cubicBezTo>
                    <a:cubicBezTo>
                      <a:pt x="84843" y="381064"/>
                      <a:pt x="139136" y="383922"/>
                      <a:pt x="192476" y="379160"/>
                    </a:cubicBezTo>
                    <a:cubicBezTo>
                      <a:pt x="293441" y="370587"/>
                      <a:pt x="356306" y="300102"/>
                      <a:pt x="358211" y="199137"/>
                    </a:cubicBezTo>
                    <a:cubicBezTo>
                      <a:pt x="359163" y="90552"/>
                      <a:pt x="302013" y="23877"/>
                      <a:pt x="199143" y="7684"/>
                    </a:cubicBezTo>
                    <a:close/>
                    <a:moveTo>
                      <a:pt x="257246" y="210567"/>
                    </a:moveTo>
                    <a:cubicBezTo>
                      <a:pt x="248673" y="278195"/>
                      <a:pt x="190571" y="318199"/>
                      <a:pt x="119133" y="307722"/>
                    </a:cubicBezTo>
                    <a:cubicBezTo>
                      <a:pt x="100083" y="304864"/>
                      <a:pt x="96273" y="295339"/>
                      <a:pt x="96273" y="279147"/>
                    </a:cubicBezTo>
                    <a:cubicBezTo>
                      <a:pt x="96273" y="249620"/>
                      <a:pt x="96273" y="219139"/>
                      <a:pt x="96273" y="189612"/>
                    </a:cubicBezTo>
                    <a:cubicBezTo>
                      <a:pt x="96273" y="168657"/>
                      <a:pt x="99131" y="148654"/>
                      <a:pt x="95321" y="127699"/>
                    </a:cubicBezTo>
                    <a:cubicBezTo>
                      <a:pt x="88653" y="81979"/>
                      <a:pt x="108656" y="70549"/>
                      <a:pt x="150566" y="75312"/>
                    </a:cubicBezTo>
                    <a:cubicBezTo>
                      <a:pt x="224861" y="84837"/>
                      <a:pt x="266771" y="136272"/>
                      <a:pt x="257246" y="21056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85" name="Group 264">
              <a:extLst>
                <a:ext uri="{FF2B5EF4-FFF2-40B4-BE49-F238E27FC236}">
                  <a16:creationId xmlns:a16="http://schemas.microsoft.com/office/drawing/2014/main" id="{4793FEF3-5C53-4C5E-BD3F-AA16B001BF69}"/>
                </a:ext>
              </a:extLst>
            </p:cNvPr>
            <p:cNvGrpSpPr/>
            <p:nvPr/>
          </p:nvGrpSpPr>
          <p:grpSpPr>
            <a:xfrm>
              <a:off x="5430933" y="3429000"/>
              <a:ext cx="1813929" cy="1852591"/>
              <a:chOff x="5430933" y="3429000"/>
              <a:chExt cx="1813929" cy="1852591"/>
            </a:xfrm>
          </p:grpSpPr>
          <p:sp>
            <p:nvSpPr>
              <p:cNvPr id="186" name="Frame 265">
                <a:extLst>
                  <a:ext uri="{FF2B5EF4-FFF2-40B4-BE49-F238E27FC236}">
                    <a16:creationId xmlns:a16="http://schemas.microsoft.com/office/drawing/2014/main" id="{71152C4E-D4DD-4F33-B5E8-259A5946E0EA}"/>
                  </a:ext>
                </a:extLst>
              </p:cNvPr>
              <p:cNvSpPr/>
              <p:nvPr/>
            </p:nvSpPr>
            <p:spPr>
              <a:xfrm>
                <a:off x="5430933" y="3429000"/>
                <a:ext cx="1813929" cy="1752653"/>
              </a:xfrm>
              <a:prstGeom prst="frame">
                <a:avLst>
                  <a:gd name="adj1" fmla="val 7537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Rectangle 266">
                <a:extLst>
                  <a:ext uri="{FF2B5EF4-FFF2-40B4-BE49-F238E27FC236}">
                    <a16:creationId xmlns:a16="http://schemas.microsoft.com/office/drawing/2014/main" id="{0907C9E8-94ED-4DD2-905A-FF92FFDB55F6}"/>
                  </a:ext>
                </a:extLst>
              </p:cNvPr>
              <p:cNvSpPr/>
              <p:nvPr/>
            </p:nvSpPr>
            <p:spPr>
              <a:xfrm>
                <a:off x="5430933" y="5181653"/>
                <a:ext cx="225668" cy="9993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267">
                <a:extLst>
                  <a:ext uri="{FF2B5EF4-FFF2-40B4-BE49-F238E27FC236}">
                    <a16:creationId xmlns:a16="http://schemas.microsoft.com/office/drawing/2014/main" id="{8E03E586-D078-461B-9F19-466CDB6F4DF1}"/>
                  </a:ext>
                </a:extLst>
              </p:cNvPr>
              <p:cNvSpPr/>
              <p:nvPr/>
            </p:nvSpPr>
            <p:spPr>
              <a:xfrm>
                <a:off x="7019194" y="5181653"/>
                <a:ext cx="225668" cy="9993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230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Forme [b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Forme completamente modificabili</a:t>
            </a:r>
            <a:endParaRPr lang="it-IT" dirty="0"/>
          </a:p>
        </p:txBody>
      </p:sp>
      <p:grpSp>
        <p:nvGrpSpPr>
          <p:cNvPr id="202" name="Group 34">
            <a:extLst>
              <a:ext uri="{FF2B5EF4-FFF2-40B4-BE49-F238E27FC236}">
                <a16:creationId xmlns:a16="http://schemas.microsoft.com/office/drawing/2014/main" id="{B97AF50E-9E6C-4B8B-A61A-6E96B4B15065}"/>
              </a:ext>
            </a:extLst>
          </p:cNvPr>
          <p:cNvGrpSpPr/>
          <p:nvPr userDrawn="1"/>
        </p:nvGrpSpPr>
        <p:grpSpPr>
          <a:xfrm>
            <a:off x="10483058" y="1702391"/>
            <a:ext cx="1087000" cy="2018714"/>
            <a:chOff x="741800" y="1570966"/>
            <a:chExt cx="2520000" cy="4680000"/>
          </a:xfrm>
        </p:grpSpPr>
        <p:grpSp>
          <p:nvGrpSpPr>
            <p:cNvPr id="203" name="Group 8">
              <a:extLst>
                <a:ext uri="{FF2B5EF4-FFF2-40B4-BE49-F238E27FC236}">
                  <a16:creationId xmlns:a16="http://schemas.microsoft.com/office/drawing/2014/main" id="{F64D194F-0694-4F56-94AC-5E7FF77113B0}"/>
                </a:ext>
              </a:extLst>
            </p:cNvPr>
            <p:cNvGrpSpPr/>
            <p:nvPr/>
          </p:nvGrpSpPr>
          <p:grpSpPr>
            <a:xfrm>
              <a:off x="741800" y="1570966"/>
              <a:ext cx="2520000" cy="4680000"/>
              <a:chOff x="445712" y="1449040"/>
              <a:chExt cx="2520000" cy="4680000"/>
            </a:xfrm>
          </p:grpSpPr>
          <p:sp>
            <p:nvSpPr>
              <p:cNvPr id="205" name="Rounded Rectangle 3">
                <a:extLst>
                  <a:ext uri="{FF2B5EF4-FFF2-40B4-BE49-F238E27FC236}">
                    <a16:creationId xmlns:a16="http://schemas.microsoft.com/office/drawing/2014/main" id="{91E6834F-96D4-4525-937D-23A3565F2B38}"/>
                  </a:ext>
                </a:extLst>
              </p:cNvPr>
              <p:cNvSpPr/>
              <p:nvPr userDrawn="1"/>
            </p:nvSpPr>
            <p:spPr>
              <a:xfrm>
                <a:off x="445712" y="1449040"/>
                <a:ext cx="2520000" cy="4680000"/>
              </a:xfrm>
              <a:prstGeom prst="roundRect">
                <a:avLst>
                  <a:gd name="adj" fmla="val 13580"/>
                </a:avLst>
              </a:prstGeom>
              <a:solidFill>
                <a:srgbClr val="262626"/>
              </a:solidFill>
              <a:ln w="88900">
                <a:noFill/>
              </a:ln>
              <a:effectLst/>
              <a:scene3d>
                <a:camera prst="perspectiveFront"/>
                <a:lightRig rig="threePt" dir="t"/>
              </a:scene3d>
              <a:sp3d prstMaterial="plastic">
                <a:bevelT w="127000" h="50800"/>
                <a:bevelB w="127000" h="254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06" name="Rectangle 5">
                <a:extLst>
                  <a:ext uri="{FF2B5EF4-FFF2-40B4-BE49-F238E27FC236}">
                    <a16:creationId xmlns:a16="http://schemas.microsoft.com/office/drawing/2014/main" id="{F2F7FB57-2819-424C-B0B9-0BC3F3801CD7}"/>
                  </a:ext>
                </a:extLst>
              </p:cNvPr>
              <p:cNvSpPr/>
              <p:nvPr userDrawn="1"/>
            </p:nvSpPr>
            <p:spPr>
              <a:xfrm>
                <a:off x="1597700" y="1680321"/>
                <a:ext cx="216024" cy="34350"/>
              </a:xfrm>
              <a:prstGeom prst="rect">
                <a:avLst/>
              </a:prstGeom>
              <a:solidFill>
                <a:srgbClr val="B0B0B0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grpSp>
            <p:nvGrpSpPr>
              <p:cNvPr id="207" name="Group 1">
                <a:extLst>
                  <a:ext uri="{FF2B5EF4-FFF2-40B4-BE49-F238E27FC236}">
                    <a16:creationId xmlns:a16="http://schemas.microsoft.com/office/drawing/2014/main" id="{4C4E5084-F78D-41CA-89AA-A97FE76AEABB}"/>
                  </a:ext>
                </a:extLst>
              </p:cNvPr>
              <p:cNvGrpSpPr/>
              <p:nvPr userDrawn="1"/>
            </p:nvGrpSpPr>
            <p:grpSpPr>
              <a:xfrm>
                <a:off x="1549420" y="5712364"/>
                <a:ext cx="312583" cy="312583"/>
                <a:chOff x="1570727" y="5532687"/>
                <a:chExt cx="312583" cy="312583"/>
              </a:xfrm>
            </p:grpSpPr>
            <p:sp>
              <p:nvSpPr>
                <p:cNvPr id="208" name="Oval 4">
                  <a:extLst>
                    <a:ext uri="{FF2B5EF4-FFF2-40B4-BE49-F238E27FC236}">
                      <a16:creationId xmlns:a16="http://schemas.microsoft.com/office/drawing/2014/main" id="{D6C448DA-F07D-4997-BA5D-D39B0266492F}"/>
                    </a:ext>
                  </a:extLst>
                </p:cNvPr>
                <p:cNvSpPr/>
                <p:nvPr userDrawn="1"/>
              </p:nvSpPr>
              <p:spPr>
                <a:xfrm>
                  <a:off x="1570727" y="5532687"/>
                  <a:ext cx="312583" cy="312583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0">
                  <a:solidFill>
                    <a:srgbClr val="262626"/>
                  </a:solidFill>
                </a:ln>
                <a:scene3d>
                  <a:camera prst="perspectiveFront"/>
                  <a:lightRig rig="threePt" dir="t"/>
                </a:scene3d>
                <a:sp3d>
                  <a:bevelT w="63500" h="127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  <p:sp>
              <p:nvSpPr>
                <p:cNvPr id="209" name="Rounded Rectangle 7">
                  <a:extLst>
                    <a:ext uri="{FF2B5EF4-FFF2-40B4-BE49-F238E27FC236}">
                      <a16:creationId xmlns:a16="http://schemas.microsoft.com/office/drawing/2014/main" id="{48A9CAC0-C4E5-4137-9C20-331977C2FDE2}"/>
                    </a:ext>
                  </a:extLst>
                </p:cNvPr>
                <p:cNvSpPr/>
                <p:nvPr userDrawn="1"/>
              </p:nvSpPr>
              <p:spPr>
                <a:xfrm>
                  <a:off x="1655532" y="5616970"/>
                  <a:ext cx="142969" cy="144016"/>
                </a:xfrm>
                <a:prstGeom prst="roundRect">
                  <a:avLst/>
                </a:prstGeom>
                <a:solidFill>
                  <a:srgbClr val="737373"/>
                </a:solidFill>
                <a:ln w="6350">
                  <a:solidFill>
                    <a:srgbClr val="B0B0B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/>
                </a:p>
              </p:txBody>
            </p:sp>
          </p:grpSp>
        </p:grpSp>
        <p:sp>
          <p:nvSpPr>
            <p:cNvPr id="204" name="Picture Placeholder 9">
              <a:extLst>
                <a:ext uri="{FF2B5EF4-FFF2-40B4-BE49-F238E27FC236}">
                  <a16:creationId xmlns:a16="http://schemas.microsoft.com/office/drawing/2014/main" id="{D2A1E162-68D5-4521-826B-994D2937281A}"/>
                </a:ext>
              </a:extLst>
            </p:cNvPr>
            <p:cNvSpPr txBox="1">
              <a:spLocks/>
            </p:cNvSpPr>
            <p:nvPr/>
          </p:nvSpPr>
          <p:spPr>
            <a:xfrm>
              <a:off x="921680" y="1930403"/>
              <a:ext cx="2160240" cy="37444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anchor="ctr"/>
            <a:lstStyle>
              <a:lvl1pPr marL="0" marR="0" indent="0" algn="ctr" defTabSz="914446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sz="1200" b="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Arial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dirty="0"/>
            </a:p>
          </p:txBody>
        </p:sp>
      </p:grpSp>
      <p:grpSp>
        <p:nvGrpSpPr>
          <p:cNvPr id="210" name="Group 42">
            <a:extLst>
              <a:ext uri="{FF2B5EF4-FFF2-40B4-BE49-F238E27FC236}">
                <a16:creationId xmlns:a16="http://schemas.microsoft.com/office/drawing/2014/main" id="{11ABAC7E-BC11-42CA-829A-B0C4318442A9}"/>
              </a:ext>
            </a:extLst>
          </p:cNvPr>
          <p:cNvGrpSpPr/>
          <p:nvPr userDrawn="1"/>
        </p:nvGrpSpPr>
        <p:grpSpPr>
          <a:xfrm flipH="1">
            <a:off x="162768" y="808291"/>
            <a:ext cx="2580226" cy="3156179"/>
            <a:chOff x="6446339" y="1280897"/>
            <a:chExt cx="4320717" cy="5285178"/>
          </a:xfrm>
        </p:grpSpPr>
        <p:sp>
          <p:nvSpPr>
            <p:cNvPr id="211" name="Freeform: Shape 43">
              <a:extLst>
                <a:ext uri="{FF2B5EF4-FFF2-40B4-BE49-F238E27FC236}">
                  <a16:creationId xmlns:a16="http://schemas.microsoft.com/office/drawing/2014/main" id="{3EFA3547-24C0-48EB-87F3-8B1B41E2316A}"/>
                </a:ext>
              </a:extLst>
            </p:cNvPr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44">
              <a:extLst>
                <a:ext uri="{FF2B5EF4-FFF2-40B4-BE49-F238E27FC236}">
                  <a16:creationId xmlns:a16="http://schemas.microsoft.com/office/drawing/2014/main" id="{D8A1E364-C6D2-435E-BBA8-38CBE3D2A4F0}"/>
                </a:ext>
              </a:extLst>
            </p:cNvPr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45">
              <a:extLst>
                <a:ext uri="{FF2B5EF4-FFF2-40B4-BE49-F238E27FC236}">
                  <a16:creationId xmlns:a16="http://schemas.microsoft.com/office/drawing/2014/main" id="{B11A2399-A17E-449C-9765-C734D88AAFAD}"/>
                </a:ext>
              </a:extLst>
            </p:cNvPr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46">
              <a:extLst>
                <a:ext uri="{FF2B5EF4-FFF2-40B4-BE49-F238E27FC236}">
                  <a16:creationId xmlns:a16="http://schemas.microsoft.com/office/drawing/2014/main" id="{AEB5E1D0-A32C-43C2-BE06-032EB16088E8}"/>
                </a:ext>
              </a:extLst>
            </p:cNvPr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47">
              <a:extLst>
                <a:ext uri="{FF2B5EF4-FFF2-40B4-BE49-F238E27FC236}">
                  <a16:creationId xmlns:a16="http://schemas.microsoft.com/office/drawing/2014/main" id="{847720BB-6942-47D3-8A53-8A5F45ADE6F4}"/>
                </a:ext>
              </a:extLst>
            </p:cNvPr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48">
              <a:extLst>
                <a:ext uri="{FF2B5EF4-FFF2-40B4-BE49-F238E27FC236}">
                  <a16:creationId xmlns:a16="http://schemas.microsoft.com/office/drawing/2014/main" id="{ACB1CCA9-DB02-488B-AB0A-5BC33EEC4085}"/>
                </a:ext>
              </a:extLst>
            </p:cNvPr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49">
              <a:extLst>
                <a:ext uri="{FF2B5EF4-FFF2-40B4-BE49-F238E27FC236}">
                  <a16:creationId xmlns:a16="http://schemas.microsoft.com/office/drawing/2014/main" id="{D86E65B7-3F26-412A-AC93-4A87ABBC573A}"/>
                </a:ext>
              </a:extLst>
            </p:cNvPr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18" name="Graphic 14">
            <a:extLst>
              <a:ext uri="{FF2B5EF4-FFF2-40B4-BE49-F238E27FC236}">
                <a16:creationId xmlns:a16="http://schemas.microsoft.com/office/drawing/2014/main" id="{EE4DA052-54CA-471C-B393-9B01E34B37EE}"/>
              </a:ext>
            </a:extLst>
          </p:cNvPr>
          <p:cNvGrpSpPr/>
          <p:nvPr userDrawn="1"/>
        </p:nvGrpSpPr>
        <p:grpSpPr>
          <a:xfrm>
            <a:off x="3479578" y="1592566"/>
            <a:ext cx="2724617" cy="2142959"/>
            <a:chOff x="2444748" y="555045"/>
            <a:chExt cx="7282048" cy="5727454"/>
          </a:xfrm>
        </p:grpSpPr>
        <p:sp>
          <p:nvSpPr>
            <p:cNvPr id="219" name="Freeform: Shape 61">
              <a:extLst>
                <a:ext uri="{FF2B5EF4-FFF2-40B4-BE49-F238E27FC236}">
                  <a16:creationId xmlns:a16="http://schemas.microsoft.com/office/drawing/2014/main" id="{FBCA1C8C-0130-4393-B3B6-807E42EDCBAA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62">
              <a:extLst>
                <a:ext uri="{FF2B5EF4-FFF2-40B4-BE49-F238E27FC236}">
                  <a16:creationId xmlns:a16="http://schemas.microsoft.com/office/drawing/2014/main" id="{5CA795F2-DB57-46A8-AC54-E3BCFB74D697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1" name="Freeform: Shape 63">
              <a:extLst>
                <a:ext uri="{FF2B5EF4-FFF2-40B4-BE49-F238E27FC236}">
                  <a16:creationId xmlns:a16="http://schemas.microsoft.com/office/drawing/2014/main" id="{23657602-9131-43D9-89D8-9629536C6859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64">
              <a:extLst>
                <a:ext uri="{FF2B5EF4-FFF2-40B4-BE49-F238E27FC236}">
                  <a16:creationId xmlns:a16="http://schemas.microsoft.com/office/drawing/2014/main" id="{611A4683-F08A-4E44-A7CB-08B366E896CF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65">
              <a:extLst>
                <a:ext uri="{FF2B5EF4-FFF2-40B4-BE49-F238E27FC236}">
                  <a16:creationId xmlns:a16="http://schemas.microsoft.com/office/drawing/2014/main" id="{7038DA06-7FB0-4F6B-AE8A-F8DD9B2A9421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4" name="Freeform: Shape 66">
              <a:extLst>
                <a:ext uri="{FF2B5EF4-FFF2-40B4-BE49-F238E27FC236}">
                  <a16:creationId xmlns:a16="http://schemas.microsoft.com/office/drawing/2014/main" id="{98BE3E96-1220-4E95-A287-D4BB59D2B694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67">
              <a:extLst>
                <a:ext uri="{FF2B5EF4-FFF2-40B4-BE49-F238E27FC236}">
                  <a16:creationId xmlns:a16="http://schemas.microsoft.com/office/drawing/2014/main" id="{DC02CDF8-116D-49CB-9054-57949A0CF581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6" name="Freeform: Shape 68">
              <a:extLst>
                <a:ext uri="{FF2B5EF4-FFF2-40B4-BE49-F238E27FC236}">
                  <a16:creationId xmlns:a16="http://schemas.microsoft.com/office/drawing/2014/main" id="{46B13020-B197-43DE-A88E-08DA7C53CCC2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7" name="Group 69">
            <a:extLst>
              <a:ext uri="{FF2B5EF4-FFF2-40B4-BE49-F238E27FC236}">
                <a16:creationId xmlns:a16="http://schemas.microsoft.com/office/drawing/2014/main" id="{146E9D7A-D085-48E5-B074-42076DB8063E}"/>
              </a:ext>
            </a:extLst>
          </p:cNvPr>
          <p:cNvGrpSpPr/>
          <p:nvPr userDrawn="1"/>
        </p:nvGrpSpPr>
        <p:grpSpPr>
          <a:xfrm>
            <a:off x="6851877" y="1688485"/>
            <a:ext cx="3097626" cy="1701936"/>
            <a:chOff x="-548507" y="477868"/>
            <a:chExt cx="11570449" cy="6357177"/>
          </a:xfrm>
        </p:grpSpPr>
        <p:sp>
          <p:nvSpPr>
            <p:cNvPr id="228" name="Freeform: Shape 70">
              <a:extLst>
                <a:ext uri="{FF2B5EF4-FFF2-40B4-BE49-F238E27FC236}">
                  <a16:creationId xmlns:a16="http://schemas.microsoft.com/office/drawing/2014/main" id="{9897B797-8C01-4ED8-87CE-B853BBEB05BF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71">
              <a:extLst>
                <a:ext uri="{FF2B5EF4-FFF2-40B4-BE49-F238E27FC236}">
                  <a16:creationId xmlns:a16="http://schemas.microsoft.com/office/drawing/2014/main" id="{B84E81E7-B0E4-4A43-9EB1-DD429AB45B38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72">
              <a:extLst>
                <a:ext uri="{FF2B5EF4-FFF2-40B4-BE49-F238E27FC236}">
                  <a16:creationId xmlns:a16="http://schemas.microsoft.com/office/drawing/2014/main" id="{54968F7C-F88B-4CBA-A247-DFAF92E9C1DD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73">
              <a:extLst>
                <a:ext uri="{FF2B5EF4-FFF2-40B4-BE49-F238E27FC236}">
                  <a16:creationId xmlns:a16="http://schemas.microsoft.com/office/drawing/2014/main" id="{8C13E6A0-FEBF-43ED-8756-0A86291F558B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2" name="Freeform: Shape 74">
              <a:extLst>
                <a:ext uri="{FF2B5EF4-FFF2-40B4-BE49-F238E27FC236}">
                  <a16:creationId xmlns:a16="http://schemas.microsoft.com/office/drawing/2014/main" id="{A3B00489-9875-434B-AB56-B2E46F3F1832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3" name="Group 75">
              <a:extLst>
                <a:ext uri="{FF2B5EF4-FFF2-40B4-BE49-F238E27FC236}">
                  <a16:creationId xmlns:a16="http://schemas.microsoft.com/office/drawing/2014/main" id="{7E889574-556C-4D72-9964-8CE0AACBA65B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38" name="Rectangle: Rounded Corners 80">
                <a:extLst>
                  <a:ext uri="{FF2B5EF4-FFF2-40B4-BE49-F238E27FC236}">
                    <a16:creationId xmlns:a16="http://schemas.microsoft.com/office/drawing/2014/main" id="{7D69B0E2-6EFC-4C71-B785-0EF55590C150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Rectangle: Rounded Corners 81">
                <a:extLst>
                  <a:ext uri="{FF2B5EF4-FFF2-40B4-BE49-F238E27FC236}">
                    <a16:creationId xmlns:a16="http://schemas.microsoft.com/office/drawing/2014/main" id="{E93140F5-DF5B-403A-9A38-0EC70C82F457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4" name="Group 76">
              <a:extLst>
                <a:ext uri="{FF2B5EF4-FFF2-40B4-BE49-F238E27FC236}">
                  <a16:creationId xmlns:a16="http://schemas.microsoft.com/office/drawing/2014/main" id="{75E18A9E-E9FC-421B-89F1-C6F54773D5BA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36" name="Rectangle: Rounded Corners 78">
                <a:extLst>
                  <a:ext uri="{FF2B5EF4-FFF2-40B4-BE49-F238E27FC236}">
                    <a16:creationId xmlns:a16="http://schemas.microsoft.com/office/drawing/2014/main" id="{26BAD0AD-57B8-44C5-A1E3-B53A28F7A47D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Rectangle: Rounded Corners 79">
                <a:extLst>
                  <a:ext uri="{FF2B5EF4-FFF2-40B4-BE49-F238E27FC236}">
                    <a16:creationId xmlns:a16="http://schemas.microsoft.com/office/drawing/2014/main" id="{FA16A1C5-AAEC-44BF-A4EE-EC64BB77225B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35" name="Freeform: Shape 77">
              <a:extLst>
                <a:ext uri="{FF2B5EF4-FFF2-40B4-BE49-F238E27FC236}">
                  <a16:creationId xmlns:a16="http://schemas.microsoft.com/office/drawing/2014/main" id="{DCD062F9-641A-44D1-8BDB-1AEE9ACDFCFD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0" name="Freeform 3">
            <a:extLst>
              <a:ext uri="{FF2B5EF4-FFF2-40B4-BE49-F238E27FC236}">
                <a16:creationId xmlns:a16="http://schemas.microsoft.com/office/drawing/2014/main" id="{B9C00F1B-6811-41E7-A0C3-A315456497BB}"/>
              </a:ext>
            </a:extLst>
          </p:cNvPr>
          <p:cNvSpPr/>
          <p:nvPr userDrawn="1"/>
        </p:nvSpPr>
        <p:spPr>
          <a:xfrm>
            <a:off x="19049" y="3853115"/>
            <a:ext cx="12153901" cy="2635034"/>
          </a:xfrm>
          <a:custGeom>
            <a:avLst/>
            <a:gdLst>
              <a:gd name="connsiteX0" fmla="*/ 0 w 9096375"/>
              <a:gd name="connsiteY0" fmla="*/ 2457450 h 2466975"/>
              <a:gd name="connsiteX1" fmla="*/ 6610350 w 9096375"/>
              <a:gd name="connsiteY1" fmla="*/ 2457450 h 2466975"/>
              <a:gd name="connsiteX2" fmla="*/ 6591300 w 9096375"/>
              <a:gd name="connsiteY2" fmla="*/ 2219325 h 2466975"/>
              <a:gd name="connsiteX3" fmla="*/ 6000750 w 9096375"/>
              <a:gd name="connsiteY3" fmla="*/ 1152525 h 2466975"/>
              <a:gd name="connsiteX4" fmla="*/ 6124575 w 9096375"/>
              <a:gd name="connsiteY4" fmla="*/ 1009650 h 2466975"/>
              <a:gd name="connsiteX5" fmla="*/ 6619875 w 9096375"/>
              <a:gd name="connsiteY5" fmla="*/ 1466850 h 2466975"/>
              <a:gd name="connsiteX6" fmla="*/ 6562725 w 9096375"/>
              <a:gd name="connsiteY6" fmla="*/ 0 h 2466975"/>
              <a:gd name="connsiteX7" fmla="*/ 6838950 w 9096375"/>
              <a:gd name="connsiteY7" fmla="*/ 9525 h 2466975"/>
              <a:gd name="connsiteX8" fmla="*/ 6905625 w 9096375"/>
              <a:gd name="connsiteY8" fmla="*/ 981075 h 2466975"/>
              <a:gd name="connsiteX9" fmla="*/ 7239000 w 9096375"/>
              <a:gd name="connsiteY9" fmla="*/ 981075 h 2466975"/>
              <a:gd name="connsiteX10" fmla="*/ 7629525 w 9096375"/>
              <a:gd name="connsiteY10" fmla="*/ 981075 h 2466975"/>
              <a:gd name="connsiteX11" fmla="*/ 7915275 w 9096375"/>
              <a:gd name="connsiteY11" fmla="*/ 981075 h 2466975"/>
              <a:gd name="connsiteX12" fmla="*/ 7896225 w 9096375"/>
              <a:gd name="connsiteY12" fmla="*/ 1781175 h 2466975"/>
              <a:gd name="connsiteX13" fmla="*/ 7658100 w 9096375"/>
              <a:gd name="connsiteY13" fmla="*/ 2466975 h 2466975"/>
              <a:gd name="connsiteX14" fmla="*/ 9096375 w 9096375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24575 w 9144000"/>
              <a:gd name="connsiteY4" fmla="*/ 1009650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57493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610350 w 9144000"/>
              <a:gd name="connsiteY1" fmla="*/ 2457450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0411 w 9144000"/>
              <a:gd name="connsiteY4" fmla="*/ 998677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457450 h 2466975"/>
              <a:gd name="connsiteX1" fmla="*/ 6592062 w 9144000"/>
              <a:gd name="connsiteY1" fmla="*/ 2464766 h 2466975"/>
              <a:gd name="connsiteX2" fmla="*/ 6591300 w 9144000"/>
              <a:gd name="connsiteY2" fmla="*/ 2219325 h 2466975"/>
              <a:gd name="connsiteX3" fmla="*/ 6000750 w 9144000"/>
              <a:gd name="connsiteY3" fmla="*/ 1152525 h 2466975"/>
              <a:gd name="connsiteX4" fmla="*/ 6197726 w 9144000"/>
              <a:gd name="connsiteY4" fmla="*/ 984046 h 2466975"/>
              <a:gd name="connsiteX5" fmla="*/ 6619875 w 9144000"/>
              <a:gd name="connsiteY5" fmla="*/ 1466850 h 2466975"/>
              <a:gd name="connsiteX6" fmla="*/ 6562725 w 9144000"/>
              <a:gd name="connsiteY6" fmla="*/ 0 h 2466975"/>
              <a:gd name="connsiteX7" fmla="*/ 6838950 w 9144000"/>
              <a:gd name="connsiteY7" fmla="*/ 9525 h 2466975"/>
              <a:gd name="connsiteX8" fmla="*/ 6905625 w 9144000"/>
              <a:gd name="connsiteY8" fmla="*/ 981075 h 2466975"/>
              <a:gd name="connsiteX9" fmla="*/ 7239000 w 9144000"/>
              <a:gd name="connsiteY9" fmla="*/ 981075 h 2466975"/>
              <a:gd name="connsiteX10" fmla="*/ 7629525 w 9144000"/>
              <a:gd name="connsiteY10" fmla="*/ 981075 h 2466975"/>
              <a:gd name="connsiteX11" fmla="*/ 7915275 w 9144000"/>
              <a:gd name="connsiteY11" fmla="*/ 981075 h 2466975"/>
              <a:gd name="connsiteX12" fmla="*/ 7896225 w 9144000"/>
              <a:gd name="connsiteY12" fmla="*/ 1781175 h 2466975"/>
              <a:gd name="connsiteX13" fmla="*/ 7658100 w 9144000"/>
              <a:gd name="connsiteY13" fmla="*/ 2466975 h 2466975"/>
              <a:gd name="connsiteX14" fmla="*/ 9144000 w 9144000"/>
              <a:gd name="connsiteY14" fmla="*/ 2466975 h 2466975"/>
              <a:gd name="connsiteX0" fmla="*/ 0 w 9144000"/>
              <a:gd name="connsiteY0" fmla="*/ 2553469 h 2562994"/>
              <a:gd name="connsiteX1" fmla="*/ 6592062 w 9144000"/>
              <a:gd name="connsiteY1" fmla="*/ 2560785 h 2562994"/>
              <a:gd name="connsiteX2" fmla="*/ 6591300 w 9144000"/>
              <a:gd name="connsiteY2" fmla="*/ 2315344 h 2562994"/>
              <a:gd name="connsiteX3" fmla="*/ 6000750 w 9144000"/>
              <a:gd name="connsiteY3" fmla="*/ 1248544 h 2562994"/>
              <a:gd name="connsiteX4" fmla="*/ 6197726 w 9144000"/>
              <a:gd name="connsiteY4" fmla="*/ 1080065 h 2562994"/>
              <a:gd name="connsiteX5" fmla="*/ 6619875 w 9144000"/>
              <a:gd name="connsiteY5" fmla="*/ 1562869 h 2562994"/>
              <a:gd name="connsiteX6" fmla="*/ 6562725 w 9144000"/>
              <a:gd name="connsiteY6" fmla="*/ 96019 h 2562994"/>
              <a:gd name="connsiteX7" fmla="*/ 6838950 w 9144000"/>
              <a:gd name="connsiteY7" fmla="*/ 105544 h 2562994"/>
              <a:gd name="connsiteX8" fmla="*/ 6905625 w 9144000"/>
              <a:gd name="connsiteY8" fmla="*/ 1077094 h 2562994"/>
              <a:gd name="connsiteX9" fmla="*/ 7239000 w 9144000"/>
              <a:gd name="connsiteY9" fmla="*/ 1077094 h 2562994"/>
              <a:gd name="connsiteX10" fmla="*/ 7629525 w 9144000"/>
              <a:gd name="connsiteY10" fmla="*/ 1077094 h 2562994"/>
              <a:gd name="connsiteX11" fmla="*/ 7915275 w 9144000"/>
              <a:gd name="connsiteY11" fmla="*/ 1077094 h 2562994"/>
              <a:gd name="connsiteX12" fmla="*/ 7896225 w 9144000"/>
              <a:gd name="connsiteY12" fmla="*/ 1877194 h 2562994"/>
              <a:gd name="connsiteX13" fmla="*/ 7658100 w 9144000"/>
              <a:gd name="connsiteY13" fmla="*/ 2562994 h 2562994"/>
              <a:gd name="connsiteX14" fmla="*/ 9144000 w 9144000"/>
              <a:gd name="connsiteY14" fmla="*/ 2562994 h 2562994"/>
              <a:gd name="connsiteX0" fmla="*/ 0 w 9144000"/>
              <a:gd name="connsiteY0" fmla="*/ 2613374 h 2622899"/>
              <a:gd name="connsiteX1" fmla="*/ 6592062 w 9144000"/>
              <a:gd name="connsiteY1" fmla="*/ 2620690 h 2622899"/>
              <a:gd name="connsiteX2" fmla="*/ 6591300 w 9144000"/>
              <a:gd name="connsiteY2" fmla="*/ 2375249 h 2622899"/>
              <a:gd name="connsiteX3" fmla="*/ 6000750 w 9144000"/>
              <a:gd name="connsiteY3" fmla="*/ 1308449 h 2622899"/>
              <a:gd name="connsiteX4" fmla="*/ 6197726 w 9144000"/>
              <a:gd name="connsiteY4" fmla="*/ 1139970 h 2622899"/>
              <a:gd name="connsiteX5" fmla="*/ 6619875 w 9144000"/>
              <a:gd name="connsiteY5" fmla="*/ 1622774 h 2622899"/>
              <a:gd name="connsiteX6" fmla="*/ 6562725 w 9144000"/>
              <a:gd name="connsiteY6" fmla="*/ 155924 h 2622899"/>
              <a:gd name="connsiteX7" fmla="*/ 6838950 w 9144000"/>
              <a:gd name="connsiteY7" fmla="*/ 165449 h 2622899"/>
              <a:gd name="connsiteX8" fmla="*/ 6905625 w 9144000"/>
              <a:gd name="connsiteY8" fmla="*/ 1136999 h 2622899"/>
              <a:gd name="connsiteX9" fmla="*/ 7239000 w 9144000"/>
              <a:gd name="connsiteY9" fmla="*/ 1136999 h 2622899"/>
              <a:gd name="connsiteX10" fmla="*/ 7629525 w 9144000"/>
              <a:gd name="connsiteY10" fmla="*/ 1136999 h 2622899"/>
              <a:gd name="connsiteX11" fmla="*/ 7915275 w 9144000"/>
              <a:gd name="connsiteY11" fmla="*/ 1136999 h 2622899"/>
              <a:gd name="connsiteX12" fmla="*/ 7896225 w 9144000"/>
              <a:gd name="connsiteY12" fmla="*/ 1937099 h 2622899"/>
              <a:gd name="connsiteX13" fmla="*/ 7658100 w 9144000"/>
              <a:gd name="connsiteY13" fmla="*/ 2622899 h 2622899"/>
              <a:gd name="connsiteX14" fmla="*/ 9144000 w 9144000"/>
              <a:gd name="connsiteY14" fmla="*/ 2622899 h 2622899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9525 w 9144000"/>
              <a:gd name="connsiteY10" fmla="*/ 1149134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96225 w 9144000"/>
              <a:gd name="connsiteY12" fmla="*/ 1949234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15275 w 9144000"/>
              <a:gd name="connsiteY11" fmla="*/ 1149134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22590 w 9144000"/>
              <a:gd name="connsiteY11" fmla="*/ 1167422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922590 w 9144000"/>
              <a:gd name="connsiteY11" fmla="*/ 1167422 h 2635034"/>
              <a:gd name="connsiteX12" fmla="*/ 7877937 w 9144000"/>
              <a:gd name="connsiteY12" fmla="*/ 1945576 h 2635034"/>
              <a:gd name="connsiteX13" fmla="*/ 7658100 w 9144000"/>
              <a:gd name="connsiteY13" fmla="*/ 2635034 h 2635034"/>
              <a:gd name="connsiteX14" fmla="*/ 9144000 w 9144000"/>
              <a:gd name="connsiteY14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625868 w 9144000"/>
              <a:gd name="connsiteY10" fmla="*/ 1178395 h 2635034"/>
              <a:gd name="connsiteX11" fmla="*/ 7732165 w 9144000"/>
              <a:gd name="connsiteY11" fmla="*/ 854927 h 2635034"/>
              <a:gd name="connsiteX12" fmla="*/ 7922590 w 9144000"/>
              <a:gd name="connsiteY12" fmla="*/ 1167422 h 2635034"/>
              <a:gd name="connsiteX13" fmla="*/ 7877937 w 9144000"/>
              <a:gd name="connsiteY13" fmla="*/ 1945576 h 2635034"/>
              <a:gd name="connsiteX14" fmla="*/ 7658100 w 9144000"/>
              <a:gd name="connsiteY14" fmla="*/ 2635034 h 2635034"/>
              <a:gd name="connsiteX15" fmla="*/ 9144000 w 9144000"/>
              <a:gd name="connsiteY15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239000 w 9144000"/>
              <a:gd name="connsiteY9" fmla="*/ 1149134 h 2635034"/>
              <a:gd name="connsiteX10" fmla="*/ 7399324 w 9144000"/>
              <a:gd name="connsiteY10" fmla="*/ 792748 h 2635034"/>
              <a:gd name="connsiteX11" fmla="*/ 7625868 w 9144000"/>
              <a:gd name="connsiteY11" fmla="*/ 1178395 h 2635034"/>
              <a:gd name="connsiteX12" fmla="*/ 7732165 w 9144000"/>
              <a:gd name="connsiteY12" fmla="*/ 854927 h 2635034"/>
              <a:gd name="connsiteX13" fmla="*/ 7922590 w 9144000"/>
              <a:gd name="connsiteY13" fmla="*/ 1167422 h 2635034"/>
              <a:gd name="connsiteX14" fmla="*/ 7877937 w 9144000"/>
              <a:gd name="connsiteY14" fmla="*/ 1945576 h 2635034"/>
              <a:gd name="connsiteX15" fmla="*/ 7658100 w 9144000"/>
              <a:gd name="connsiteY15" fmla="*/ 2635034 h 2635034"/>
              <a:gd name="connsiteX16" fmla="*/ 9144000 w 9144000"/>
              <a:gd name="connsiteY16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39000 w 9144000"/>
              <a:gd name="connsiteY10" fmla="*/ 1149134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5868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56449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32165 w 9144000"/>
              <a:gd name="connsiteY13" fmla="*/ 85492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399324 w 9144000"/>
              <a:gd name="connsiteY11" fmla="*/ 792748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40879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5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5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5 w 9144000"/>
              <a:gd name="connsiteY9" fmla="*/ 796405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21270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88427 w 9144000"/>
              <a:gd name="connsiteY9" fmla="*/ 730568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106715 w 9144000"/>
              <a:gd name="connsiteY9" fmla="*/ 730568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877937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658100 w 9144000"/>
              <a:gd name="connsiteY16" fmla="*/ 2635034 h 2635034"/>
              <a:gd name="connsiteX17" fmla="*/ 9144000 w 9144000"/>
              <a:gd name="connsiteY17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83804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83804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83804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17968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17968 h 2635034"/>
              <a:gd name="connsiteX17" fmla="*/ 7658100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17968 h 2635034"/>
              <a:gd name="connsiteX17" fmla="*/ 7723937 w 9144000"/>
              <a:gd name="connsiteY17" fmla="*/ 2635034 h 2635034"/>
              <a:gd name="connsiteX18" fmla="*/ 9144000 w 9144000"/>
              <a:gd name="connsiteY18" fmla="*/ 2635034 h 2635034"/>
              <a:gd name="connsiteX0" fmla="*/ 0 w 9144000"/>
              <a:gd name="connsiteY0" fmla="*/ 2625509 h 2635034"/>
              <a:gd name="connsiteX1" fmla="*/ 6592062 w 9144000"/>
              <a:gd name="connsiteY1" fmla="*/ 2632825 h 2635034"/>
              <a:gd name="connsiteX2" fmla="*/ 6591300 w 9144000"/>
              <a:gd name="connsiteY2" fmla="*/ 2387384 h 2635034"/>
              <a:gd name="connsiteX3" fmla="*/ 6000750 w 9144000"/>
              <a:gd name="connsiteY3" fmla="*/ 1320584 h 2635034"/>
              <a:gd name="connsiteX4" fmla="*/ 6197726 w 9144000"/>
              <a:gd name="connsiteY4" fmla="*/ 1152105 h 2635034"/>
              <a:gd name="connsiteX5" fmla="*/ 6619875 w 9144000"/>
              <a:gd name="connsiteY5" fmla="*/ 1634909 h 2635034"/>
              <a:gd name="connsiteX6" fmla="*/ 6562725 w 9144000"/>
              <a:gd name="connsiteY6" fmla="*/ 168059 h 2635034"/>
              <a:gd name="connsiteX7" fmla="*/ 6838950 w 9144000"/>
              <a:gd name="connsiteY7" fmla="*/ 177584 h 2635034"/>
              <a:gd name="connsiteX8" fmla="*/ 6905625 w 9144000"/>
              <a:gd name="connsiteY8" fmla="*/ 1149134 h 2635034"/>
              <a:gd name="connsiteX9" fmla="*/ 7092084 w 9144000"/>
              <a:gd name="connsiteY9" fmla="*/ 723252 h 2635034"/>
              <a:gd name="connsiteX10" fmla="*/ 7260945 w 9144000"/>
              <a:gd name="connsiteY10" fmla="*/ 1152791 h 2635034"/>
              <a:gd name="connsiteX11" fmla="*/ 7446873 w 9144000"/>
              <a:gd name="connsiteY11" fmla="*/ 763487 h 2635034"/>
              <a:gd name="connsiteX12" fmla="*/ 7622210 w 9144000"/>
              <a:gd name="connsiteY12" fmla="*/ 1178395 h 2635034"/>
              <a:gd name="connsiteX13" fmla="*/ 7776056 w 9144000"/>
              <a:gd name="connsiteY13" fmla="*/ 840297 h 2635034"/>
              <a:gd name="connsiteX14" fmla="*/ 7922590 w 9144000"/>
              <a:gd name="connsiteY14" fmla="*/ 1167422 h 2635034"/>
              <a:gd name="connsiteX15" fmla="*/ 7914513 w 9144000"/>
              <a:gd name="connsiteY15" fmla="*/ 1945576 h 2635034"/>
              <a:gd name="connsiteX16" fmla="*/ 7798002 w 9144000"/>
              <a:gd name="connsiteY16" fmla="*/ 2317968 h 2635034"/>
              <a:gd name="connsiteX17" fmla="*/ 7723937 w 9144000"/>
              <a:gd name="connsiteY17" fmla="*/ 2635034 h 2635034"/>
              <a:gd name="connsiteX18" fmla="*/ 9144000 w 9144000"/>
              <a:gd name="connsiteY18" fmla="*/ 2635034 h 2635034"/>
              <a:gd name="connsiteX0" fmla="*/ 0 w 9982200"/>
              <a:gd name="connsiteY0" fmla="*/ 2625509 h 2635034"/>
              <a:gd name="connsiteX1" fmla="*/ 6592062 w 9982200"/>
              <a:gd name="connsiteY1" fmla="*/ 2632825 h 2635034"/>
              <a:gd name="connsiteX2" fmla="*/ 6591300 w 9982200"/>
              <a:gd name="connsiteY2" fmla="*/ 2387384 h 2635034"/>
              <a:gd name="connsiteX3" fmla="*/ 6000750 w 9982200"/>
              <a:gd name="connsiteY3" fmla="*/ 1320584 h 2635034"/>
              <a:gd name="connsiteX4" fmla="*/ 6197726 w 9982200"/>
              <a:gd name="connsiteY4" fmla="*/ 1152105 h 2635034"/>
              <a:gd name="connsiteX5" fmla="*/ 6619875 w 9982200"/>
              <a:gd name="connsiteY5" fmla="*/ 1634909 h 2635034"/>
              <a:gd name="connsiteX6" fmla="*/ 6562725 w 9982200"/>
              <a:gd name="connsiteY6" fmla="*/ 168059 h 2635034"/>
              <a:gd name="connsiteX7" fmla="*/ 6838950 w 9982200"/>
              <a:gd name="connsiteY7" fmla="*/ 177584 h 2635034"/>
              <a:gd name="connsiteX8" fmla="*/ 6905625 w 9982200"/>
              <a:gd name="connsiteY8" fmla="*/ 1149134 h 2635034"/>
              <a:gd name="connsiteX9" fmla="*/ 7092084 w 9982200"/>
              <a:gd name="connsiteY9" fmla="*/ 723252 h 2635034"/>
              <a:gd name="connsiteX10" fmla="*/ 7260945 w 9982200"/>
              <a:gd name="connsiteY10" fmla="*/ 1152791 h 2635034"/>
              <a:gd name="connsiteX11" fmla="*/ 7446873 w 9982200"/>
              <a:gd name="connsiteY11" fmla="*/ 763487 h 2635034"/>
              <a:gd name="connsiteX12" fmla="*/ 7622210 w 9982200"/>
              <a:gd name="connsiteY12" fmla="*/ 1178395 h 2635034"/>
              <a:gd name="connsiteX13" fmla="*/ 7776056 w 9982200"/>
              <a:gd name="connsiteY13" fmla="*/ 840297 h 2635034"/>
              <a:gd name="connsiteX14" fmla="*/ 7922590 w 9982200"/>
              <a:gd name="connsiteY14" fmla="*/ 1167422 h 2635034"/>
              <a:gd name="connsiteX15" fmla="*/ 7914513 w 9982200"/>
              <a:gd name="connsiteY15" fmla="*/ 1945576 h 2635034"/>
              <a:gd name="connsiteX16" fmla="*/ 7798002 w 9982200"/>
              <a:gd name="connsiteY16" fmla="*/ 2317968 h 2635034"/>
              <a:gd name="connsiteX17" fmla="*/ 7723937 w 9982200"/>
              <a:gd name="connsiteY17" fmla="*/ 2635034 h 2635034"/>
              <a:gd name="connsiteX18" fmla="*/ 9982200 w 9982200"/>
              <a:gd name="connsiteY18" fmla="*/ 2635034 h 2635034"/>
              <a:gd name="connsiteX0" fmla="*/ 0 w 12220575"/>
              <a:gd name="connsiteY0" fmla="*/ 2615984 h 2635034"/>
              <a:gd name="connsiteX1" fmla="*/ 8830437 w 12220575"/>
              <a:gd name="connsiteY1" fmla="*/ 2632825 h 2635034"/>
              <a:gd name="connsiteX2" fmla="*/ 8829675 w 12220575"/>
              <a:gd name="connsiteY2" fmla="*/ 2387384 h 2635034"/>
              <a:gd name="connsiteX3" fmla="*/ 8239125 w 12220575"/>
              <a:gd name="connsiteY3" fmla="*/ 1320584 h 2635034"/>
              <a:gd name="connsiteX4" fmla="*/ 8436101 w 12220575"/>
              <a:gd name="connsiteY4" fmla="*/ 1152105 h 2635034"/>
              <a:gd name="connsiteX5" fmla="*/ 8858250 w 12220575"/>
              <a:gd name="connsiteY5" fmla="*/ 1634909 h 2635034"/>
              <a:gd name="connsiteX6" fmla="*/ 8801100 w 12220575"/>
              <a:gd name="connsiteY6" fmla="*/ 168059 h 2635034"/>
              <a:gd name="connsiteX7" fmla="*/ 9077325 w 12220575"/>
              <a:gd name="connsiteY7" fmla="*/ 177584 h 2635034"/>
              <a:gd name="connsiteX8" fmla="*/ 9144000 w 12220575"/>
              <a:gd name="connsiteY8" fmla="*/ 1149134 h 2635034"/>
              <a:gd name="connsiteX9" fmla="*/ 9330459 w 12220575"/>
              <a:gd name="connsiteY9" fmla="*/ 723252 h 2635034"/>
              <a:gd name="connsiteX10" fmla="*/ 9499320 w 12220575"/>
              <a:gd name="connsiteY10" fmla="*/ 1152791 h 2635034"/>
              <a:gd name="connsiteX11" fmla="*/ 9685248 w 12220575"/>
              <a:gd name="connsiteY11" fmla="*/ 763487 h 2635034"/>
              <a:gd name="connsiteX12" fmla="*/ 9860585 w 12220575"/>
              <a:gd name="connsiteY12" fmla="*/ 1178395 h 2635034"/>
              <a:gd name="connsiteX13" fmla="*/ 10014431 w 12220575"/>
              <a:gd name="connsiteY13" fmla="*/ 840297 h 2635034"/>
              <a:gd name="connsiteX14" fmla="*/ 10160965 w 12220575"/>
              <a:gd name="connsiteY14" fmla="*/ 1167422 h 2635034"/>
              <a:gd name="connsiteX15" fmla="*/ 10152888 w 12220575"/>
              <a:gd name="connsiteY15" fmla="*/ 1945576 h 2635034"/>
              <a:gd name="connsiteX16" fmla="*/ 10036377 w 12220575"/>
              <a:gd name="connsiteY16" fmla="*/ 2317968 h 2635034"/>
              <a:gd name="connsiteX17" fmla="*/ 9962312 w 12220575"/>
              <a:gd name="connsiteY17" fmla="*/ 2635034 h 2635034"/>
              <a:gd name="connsiteX18" fmla="*/ 12220575 w 12220575"/>
              <a:gd name="connsiteY18" fmla="*/ 2635034 h 2635034"/>
              <a:gd name="connsiteX0" fmla="*/ 0 w 12153900"/>
              <a:gd name="connsiteY0" fmla="*/ 2615984 h 2635034"/>
              <a:gd name="connsiteX1" fmla="*/ 8763762 w 12153900"/>
              <a:gd name="connsiteY1" fmla="*/ 2632825 h 2635034"/>
              <a:gd name="connsiteX2" fmla="*/ 8763000 w 12153900"/>
              <a:gd name="connsiteY2" fmla="*/ 2387384 h 2635034"/>
              <a:gd name="connsiteX3" fmla="*/ 8172450 w 12153900"/>
              <a:gd name="connsiteY3" fmla="*/ 1320584 h 2635034"/>
              <a:gd name="connsiteX4" fmla="*/ 8369426 w 12153900"/>
              <a:gd name="connsiteY4" fmla="*/ 1152105 h 2635034"/>
              <a:gd name="connsiteX5" fmla="*/ 8791575 w 12153900"/>
              <a:gd name="connsiteY5" fmla="*/ 1634909 h 2635034"/>
              <a:gd name="connsiteX6" fmla="*/ 8734425 w 12153900"/>
              <a:gd name="connsiteY6" fmla="*/ 168059 h 2635034"/>
              <a:gd name="connsiteX7" fmla="*/ 9010650 w 12153900"/>
              <a:gd name="connsiteY7" fmla="*/ 177584 h 2635034"/>
              <a:gd name="connsiteX8" fmla="*/ 9077325 w 12153900"/>
              <a:gd name="connsiteY8" fmla="*/ 1149134 h 2635034"/>
              <a:gd name="connsiteX9" fmla="*/ 9263784 w 12153900"/>
              <a:gd name="connsiteY9" fmla="*/ 723252 h 2635034"/>
              <a:gd name="connsiteX10" fmla="*/ 9432645 w 12153900"/>
              <a:gd name="connsiteY10" fmla="*/ 1152791 h 2635034"/>
              <a:gd name="connsiteX11" fmla="*/ 9618573 w 12153900"/>
              <a:gd name="connsiteY11" fmla="*/ 763487 h 2635034"/>
              <a:gd name="connsiteX12" fmla="*/ 9793910 w 12153900"/>
              <a:gd name="connsiteY12" fmla="*/ 1178395 h 2635034"/>
              <a:gd name="connsiteX13" fmla="*/ 9947756 w 12153900"/>
              <a:gd name="connsiteY13" fmla="*/ 840297 h 2635034"/>
              <a:gd name="connsiteX14" fmla="*/ 10094290 w 12153900"/>
              <a:gd name="connsiteY14" fmla="*/ 1167422 h 2635034"/>
              <a:gd name="connsiteX15" fmla="*/ 10086213 w 12153900"/>
              <a:gd name="connsiteY15" fmla="*/ 1945576 h 2635034"/>
              <a:gd name="connsiteX16" fmla="*/ 9969702 w 12153900"/>
              <a:gd name="connsiteY16" fmla="*/ 2317968 h 2635034"/>
              <a:gd name="connsiteX17" fmla="*/ 9895637 w 12153900"/>
              <a:gd name="connsiteY17" fmla="*/ 2635034 h 2635034"/>
              <a:gd name="connsiteX18" fmla="*/ 12153900 w 12153900"/>
              <a:gd name="connsiteY18" fmla="*/ 2635034 h 2635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53900" h="2635034">
                <a:moveTo>
                  <a:pt x="0" y="2615984"/>
                </a:moveTo>
                <a:lnTo>
                  <a:pt x="8763762" y="2632825"/>
                </a:lnTo>
                <a:cubicBezTo>
                  <a:pt x="8819592" y="2637574"/>
                  <a:pt x="8831529" y="2455787"/>
                  <a:pt x="8763000" y="2387384"/>
                </a:cubicBezTo>
                <a:cubicBezTo>
                  <a:pt x="8427160" y="2024470"/>
                  <a:pt x="8486344" y="1782254"/>
                  <a:pt x="8172450" y="1320584"/>
                </a:cubicBezTo>
                <a:cubicBezTo>
                  <a:pt x="7992591" y="1069504"/>
                  <a:pt x="8236712" y="1013193"/>
                  <a:pt x="8369426" y="1152105"/>
                </a:cubicBezTo>
                <a:cubicBezTo>
                  <a:pt x="8468689" y="1271587"/>
                  <a:pt x="8633790" y="1380096"/>
                  <a:pt x="8791575" y="1634909"/>
                </a:cubicBezTo>
                <a:lnTo>
                  <a:pt x="8734425" y="168059"/>
                </a:lnTo>
                <a:cubicBezTo>
                  <a:pt x="8724087" y="-51879"/>
                  <a:pt x="8999042" y="-63335"/>
                  <a:pt x="9010650" y="177584"/>
                </a:cubicBezTo>
                <a:lnTo>
                  <a:pt x="9077325" y="1149134"/>
                </a:lnTo>
                <a:cubicBezTo>
                  <a:pt x="9059774" y="1014527"/>
                  <a:pt x="9105809" y="723252"/>
                  <a:pt x="9263784" y="723252"/>
                </a:cubicBezTo>
                <a:cubicBezTo>
                  <a:pt x="9451019" y="730567"/>
                  <a:pt x="9431427" y="1003438"/>
                  <a:pt x="9432645" y="1152791"/>
                </a:cubicBezTo>
                <a:cubicBezTo>
                  <a:pt x="9445434" y="965376"/>
                  <a:pt x="9477286" y="758611"/>
                  <a:pt x="9618573" y="763487"/>
                </a:cubicBezTo>
                <a:cubicBezTo>
                  <a:pt x="9785465" y="761048"/>
                  <a:pt x="9789642" y="977838"/>
                  <a:pt x="9793910" y="1178395"/>
                </a:cubicBezTo>
                <a:cubicBezTo>
                  <a:pt x="9791980" y="1019633"/>
                  <a:pt x="9792232" y="838468"/>
                  <a:pt x="9947756" y="840297"/>
                </a:cubicBezTo>
                <a:cubicBezTo>
                  <a:pt x="10059388" y="849440"/>
                  <a:pt x="10069995" y="985647"/>
                  <a:pt x="10094290" y="1167422"/>
                </a:cubicBezTo>
                <a:cubicBezTo>
                  <a:pt x="10120859" y="1474356"/>
                  <a:pt x="10114508" y="1624012"/>
                  <a:pt x="10086213" y="1945576"/>
                </a:cubicBezTo>
                <a:cubicBezTo>
                  <a:pt x="10065448" y="2148306"/>
                  <a:pt x="10012438" y="2203058"/>
                  <a:pt x="9969702" y="2317968"/>
                </a:cubicBezTo>
                <a:cubicBezTo>
                  <a:pt x="9897706" y="2425562"/>
                  <a:pt x="9876129" y="2424913"/>
                  <a:pt x="9895637" y="2635034"/>
                </a:cubicBezTo>
                <a:lnTo>
                  <a:pt x="12153900" y="2635034"/>
                </a:lnTo>
              </a:path>
            </a:pathLst>
          </a:custGeom>
          <a:ln w="508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1"/>
          </a:p>
        </p:txBody>
      </p:sp>
    </p:spTree>
    <p:extLst>
      <p:ext uri="{BB962C8B-B14F-4D97-AF65-F5344CB8AC3E}">
        <p14:creationId xmlns:p14="http://schemas.microsoft.com/office/powerpoint/2010/main" val="1987306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 Forme [c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Forme completamente modificabili</a:t>
            </a:r>
            <a:endParaRPr lang="it-IT" dirty="0"/>
          </a:p>
        </p:txBody>
      </p:sp>
      <p:grpSp>
        <p:nvGrpSpPr>
          <p:cNvPr id="241" name="Group 31">
            <a:extLst>
              <a:ext uri="{FF2B5EF4-FFF2-40B4-BE49-F238E27FC236}">
                <a16:creationId xmlns:a16="http://schemas.microsoft.com/office/drawing/2014/main" id="{5423A24C-B92E-4C9E-B933-C4A416F05C0D}"/>
              </a:ext>
            </a:extLst>
          </p:cNvPr>
          <p:cNvGrpSpPr/>
          <p:nvPr userDrawn="1"/>
        </p:nvGrpSpPr>
        <p:grpSpPr>
          <a:xfrm>
            <a:off x="4570118" y="1476000"/>
            <a:ext cx="3170998" cy="2578199"/>
            <a:chOff x="1914525" y="1276351"/>
            <a:chExt cx="5333999" cy="4336841"/>
          </a:xfrm>
        </p:grpSpPr>
        <p:sp>
          <p:nvSpPr>
            <p:cNvPr id="242" name="Freeform 3">
              <a:extLst>
                <a:ext uri="{FF2B5EF4-FFF2-40B4-BE49-F238E27FC236}">
                  <a16:creationId xmlns:a16="http://schemas.microsoft.com/office/drawing/2014/main" id="{E4E1F326-7C39-44F4-B7D0-940BF955C826}"/>
                </a:ext>
              </a:extLst>
            </p:cNvPr>
            <p:cNvSpPr/>
            <p:nvPr/>
          </p:nvSpPr>
          <p:spPr>
            <a:xfrm>
              <a:off x="3587126" y="1400175"/>
              <a:ext cx="3661398" cy="3028950"/>
            </a:xfrm>
            <a:custGeom>
              <a:avLst/>
              <a:gdLst>
                <a:gd name="connsiteX0" fmla="*/ 3695700 w 3695700"/>
                <a:gd name="connsiteY0" fmla="*/ 0 h 3067050"/>
                <a:gd name="connsiteX1" fmla="*/ 2667000 w 3695700"/>
                <a:gd name="connsiteY1" fmla="*/ 73342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724150 w 3695700"/>
                <a:gd name="connsiteY1" fmla="*/ 79057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43200 w 3695700"/>
                <a:gd name="connsiteY2" fmla="*/ 952500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81300 w 3695700"/>
                <a:gd name="connsiteY2" fmla="*/ 962025 h 3067050"/>
                <a:gd name="connsiteX3" fmla="*/ 2257425 w 3695700"/>
                <a:gd name="connsiteY3" fmla="*/ 11334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657475 w 3695700"/>
                <a:gd name="connsiteY1" fmla="*/ 809625 h 3067050"/>
                <a:gd name="connsiteX2" fmla="*/ 2781300 w 3695700"/>
                <a:gd name="connsiteY2" fmla="*/ 962025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781300 w 3695700"/>
                <a:gd name="connsiteY2" fmla="*/ 962025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314575 w 3695700"/>
                <a:gd name="connsiteY3" fmla="*/ 122872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0480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67075 w 3695700"/>
                <a:gd name="connsiteY14" fmla="*/ 2809875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16" fmla="*/ 3648075 w 3695700"/>
                <a:gd name="connsiteY16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16" fmla="*/ 3562350 w 3695700"/>
                <a:gd name="connsiteY16" fmla="*/ 252412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657600 w 3695700"/>
                <a:gd name="connsiteY15" fmla="*/ 25431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133475 w 3695700"/>
                <a:gd name="connsiteY6" fmla="*/ 1419225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1047750 w 3695700"/>
                <a:gd name="connsiteY7" fmla="*/ 1409700 h 3067050"/>
                <a:gd name="connsiteX8" fmla="*/ 304800 w 3695700"/>
                <a:gd name="connsiteY8" fmla="*/ 1466850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04800 w 3695700"/>
                <a:gd name="connsiteY7" fmla="*/ 1466850 h 3067050"/>
                <a:gd name="connsiteX8" fmla="*/ 381000 w 3695700"/>
                <a:gd name="connsiteY8" fmla="*/ 1552575 h 3067050"/>
                <a:gd name="connsiteX9" fmla="*/ 0 w 3695700"/>
                <a:gd name="connsiteY9" fmla="*/ 2143125 h 3067050"/>
                <a:gd name="connsiteX10" fmla="*/ 885825 w 3695700"/>
                <a:gd name="connsiteY10" fmla="*/ 1990725 h 3067050"/>
                <a:gd name="connsiteX11" fmla="*/ 1190625 w 3695700"/>
                <a:gd name="connsiteY11" fmla="*/ 2019300 h 3067050"/>
                <a:gd name="connsiteX12" fmla="*/ 2619375 w 3695700"/>
                <a:gd name="connsiteY12" fmla="*/ 3067050 h 3067050"/>
                <a:gd name="connsiteX13" fmla="*/ 3124200 w 3695700"/>
                <a:gd name="connsiteY13" fmla="*/ 2609850 h 3067050"/>
                <a:gd name="connsiteX14" fmla="*/ 3219450 w 3695700"/>
                <a:gd name="connsiteY14" fmla="*/ 2686050 h 3067050"/>
                <a:gd name="connsiteX15" fmla="*/ 3543300 w 3695700"/>
                <a:gd name="connsiteY15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95700 w 3695700"/>
                <a:gd name="connsiteY0" fmla="*/ 0 h 3067050"/>
                <a:gd name="connsiteX1" fmla="*/ 2438400 w 3695700"/>
                <a:gd name="connsiteY1" fmla="*/ 962025 h 3067050"/>
                <a:gd name="connsiteX2" fmla="*/ 2552700 w 3695700"/>
                <a:gd name="connsiteY2" fmla="*/ 1085850 h 3067050"/>
                <a:gd name="connsiteX3" fmla="*/ 2286000 w 3695700"/>
                <a:gd name="connsiteY3" fmla="*/ 1247775 h 3067050"/>
                <a:gd name="connsiteX4" fmla="*/ 2352675 w 3695700"/>
                <a:gd name="connsiteY4" fmla="*/ 1362075 h 3067050"/>
                <a:gd name="connsiteX5" fmla="*/ 2000250 w 3695700"/>
                <a:gd name="connsiteY5" fmla="*/ 1590675 h 3067050"/>
                <a:gd name="connsiteX6" fmla="*/ 1219200 w 3695700"/>
                <a:gd name="connsiteY6" fmla="*/ 1371600 h 3067050"/>
                <a:gd name="connsiteX7" fmla="*/ 381000 w 3695700"/>
                <a:gd name="connsiteY7" fmla="*/ 1552575 h 3067050"/>
                <a:gd name="connsiteX8" fmla="*/ 0 w 3695700"/>
                <a:gd name="connsiteY8" fmla="*/ 2143125 h 3067050"/>
                <a:gd name="connsiteX9" fmla="*/ 885825 w 3695700"/>
                <a:gd name="connsiteY9" fmla="*/ 1990725 h 3067050"/>
                <a:gd name="connsiteX10" fmla="*/ 1190625 w 3695700"/>
                <a:gd name="connsiteY10" fmla="*/ 2019300 h 3067050"/>
                <a:gd name="connsiteX11" fmla="*/ 2619375 w 3695700"/>
                <a:gd name="connsiteY11" fmla="*/ 3067050 h 3067050"/>
                <a:gd name="connsiteX12" fmla="*/ 3124200 w 3695700"/>
                <a:gd name="connsiteY12" fmla="*/ 2609850 h 3067050"/>
                <a:gd name="connsiteX13" fmla="*/ 3219450 w 3695700"/>
                <a:gd name="connsiteY13" fmla="*/ 2686050 h 3067050"/>
                <a:gd name="connsiteX14" fmla="*/ 3543300 w 3695700"/>
                <a:gd name="connsiteY14" fmla="*/ 2466975 h 3067050"/>
                <a:gd name="connsiteX0" fmla="*/ 3648075 w 3648075"/>
                <a:gd name="connsiteY0" fmla="*/ 0 h 3067050"/>
                <a:gd name="connsiteX1" fmla="*/ 2390775 w 3648075"/>
                <a:gd name="connsiteY1" fmla="*/ 962025 h 3067050"/>
                <a:gd name="connsiteX2" fmla="*/ 2505075 w 3648075"/>
                <a:gd name="connsiteY2" fmla="*/ 1085850 h 3067050"/>
                <a:gd name="connsiteX3" fmla="*/ 2238375 w 3648075"/>
                <a:gd name="connsiteY3" fmla="*/ 1247775 h 3067050"/>
                <a:gd name="connsiteX4" fmla="*/ 2305050 w 3648075"/>
                <a:gd name="connsiteY4" fmla="*/ 1362075 h 3067050"/>
                <a:gd name="connsiteX5" fmla="*/ 1952625 w 3648075"/>
                <a:gd name="connsiteY5" fmla="*/ 1590675 h 3067050"/>
                <a:gd name="connsiteX6" fmla="*/ 1171575 w 3648075"/>
                <a:gd name="connsiteY6" fmla="*/ 1371600 h 3067050"/>
                <a:gd name="connsiteX7" fmla="*/ 333375 w 3648075"/>
                <a:gd name="connsiteY7" fmla="*/ 1552575 h 3067050"/>
                <a:gd name="connsiteX8" fmla="*/ 0 w 3648075"/>
                <a:gd name="connsiteY8" fmla="*/ 2162175 h 3067050"/>
                <a:gd name="connsiteX9" fmla="*/ 838200 w 3648075"/>
                <a:gd name="connsiteY9" fmla="*/ 1990725 h 3067050"/>
                <a:gd name="connsiteX10" fmla="*/ 1143000 w 3648075"/>
                <a:gd name="connsiteY10" fmla="*/ 2019300 h 3067050"/>
                <a:gd name="connsiteX11" fmla="*/ 2571750 w 3648075"/>
                <a:gd name="connsiteY11" fmla="*/ 3067050 h 3067050"/>
                <a:gd name="connsiteX12" fmla="*/ 3076575 w 3648075"/>
                <a:gd name="connsiteY12" fmla="*/ 2609850 h 3067050"/>
                <a:gd name="connsiteX13" fmla="*/ 3171825 w 3648075"/>
                <a:gd name="connsiteY13" fmla="*/ 2686050 h 3067050"/>
                <a:gd name="connsiteX14" fmla="*/ 3495675 w 3648075"/>
                <a:gd name="connsiteY14" fmla="*/ 2466975 h 3067050"/>
                <a:gd name="connsiteX0" fmla="*/ 3648075 w 3648075"/>
                <a:gd name="connsiteY0" fmla="*/ 0 h 3067050"/>
                <a:gd name="connsiteX1" fmla="*/ 2390775 w 3648075"/>
                <a:gd name="connsiteY1" fmla="*/ 962025 h 3067050"/>
                <a:gd name="connsiteX2" fmla="*/ 2505075 w 3648075"/>
                <a:gd name="connsiteY2" fmla="*/ 1085850 h 3067050"/>
                <a:gd name="connsiteX3" fmla="*/ 2238375 w 3648075"/>
                <a:gd name="connsiteY3" fmla="*/ 1247775 h 3067050"/>
                <a:gd name="connsiteX4" fmla="*/ 2305050 w 3648075"/>
                <a:gd name="connsiteY4" fmla="*/ 1362075 h 3067050"/>
                <a:gd name="connsiteX5" fmla="*/ 1952625 w 3648075"/>
                <a:gd name="connsiteY5" fmla="*/ 1590675 h 3067050"/>
                <a:gd name="connsiteX6" fmla="*/ 1171575 w 3648075"/>
                <a:gd name="connsiteY6" fmla="*/ 1371600 h 3067050"/>
                <a:gd name="connsiteX7" fmla="*/ 333375 w 3648075"/>
                <a:gd name="connsiteY7" fmla="*/ 1552575 h 3067050"/>
                <a:gd name="connsiteX8" fmla="*/ 0 w 3648075"/>
                <a:gd name="connsiteY8" fmla="*/ 2162175 h 3067050"/>
                <a:gd name="connsiteX9" fmla="*/ 838200 w 3648075"/>
                <a:gd name="connsiteY9" fmla="*/ 1990725 h 3067050"/>
                <a:gd name="connsiteX10" fmla="*/ 1143000 w 3648075"/>
                <a:gd name="connsiteY10" fmla="*/ 2019300 h 3067050"/>
                <a:gd name="connsiteX11" fmla="*/ 2571750 w 3648075"/>
                <a:gd name="connsiteY11" fmla="*/ 3067050 h 3067050"/>
                <a:gd name="connsiteX12" fmla="*/ 3076575 w 3648075"/>
                <a:gd name="connsiteY12" fmla="*/ 2609850 h 3067050"/>
                <a:gd name="connsiteX13" fmla="*/ 3171825 w 3648075"/>
                <a:gd name="connsiteY13" fmla="*/ 2686050 h 3067050"/>
                <a:gd name="connsiteX14" fmla="*/ 3495675 w 3648075"/>
                <a:gd name="connsiteY14" fmla="*/ 2466975 h 3067050"/>
                <a:gd name="connsiteX0" fmla="*/ 3660392 w 3660392"/>
                <a:gd name="connsiteY0" fmla="*/ 0 h 3067050"/>
                <a:gd name="connsiteX1" fmla="*/ 2403092 w 3660392"/>
                <a:gd name="connsiteY1" fmla="*/ 962025 h 3067050"/>
                <a:gd name="connsiteX2" fmla="*/ 2517392 w 3660392"/>
                <a:gd name="connsiteY2" fmla="*/ 1085850 h 3067050"/>
                <a:gd name="connsiteX3" fmla="*/ 2250692 w 3660392"/>
                <a:gd name="connsiteY3" fmla="*/ 1247775 h 3067050"/>
                <a:gd name="connsiteX4" fmla="*/ 2317367 w 3660392"/>
                <a:gd name="connsiteY4" fmla="*/ 1362075 h 3067050"/>
                <a:gd name="connsiteX5" fmla="*/ 1964942 w 3660392"/>
                <a:gd name="connsiteY5" fmla="*/ 1590675 h 3067050"/>
                <a:gd name="connsiteX6" fmla="*/ 1183892 w 3660392"/>
                <a:gd name="connsiteY6" fmla="*/ 1371600 h 3067050"/>
                <a:gd name="connsiteX7" fmla="*/ 345692 w 3660392"/>
                <a:gd name="connsiteY7" fmla="*/ 1552575 h 3067050"/>
                <a:gd name="connsiteX8" fmla="*/ 12317 w 3660392"/>
                <a:gd name="connsiteY8" fmla="*/ 2162175 h 3067050"/>
                <a:gd name="connsiteX9" fmla="*/ 850517 w 3660392"/>
                <a:gd name="connsiteY9" fmla="*/ 1990725 h 3067050"/>
                <a:gd name="connsiteX10" fmla="*/ 1155317 w 3660392"/>
                <a:gd name="connsiteY10" fmla="*/ 2019300 h 3067050"/>
                <a:gd name="connsiteX11" fmla="*/ 2584067 w 3660392"/>
                <a:gd name="connsiteY11" fmla="*/ 3067050 h 3067050"/>
                <a:gd name="connsiteX12" fmla="*/ 3088892 w 3660392"/>
                <a:gd name="connsiteY12" fmla="*/ 2609850 h 3067050"/>
                <a:gd name="connsiteX13" fmla="*/ 3184142 w 3660392"/>
                <a:gd name="connsiteY13" fmla="*/ 2686050 h 3067050"/>
                <a:gd name="connsiteX14" fmla="*/ 3507992 w 3660392"/>
                <a:gd name="connsiteY14" fmla="*/ 2466975 h 3067050"/>
                <a:gd name="connsiteX0" fmla="*/ 3661041 w 3661041"/>
                <a:gd name="connsiteY0" fmla="*/ 0 h 3067050"/>
                <a:gd name="connsiteX1" fmla="*/ 2403741 w 3661041"/>
                <a:gd name="connsiteY1" fmla="*/ 962025 h 3067050"/>
                <a:gd name="connsiteX2" fmla="*/ 2518041 w 3661041"/>
                <a:gd name="connsiteY2" fmla="*/ 1085850 h 3067050"/>
                <a:gd name="connsiteX3" fmla="*/ 2251341 w 3661041"/>
                <a:gd name="connsiteY3" fmla="*/ 1247775 h 3067050"/>
                <a:gd name="connsiteX4" fmla="*/ 2318016 w 3661041"/>
                <a:gd name="connsiteY4" fmla="*/ 1362075 h 3067050"/>
                <a:gd name="connsiteX5" fmla="*/ 1965591 w 3661041"/>
                <a:gd name="connsiteY5" fmla="*/ 1590675 h 3067050"/>
                <a:gd name="connsiteX6" fmla="*/ 1184541 w 3661041"/>
                <a:gd name="connsiteY6" fmla="*/ 1371600 h 3067050"/>
                <a:gd name="connsiteX7" fmla="*/ 346341 w 3661041"/>
                <a:gd name="connsiteY7" fmla="*/ 1552575 h 3067050"/>
                <a:gd name="connsiteX8" fmla="*/ 12966 w 3661041"/>
                <a:gd name="connsiteY8" fmla="*/ 2162175 h 3067050"/>
                <a:gd name="connsiteX9" fmla="*/ 813066 w 3661041"/>
                <a:gd name="connsiteY9" fmla="*/ 1905000 h 3067050"/>
                <a:gd name="connsiteX10" fmla="*/ 1155966 w 3661041"/>
                <a:gd name="connsiteY10" fmla="*/ 2019300 h 3067050"/>
                <a:gd name="connsiteX11" fmla="*/ 2584716 w 3661041"/>
                <a:gd name="connsiteY11" fmla="*/ 3067050 h 3067050"/>
                <a:gd name="connsiteX12" fmla="*/ 3089541 w 3661041"/>
                <a:gd name="connsiteY12" fmla="*/ 2609850 h 3067050"/>
                <a:gd name="connsiteX13" fmla="*/ 3184791 w 3661041"/>
                <a:gd name="connsiteY13" fmla="*/ 2686050 h 3067050"/>
                <a:gd name="connsiteX14" fmla="*/ 3508641 w 3661041"/>
                <a:gd name="connsiteY14" fmla="*/ 2466975 h 3067050"/>
                <a:gd name="connsiteX0" fmla="*/ 3662719 w 3662719"/>
                <a:gd name="connsiteY0" fmla="*/ 0 h 3067050"/>
                <a:gd name="connsiteX1" fmla="*/ 2405419 w 3662719"/>
                <a:gd name="connsiteY1" fmla="*/ 962025 h 3067050"/>
                <a:gd name="connsiteX2" fmla="*/ 2519719 w 3662719"/>
                <a:gd name="connsiteY2" fmla="*/ 1085850 h 3067050"/>
                <a:gd name="connsiteX3" fmla="*/ 2253019 w 3662719"/>
                <a:gd name="connsiteY3" fmla="*/ 1247775 h 3067050"/>
                <a:gd name="connsiteX4" fmla="*/ 2319694 w 3662719"/>
                <a:gd name="connsiteY4" fmla="*/ 1362075 h 3067050"/>
                <a:gd name="connsiteX5" fmla="*/ 1967269 w 3662719"/>
                <a:gd name="connsiteY5" fmla="*/ 1590675 h 3067050"/>
                <a:gd name="connsiteX6" fmla="*/ 1186219 w 3662719"/>
                <a:gd name="connsiteY6" fmla="*/ 1371600 h 3067050"/>
                <a:gd name="connsiteX7" fmla="*/ 348019 w 3662719"/>
                <a:gd name="connsiteY7" fmla="*/ 1552575 h 3067050"/>
                <a:gd name="connsiteX8" fmla="*/ 14644 w 3662719"/>
                <a:gd name="connsiteY8" fmla="*/ 2162175 h 3067050"/>
                <a:gd name="connsiteX9" fmla="*/ 814744 w 3662719"/>
                <a:gd name="connsiteY9" fmla="*/ 1905000 h 3067050"/>
                <a:gd name="connsiteX10" fmla="*/ 1157644 w 3662719"/>
                <a:gd name="connsiteY10" fmla="*/ 2019300 h 3067050"/>
                <a:gd name="connsiteX11" fmla="*/ 2586394 w 3662719"/>
                <a:gd name="connsiteY11" fmla="*/ 3067050 h 3067050"/>
                <a:gd name="connsiteX12" fmla="*/ 3091219 w 3662719"/>
                <a:gd name="connsiteY12" fmla="*/ 2609850 h 3067050"/>
                <a:gd name="connsiteX13" fmla="*/ 3186469 w 3662719"/>
                <a:gd name="connsiteY13" fmla="*/ 2686050 h 3067050"/>
                <a:gd name="connsiteX14" fmla="*/ 3510319 w 3662719"/>
                <a:gd name="connsiteY14" fmla="*/ 2466975 h 3067050"/>
                <a:gd name="connsiteX0" fmla="*/ 3663396 w 3663396"/>
                <a:gd name="connsiteY0" fmla="*/ 0 h 3067050"/>
                <a:gd name="connsiteX1" fmla="*/ 2406096 w 3663396"/>
                <a:gd name="connsiteY1" fmla="*/ 962025 h 3067050"/>
                <a:gd name="connsiteX2" fmla="*/ 2520396 w 3663396"/>
                <a:gd name="connsiteY2" fmla="*/ 1085850 h 3067050"/>
                <a:gd name="connsiteX3" fmla="*/ 2253696 w 3663396"/>
                <a:gd name="connsiteY3" fmla="*/ 1247775 h 3067050"/>
                <a:gd name="connsiteX4" fmla="*/ 2320371 w 3663396"/>
                <a:gd name="connsiteY4" fmla="*/ 1362075 h 3067050"/>
                <a:gd name="connsiteX5" fmla="*/ 1967946 w 3663396"/>
                <a:gd name="connsiteY5" fmla="*/ 1590675 h 3067050"/>
                <a:gd name="connsiteX6" fmla="*/ 1186896 w 3663396"/>
                <a:gd name="connsiteY6" fmla="*/ 1371600 h 3067050"/>
                <a:gd name="connsiteX7" fmla="*/ 348696 w 3663396"/>
                <a:gd name="connsiteY7" fmla="*/ 1552575 h 3067050"/>
                <a:gd name="connsiteX8" fmla="*/ 15321 w 3663396"/>
                <a:gd name="connsiteY8" fmla="*/ 2162175 h 3067050"/>
                <a:gd name="connsiteX9" fmla="*/ 786846 w 3663396"/>
                <a:gd name="connsiteY9" fmla="*/ 1905000 h 3067050"/>
                <a:gd name="connsiteX10" fmla="*/ 1158321 w 3663396"/>
                <a:gd name="connsiteY10" fmla="*/ 2019300 h 3067050"/>
                <a:gd name="connsiteX11" fmla="*/ 2587071 w 3663396"/>
                <a:gd name="connsiteY11" fmla="*/ 3067050 h 3067050"/>
                <a:gd name="connsiteX12" fmla="*/ 3091896 w 3663396"/>
                <a:gd name="connsiteY12" fmla="*/ 2609850 h 3067050"/>
                <a:gd name="connsiteX13" fmla="*/ 3187146 w 3663396"/>
                <a:gd name="connsiteY13" fmla="*/ 2686050 h 3067050"/>
                <a:gd name="connsiteX14" fmla="*/ 3510996 w 3663396"/>
                <a:gd name="connsiteY14" fmla="*/ 2466975 h 3067050"/>
                <a:gd name="connsiteX0" fmla="*/ 3661398 w 3661398"/>
                <a:gd name="connsiteY0" fmla="*/ 0 h 3067050"/>
                <a:gd name="connsiteX1" fmla="*/ 2404098 w 3661398"/>
                <a:gd name="connsiteY1" fmla="*/ 962025 h 3067050"/>
                <a:gd name="connsiteX2" fmla="*/ 2518398 w 3661398"/>
                <a:gd name="connsiteY2" fmla="*/ 1085850 h 3067050"/>
                <a:gd name="connsiteX3" fmla="*/ 2251698 w 3661398"/>
                <a:gd name="connsiteY3" fmla="*/ 1247775 h 3067050"/>
                <a:gd name="connsiteX4" fmla="*/ 2318373 w 3661398"/>
                <a:gd name="connsiteY4" fmla="*/ 1362075 h 3067050"/>
                <a:gd name="connsiteX5" fmla="*/ 1965948 w 3661398"/>
                <a:gd name="connsiteY5" fmla="*/ 1590675 h 3067050"/>
                <a:gd name="connsiteX6" fmla="*/ 1184898 w 3661398"/>
                <a:gd name="connsiteY6" fmla="*/ 1371600 h 3067050"/>
                <a:gd name="connsiteX7" fmla="*/ 346698 w 3661398"/>
                <a:gd name="connsiteY7" fmla="*/ 1552575 h 3067050"/>
                <a:gd name="connsiteX8" fmla="*/ 13323 w 3661398"/>
                <a:gd name="connsiteY8" fmla="*/ 2162175 h 3067050"/>
                <a:gd name="connsiteX9" fmla="*/ 784848 w 3661398"/>
                <a:gd name="connsiteY9" fmla="*/ 1905000 h 3067050"/>
                <a:gd name="connsiteX10" fmla="*/ 1156323 w 3661398"/>
                <a:gd name="connsiteY10" fmla="*/ 2019300 h 3067050"/>
                <a:gd name="connsiteX11" fmla="*/ 2585073 w 3661398"/>
                <a:gd name="connsiteY11" fmla="*/ 3067050 h 3067050"/>
                <a:gd name="connsiteX12" fmla="*/ 3089898 w 3661398"/>
                <a:gd name="connsiteY12" fmla="*/ 2609850 h 3067050"/>
                <a:gd name="connsiteX13" fmla="*/ 3185148 w 3661398"/>
                <a:gd name="connsiteY13" fmla="*/ 2686050 h 3067050"/>
                <a:gd name="connsiteX14" fmla="*/ 3508998 w 3661398"/>
                <a:gd name="connsiteY14" fmla="*/ 2466975 h 3067050"/>
                <a:gd name="connsiteX0" fmla="*/ 3661398 w 3661398"/>
                <a:gd name="connsiteY0" fmla="*/ 0 h 3067050"/>
                <a:gd name="connsiteX1" fmla="*/ 2404098 w 3661398"/>
                <a:gd name="connsiteY1" fmla="*/ 962025 h 3067050"/>
                <a:gd name="connsiteX2" fmla="*/ 2518398 w 3661398"/>
                <a:gd name="connsiteY2" fmla="*/ 1085850 h 3067050"/>
                <a:gd name="connsiteX3" fmla="*/ 2251698 w 3661398"/>
                <a:gd name="connsiteY3" fmla="*/ 1247775 h 3067050"/>
                <a:gd name="connsiteX4" fmla="*/ 2318373 w 3661398"/>
                <a:gd name="connsiteY4" fmla="*/ 1362075 h 3067050"/>
                <a:gd name="connsiteX5" fmla="*/ 1965948 w 3661398"/>
                <a:gd name="connsiteY5" fmla="*/ 1590675 h 3067050"/>
                <a:gd name="connsiteX6" fmla="*/ 1184898 w 3661398"/>
                <a:gd name="connsiteY6" fmla="*/ 1371600 h 3067050"/>
                <a:gd name="connsiteX7" fmla="*/ 346698 w 3661398"/>
                <a:gd name="connsiteY7" fmla="*/ 1552575 h 3067050"/>
                <a:gd name="connsiteX8" fmla="*/ 13323 w 3661398"/>
                <a:gd name="connsiteY8" fmla="*/ 2162175 h 3067050"/>
                <a:gd name="connsiteX9" fmla="*/ 784848 w 3661398"/>
                <a:gd name="connsiteY9" fmla="*/ 1905000 h 3067050"/>
                <a:gd name="connsiteX10" fmla="*/ 1156323 w 3661398"/>
                <a:gd name="connsiteY10" fmla="*/ 2019300 h 3067050"/>
                <a:gd name="connsiteX11" fmla="*/ 2585073 w 3661398"/>
                <a:gd name="connsiteY11" fmla="*/ 3067050 h 3067050"/>
                <a:gd name="connsiteX12" fmla="*/ 3089898 w 3661398"/>
                <a:gd name="connsiteY12" fmla="*/ 2609850 h 3067050"/>
                <a:gd name="connsiteX13" fmla="*/ 3185148 w 3661398"/>
                <a:gd name="connsiteY13" fmla="*/ 2686050 h 3067050"/>
                <a:gd name="connsiteX14" fmla="*/ 3508998 w 3661398"/>
                <a:gd name="connsiteY14" fmla="*/ 2466975 h 3067050"/>
                <a:gd name="connsiteX0" fmla="*/ 3661398 w 3661398"/>
                <a:gd name="connsiteY0" fmla="*/ 0 h 3028950"/>
                <a:gd name="connsiteX1" fmla="*/ 2404098 w 3661398"/>
                <a:gd name="connsiteY1" fmla="*/ 962025 h 3028950"/>
                <a:gd name="connsiteX2" fmla="*/ 2518398 w 3661398"/>
                <a:gd name="connsiteY2" fmla="*/ 1085850 h 3028950"/>
                <a:gd name="connsiteX3" fmla="*/ 2251698 w 3661398"/>
                <a:gd name="connsiteY3" fmla="*/ 1247775 h 3028950"/>
                <a:gd name="connsiteX4" fmla="*/ 2318373 w 3661398"/>
                <a:gd name="connsiteY4" fmla="*/ 1362075 h 3028950"/>
                <a:gd name="connsiteX5" fmla="*/ 1965948 w 3661398"/>
                <a:gd name="connsiteY5" fmla="*/ 1590675 h 3028950"/>
                <a:gd name="connsiteX6" fmla="*/ 1184898 w 3661398"/>
                <a:gd name="connsiteY6" fmla="*/ 1371600 h 3028950"/>
                <a:gd name="connsiteX7" fmla="*/ 346698 w 3661398"/>
                <a:gd name="connsiteY7" fmla="*/ 1552575 h 3028950"/>
                <a:gd name="connsiteX8" fmla="*/ 13323 w 3661398"/>
                <a:gd name="connsiteY8" fmla="*/ 2162175 h 3028950"/>
                <a:gd name="connsiteX9" fmla="*/ 784848 w 3661398"/>
                <a:gd name="connsiteY9" fmla="*/ 1905000 h 3028950"/>
                <a:gd name="connsiteX10" fmla="*/ 1156323 w 3661398"/>
                <a:gd name="connsiteY10" fmla="*/ 2019300 h 3028950"/>
                <a:gd name="connsiteX11" fmla="*/ 2613648 w 3661398"/>
                <a:gd name="connsiteY11" fmla="*/ 3028950 h 3028950"/>
                <a:gd name="connsiteX12" fmla="*/ 3089898 w 3661398"/>
                <a:gd name="connsiteY12" fmla="*/ 2609850 h 3028950"/>
                <a:gd name="connsiteX13" fmla="*/ 3185148 w 3661398"/>
                <a:gd name="connsiteY13" fmla="*/ 2686050 h 3028950"/>
                <a:gd name="connsiteX14" fmla="*/ 3508998 w 3661398"/>
                <a:gd name="connsiteY14" fmla="*/ 2466975 h 3028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61398" h="3028950">
                  <a:moveTo>
                    <a:pt x="3661398" y="0"/>
                  </a:moveTo>
                  <a:lnTo>
                    <a:pt x="2404098" y="962025"/>
                  </a:lnTo>
                  <a:lnTo>
                    <a:pt x="2518398" y="1085850"/>
                  </a:lnTo>
                  <a:lnTo>
                    <a:pt x="2251698" y="1247775"/>
                  </a:lnTo>
                  <a:lnTo>
                    <a:pt x="2318373" y="1362075"/>
                  </a:lnTo>
                  <a:lnTo>
                    <a:pt x="1965948" y="1590675"/>
                  </a:lnTo>
                  <a:cubicBezTo>
                    <a:pt x="1838948" y="1676400"/>
                    <a:pt x="1273798" y="1371600"/>
                    <a:pt x="1184898" y="1371600"/>
                  </a:cubicBezTo>
                  <a:cubicBezTo>
                    <a:pt x="905498" y="1431925"/>
                    <a:pt x="473698" y="1395413"/>
                    <a:pt x="346698" y="1552575"/>
                  </a:cubicBezTo>
                  <a:cubicBezTo>
                    <a:pt x="219698" y="1787525"/>
                    <a:pt x="130798" y="1917700"/>
                    <a:pt x="13323" y="2162175"/>
                  </a:cubicBezTo>
                  <a:cubicBezTo>
                    <a:pt x="-97802" y="2400300"/>
                    <a:pt x="514973" y="2390775"/>
                    <a:pt x="784848" y="1905000"/>
                  </a:cubicBezTo>
                  <a:lnTo>
                    <a:pt x="1156323" y="2019300"/>
                  </a:lnTo>
                  <a:cubicBezTo>
                    <a:pt x="1689723" y="2330450"/>
                    <a:pt x="2137398" y="2679700"/>
                    <a:pt x="2613648" y="3028950"/>
                  </a:cubicBezTo>
                  <a:lnTo>
                    <a:pt x="3089898" y="2609850"/>
                  </a:lnTo>
                  <a:lnTo>
                    <a:pt x="3185148" y="2686050"/>
                  </a:lnTo>
                  <a:lnTo>
                    <a:pt x="3508998" y="2466975"/>
                  </a:lnTo>
                </a:path>
              </a:pathLst>
            </a:cu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sp>
          <p:nvSpPr>
            <p:cNvPr id="243" name="Freeform 4">
              <a:extLst>
                <a:ext uri="{FF2B5EF4-FFF2-40B4-BE49-F238E27FC236}">
                  <a16:creationId xmlns:a16="http://schemas.microsoft.com/office/drawing/2014/main" id="{90D97B95-E04D-4753-9AFB-40A47F750470}"/>
                </a:ext>
              </a:extLst>
            </p:cNvPr>
            <p:cNvSpPr/>
            <p:nvPr/>
          </p:nvSpPr>
          <p:spPr>
            <a:xfrm>
              <a:off x="1914525" y="1276351"/>
              <a:ext cx="4300729" cy="4336841"/>
            </a:xfrm>
            <a:custGeom>
              <a:avLst/>
              <a:gdLst>
                <a:gd name="connsiteX0" fmla="*/ 0 w 4276725"/>
                <a:gd name="connsiteY0" fmla="*/ 0 h 4114800"/>
                <a:gd name="connsiteX1" fmla="*/ 1028700 w 4276725"/>
                <a:gd name="connsiteY1" fmla="*/ 866775 h 4114800"/>
                <a:gd name="connsiteX2" fmla="*/ 952500 w 4276725"/>
                <a:gd name="connsiteY2" fmla="*/ 990600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952500 w 4276725"/>
                <a:gd name="connsiteY2" fmla="*/ 990600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33500 w 4276725"/>
                <a:gd name="connsiteY3" fmla="*/ 12858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47775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43025 w 4276725"/>
                <a:gd name="connsiteY3" fmla="*/ 1323975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4478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2857500 w 4276725"/>
                <a:gd name="connsiteY7" fmla="*/ 2219325 h 4114800"/>
                <a:gd name="connsiteX8" fmla="*/ 4276725 w 4276725"/>
                <a:gd name="connsiteY8" fmla="*/ 3314700 h 4114800"/>
                <a:gd name="connsiteX9" fmla="*/ 3952875 w 4276725"/>
                <a:gd name="connsiteY9" fmla="*/ 3590925 h 4114800"/>
                <a:gd name="connsiteX10" fmla="*/ 3524250 w 4276725"/>
                <a:gd name="connsiteY10" fmla="*/ 3914775 h 4114800"/>
                <a:gd name="connsiteX11" fmla="*/ 3124200 w 4276725"/>
                <a:gd name="connsiteY11" fmla="*/ 4114800 h 4114800"/>
                <a:gd name="connsiteX12" fmla="*/ 2514600 w 4276725"/>
                <a:gd name="connsiteY12" fmla="*/ 4114800 h 4114800"/>
                <a:gd name="connsiteX13" fmla="*/ 2257425 w 4276725"/>
                <a:gd name="connsiteY13" fmla="*/ 3695700 h 4114800"/>
                <a:gd name="connsiteX14" fmla="*/ 1828800 w 4276725"/>
                <a:gd name="connsiteY14" fmla="*/ 3409950 h 4114800"/>
                <a:gd name="connsiteX15" fmla="*/ 1476375 w 4276725"/>
                <a:gd name="connsiteY15" fmla="*/ 3171825 h 4114800"/>
                <a:gd name="connsiteX16" fmla="*/ 1114425 w 4276725"/>
                <a:gd name="connsiteY16" fmla="*/ 3019425 h 4114800"/>
                <a:gd name="connsiteX17" fmla="*/ 933450 w 4276725"/>
                <a:gd name="connsiteY17" fmla="*/ 2733675 h 4114800"/>
                <a:gd name="connsiteX18" fmla="*/ 619125 w 4276725"/>
                <a:gd name="connsiteY18" fmla="*/ 2476500 h 4114800"/>
                <a:gd name="connsiteX19" fmla="*/ 447675 w 4276725"/>
                <a:gd name="connsiteY19" fmla="*/ 2571750 h 4114800"/>
                <a:gd name="connsiteX20" fmla="*/ 152400 w 4276725"/>
                <a:gd name="connsiteY20" fmla="*/ 2333625 h 4114800"/>
                <a:gd name="connsiteX21" fmla="*/ 142875 w 4276725"/>
                <a:gd name="connsiteY21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857500 w 4276725"/>
                <a:gd name="connsiteY8" fmla="*/ 221932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4276725 w 4276725"/>
                <a:gd name="connsiteY9" fmla="*/ 3314700 h 4114800"/>
                <a:gd name="connsiteX10" fmla="*/ 3952875 w 4276725"/>
                <a:gd name="connsiteY10" fmla="*/ 3590925 h 4114800"/>
                <a:gd name="connsiteX11" fmla="*/ 3524250 w 4276725"/>
                <a:gd name="connsiteY11" fmla="*/ 3914775 h 4114800"/>
                <a:gd name="connsiteX12" fmla="*/ 3124200 w 4276725"/>
                <a:gd name="connsiteY12" fmla="*/ 4114800 h 4114800"/>
                <a:gd name="connsiteX13" fmla="*/ 2514600 w 4276725"/>
                <a:gd name="connsiteY13" fmla="*/ 4114800 h 4114800"/>
                <a:gd name="connsiteX14" fmla="*/ 2257425 w 4276725"/>
                <a:gd name="connsiteY14" fmla="*/ 3695700 h 4114800"/>
                <a:gd name="connsiteX15" fmla="*/ 1828800 w 4276725"/>
                <a:gd name="connsiteY15" fmla="*/ 3409950 h 4114800"/>
                <a:gd name="connsiteX16" fmla="*/ 1476375 w 4276725"/>
                <a:gd name="connsiteY16" fmla="*/ 3171825 h 4114800"/>
                <a:gd name="connsiteX17" fmla="*/ 1114425 w 4276725"/>
                <a:gd name="connsiteY17" fmla="*/ 3019425 h 4114800"/>
                <a:gd name="connsiteX18" fmla="*/ 933450 w 4276725"/>
                <a:gd name="connsiteY18" fmla="*/ 2733675 h 4114800"/>
                <a:gd name="connsiteX19" fmla="*/ 619125 w 4276725"/>
                <a:gd name="connsiteY19" fmla="*/ 2476500 h 4114800"/>
                <a:gd name="connsiteX20" fmla="*/ 447675 w 4276725"/>
                <a:gd name="connsiteY20" fmla="*/ 2571750 h 4114800"/>
                <a:gd name="connsiteX21" fmla="*/ 152400 w 4276725"/>
                <a:gd name="connsiteY21" fmla="*/ 2333625 h 4114800"/>
                <a:gd name="connsiteX22" fmla="*/ 142875 w 4276725"/>
                <a:gd name="connsiteY22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276725"/>
                <a:gd name="connsiteY0" fmla="*/ 0 h 4114800"/>
                <a:gd name="connsiteX1" fmla="*/ 1190625 w 4276725"/>
                <a:gd name="connsiteY1" fmla="*/ 990600 h 4114800"/>
                <a:gd name="connsiteX2" fmla="*/ 1095375 w 4276725"/>
                <a:gd name="connsiteY2" fmla="*/ 1152525 h 4114800"/>
                <a:gd name="connsiteX3" fmla="*/ 1371600 w 4276725"/>
                <a:gd name="connsiteY3" fmla="*/ 1390650 h 4114800"/>
                <a:gd name="connsiteX4" fmla="*/ 1276350 w 4276725"/>
                <a:gd name="connsiteY4" fmla="*/ 1552575 h 4114800"/>
                <a:gd name="connsiteX5" fmla="*/ 1590675 w 4276725"/>
                <a:gd name="connsiteY5" fmla="*/ 1762125 h 4114800"/>
                <a:gd name="connsiteX6" fmla="*/ 1885950 w 4276725"/>
                <a:gd name="connsiteY6" fmla="*/ 1743075 h 4114800"/>
                <a:gd name="connsiteX7" fmla="*/ 1562100 w 4276725"/>
                <a:gd name="connsiteY7" fmla="*/ 2362200 h 4114800"/>
                <a:gd name="connsiteX8" fmla="*/ 2524125 w 4276725"/>
                <a:gd name="connsiteY8" fmla="*/ 2162175 h 4114800"/>
                <a:gd name="connsiteX9" fmla="*/ 2838450 w 4276725"/>
                <a:gd name="connsiteY9" fmla="*/ 2228850 h 4114800"/>
                <a:gd name="connsiteX10" fmla="*/ 4276725 w 4276725"/>
                <a:gd name="connsiteY10" fmla="*/ 3314700 h 4114800"/>
                <a:gd name="connsiteX11" fmla="*/ 3952875 w 4276725"/>
                <a:gd name="connsiteY11" fmla="*/ 3590925 h 4114800"/>
                <a:gd name="connsiteX12" fmla="*/ 3524250 w 4276725"/>
                <a:gd name="connsiteY12" fmla="*/ 3914775 h 4114800"/>
                <a:gd name="connsiteX13" fmla="*/ 3124200 w 4276725"/>
                <a:gd name="connsiteY13" fmla="*/ 4114800 h 4114800"/>
                <a:gd name="connsiteX14" fmla="*/ 2514600 w 4276725"/>
                <a:gd name="connsiteY14" fmla="*/ 4114800 h 4114800"/>
                <a:gd name="connsiteX15" fmla="*/ 2257425 w 4276725"/>
                <a:gd name="connsiteY15" fmla="*/ 3695700 h 4114800"/>
                <a:gd name="connsiteX16" fmla="*/ 1828800 w 4276725"/>
                <a:gd name="connsiteY16" fmla="*/ 3409950 h 4114800"/>
                <a:gd name="connsiteX17" fmla="*/ 1476375 w 4276725"/>
                <a:gd name="connsiteY17" fmla="*/ 3171825 h 4114800"/>
                <a:gd name="connsiteX18" fmla="*/ 1114425 w 4276725"/>
                <a:gd name="connsiteY18" fmla="*/ 3019425 h 4114800"/>
                <a:gd name="connsiteX19" fmla="*/ 933450 w 4276725"/>
                <a:gd name="connsiteY19" fmla="*/ 2733675 h 4114800"/>
                <a:gd name="connsiteX20" fmla="*/ 619125 w 4276725"/>
                <a:gd name="connsiteY20" fmla="*/ 2476500 h 4114800"/>
                <a:gd name="connsiteX21" fmla="*/ 447675 w 4276725"/>
                <a:gd name="connsiteY21" fmla="*/ 2571750 h 4114800"/>
                <a:gd name="connsiteX22" fmla="*/ 152400 w 4276725"/>
                <a:gd name="connsiteY22" fmla="*/ 2333625 h 4114800"/>
                <a:gd name="connsiteX23" fmla="*/ 142875 w 4276725"/>
                <a:gd name="connsiteY23" fmla="*/ 2305050 h 4114800"/>
                <a:gd name="connsiteX0" fmla="*/ 0 w 4302473"/>
                <a:gd name="connsiteY0" fmla="*/ 0 h 4114800"/>
                <a:gd name="connsiteX1" fmla="*/ 1190625 w 4302473"/>
                <a:gd name="connsiteY1" fmla="*/ 990600 h 4114800"/>
                <a:gd name="connsiteX2" fmla="*/ 1095375 w 4302473"/>
                <a:gd name="connsiteY2" fmla="*/ 1152525 h 4114800"/>
                <a:gd name="connsiteX3" fmla="*/ 1371600 w 4302473"/>
                <a:gd name="connsiteY3" fmla="*/ 1390650 h 4114800"/>
                <a:gd name="connsiteX4" fmla="*/ 1276350 w 4302473"/>
                <a:gd name="connsiteY4" fmla="*/ 1552575 h 4114800"/>
                <a:gd name="connsiteX5" fmla="*/ 1590675 w 4302473"/>
                <a:gd name="connsiteY5" fmla="*/ 1762125 h 4114800"/>
                <a:gd name="connsiteX6" fmla="*/ 1885950 w 4302473"/>
                <a:gd name="connsiteY6" fmla="*/ 1743075 h 4114800"/>
                <a:gd name="connsiteX7" fmla="*/ 1562100 w 4302473"/>
                <a:gd name="connsiteY7" fmla="*/ 2362200 h 4114800"/>
                <a:gd name="connsiteX8" fmla="*/ 2524125 w 4302473"/>
                <a:gd name="connsiteY8" fmla="*/ 2162175 h 4114800"/>
                <a:gd name="connsiteX9" fmla="*/ 2838450 w 4302473"/>
                <a:gd name="connsiteY9" fmla="*/ 2228850 h 4114800"/>
                <a:gd name="connsiteX10" fmla="*/ 4276725 w 4302473"/>
                <a:gd name="connsiteY10" fmla="*/ 3314700 h 4114800"/>
                <a:gd name="connsiteX11" fmla="*/ 3952875 w 4302473"/>
                <a:gd name="connsiteY11" fmla="*/ 3590925 h 4114800"/>
                <a:gd name="connsiteX12" fmla="*/ 3524250 w 4302473"/>
                <a:gd name="connsiteY12" fmla="*/ 3914775 h 4114800"/>
                <a:gd name="connsiteX13" fmla="*/ 3124200 w 4302473"/>
                <a:gd name="connsiteY13" fmla="*/ 4114800 h 4114800"/>
                <a:gd name="connsiteX14" fmla="*/ 2514600 w 4302473"/>
                <a:gd name="connsiteY14" fmla="*/ 4114800 h 4114800"/>
                <a:gd name="connsiteX15" fmla="*/ 2257425 w 4302473"/>
                <a:gd name="connsiteY15" fmla="*/ 3695700 h 4114800"/>
                <a:gd name="connsiteX16" fmla="*/ 1828800 w 4302473"/>
                <a:gd name="connsiteY16" fmla="*/ 3409950 h 4114800"/>
                <a:gd name="connsiteX17" fmla="*/ 1476375 w 4302473"/>
                <a:gd name="connsiteY17" fmla="*/ 3171825 h 4114800"/>
                <a:gd name="connsiteX18" fmla="*/ 1114425 w 4302473"/>
                <a:gd name="connsiteY18" fmla="*/ 3019425 h 4114800"/>
                <a:gd name="connsiteX19" fmla="*/ 933450 w 4302473"/>
                <a:gd name="connsiteY19" fmla="*/ 2733675 h 4114800"/>
                <a:gd name="connsiteX20" fmla="*/ 619125 w 4302473"/>
                <a:gd name="connsiteY20" fmla="*/ 2476500 h 4114800"/>
                <a:gd name="connsiteX21" fmla="*/ 447675 w 4302473"/>
                <a:gd name="connsiteY21" fmla="*/ 2571750 h 4114800"/>
                <a:gd name="connsiteX22" fmla="*/ 152400 w 4302473"/>
                <a:gd name="connsiteY22" fmla="*/ 2333625 h 4114800"/>
                <a:gd name="connsiteX23" fmla="*/ 142875 w 4302473"/>
                <a:gd name="connsiteY23" fmla="*/ 2305050 h 4114800"/>
                <a:gd name="connsiteX0" fmla="*/ 0 w 4315610"/>
                <a:gd name="connsiteY0" fmla="*/ 0 h 4114800"/>
                <a:gd name="connsiteX1" fmla="*/ 1190625 w 4315610"/>
                <a:gd name="connsiteY1" fmla="*/ 990600 h 4114800"/>
                <a:gd name="connsiteX2" fmla="*/ 1095375 w 4315610"/>
                <a:gd name="connsiteY2" fmla="*/ 1152525 h 4114800"/>
                <a:gd name="connsiteX3" fmla="*/ 1371600 w 4315610"/>
                <a:gd name="connsiteY3" fmla="*/ 1390650 h 4114800"/>
                <a:gd name="connsiteX4" fmla="*/ 1276350 w 4315610"/>
                <a:gd name="connsiteY4" fmla="*/ 1552575 h 4114800"/>
                <a:gd name="connsiteX5" fmla="*/ 1590675 w 4315610"/>
                <a:gd name="connsiteY5" fmla="*/ 1762125 h 4114800"/>
                <a:gd name="connsiteX6" fmla="*/ 1885950 w 4315610"/>
                <a:gd name="connsiteY6" fmla="*/ 1743075 h 4114800"/>
                <a:gd name="connsiteX7" fmla="*/ 1562100 w 4315610"/>
                <a:gd name="connsiteY7" fmla="*/ 2362200 h 4114800"/>
                <a:gd name="connsiteX8" fmla="*/ 2524125 w 4315610"/>
                <a:gd name="connsiteY8" fmla="*/ 2162175 h 4114800"/>
                <a:gd name="connsiteX9" fmla="*/ 2838450 w 4315610"/>
                <a:gd name="connsiteY9" fmla="*/ 2228850 h 4114800"/>
                <a:gd name="connsiteX10" fmla="*/ 4276725 w 4315610"/>
                <a:gd name="connsiteY10" fmla="*/ 3314700 h 4114800"/>
                <a:gd name="connsiteX11" fmla="*/ 3952875 w 4315610"/>
                <a:gd name="connsiteY11" fmla="*/ 3590925 h 4114800"/>
                <a:gd name="connsiteX12" fmla="*/ 3524250 w 4315610"/>
                <a:gd name="connsiteY12" fmla="*/ 3914775 h 4114800"/>
                <a:gd name="connsiteX13" fmla="*/ 3124200 w 4315610"/>
                <a:gd name="connsiteY13" fmla="*/ 4114800 h 4114800"/>
                <a:gd name="connsiteX14" fmla="*/ 2514600 w 4315610"/>
                <a:gd name="connsiteY14" fmla="*/ 4114800 h 4114800"/>
                <a:gd name="connsiteX15" fmla="*/ 2257425 w 4315610"/>
                <a:gd name="connsiteY15" fmla="*/ 3695700 h 4114800"/>
                <a:gd name="connsiteX16" fmla="*/ 1828800 w 4315610"/>
                <a:gd name="connsiteY16" fmla="*/ 3409950 h 4114800"/>
                <a:gd name="connsiteX17" fmla="*/ 1476375 w 4315610"/>
                <a:gd name="connsiteY17" fmla="*/ 3171825 h 4114800"/>
                <a:gd name="connsiteX18" fmla="*/ 1114425 w 4315610"/>
                <a:gd name="connsiteY18" fmla="*/ 3019425 h 4114800"/>
                <a:gd name="connsiteX19" fmla="*/ 933450 w 4315610"/>
                <a:gd name="connsiteY19" fmla="*/ 2733675 h 4114800"/>
                <a:gd name="connsiteX20" fmla="*/ 619125 w 4315610"/>
                <a:gd name="connsiteY20" fmla="*/ 2476500 h 4114800"/>
                <a:gd name="connsiteX21" fmla="*/ 447675 w 4315610"/>
                <a:gd name="connsiteY21" fmla="*/ 2571750 h 4114800"/>
                <a:gd name="connsiteX22" fmla="*/ 152400 w 4315610"/>
                <a:gd name="connsiteY22" fmla="*/ 2333625 h 4114800"/>
                <a:gd name="connsiteX23" fmla="*/ 142875 w 4315610"/>
                <a:gd name="connsiteY23" fmla="*/ 2305050 h 4114800"/>
                <a:gd name="connsiteX0" fmla="*/ 0 w 4251400"/>
                <a:gd name="connsiteY0" fmla="*/ 0 h 4114800"/>
                <a:gd name="connsiteX1" fmla="*/ 1190625 w 4251400"/>
                <a:gd name="connsiteY1" fmla="*/ 990600 h 4114800"/>
                <a:gd name="connsiteX2" fmla="*/ 1095375 w 4251400"/>
                <a:gd name="connsiteY2" fmla="*/ 1152525 h 4114800"/>
                <a:gd name="connsiteX3" fmla="*/ 1371600 w 4251400"/>
                <a:gd name="connsiteY3" fmla="*/ 1390650 h 4114800"/>
                <a:gd name="connsiteX4" fmla="*/ 1276350 w 4251400"/>
                <a:gd name="connsiteY4" fmla="*/ 1552575 h 4114800"/>
                <a:gd name="connsiteX5" fmla="*/ 1590675 w 4251400"/>
                <a:gd name="connsiteY5" fmla="*/ 1762125 h 4114800"/>
                <a:gd name="connsiteX6" fmla="*/ 1885950 w 4251400"/>
                <a:gd name="connsiteY6" fmla="*/ 1743075 h 4114800"/>
                <a:gd name="connsiteX7" fmla="*/ 1562100 w 4251400"/>
                <a:gd name="connsiteY7" fmla="*/ 2362200 h 4114800"/>
                <a:gd name="connsiteX8" fmla="*/ 2524125 w 4251400"/>
                <a:gd name="connsiteY8" fmla="*/ 2162175 h 4114800"/>
                <a:gd name="connsiteX9" fmla="*/ 2838450 w 4251400"/>
                <a:gd name="connsiteY9" fmla="*/ 2228850 h 4114800"/>
                <a:gd name="connsiteX10" fmla="*/ 4200525 w 4251400"/>
                <a:gd name="connsiteY10" fmla="*/ 3267075 h 4114800"/>
                <a:gd name="connsiteX11" fmla="*/ 3952875 w 4251400"/>
                <a:gd name="connsiteY11" fmla="*/ 3590925 h 4114800"/>
                <a:gd name="connsiteX12" fmla="*/ 3524250 w 4251400"/>
                <a:gd name="connsiteY12" fmla="*/ 3914775 h 4114800"/>
                <a:gd name="connsiteX13" fmla="*/ 3124200 w 4251400"/>
                <a:gd name="connsiteY13" fmla="*/ 4114800 h 4114800"/>
                <a:gd name="connsiteX14" fmla="*/ 2514600 w 4251400"/>
                <a:gd name="connsiteY14" fmla="*/ 4114800 h 4114800"/>
                <a:gd name="connsiteX15" fmla="*/ 2257425 w 4251400"/>
                <a:gd name="connsiteY15" fmla="*/ 3695700 h 4114800"/>
                <a:gd name="connsiteX16" fmla="*/ 1828800 w 4251400"/>
                <a:gd name="connsiteY16" fmla="*/ 3409950 h 4114800"/>
                <a:gd name="connsiteX17" fmla="*/ 1476375 w 4251400"/>
                <a:gd name="connsiteY17" fmla="*/ 3171825 h 4114800"/>
                <a:gd name="connsiteX18" fmla="*/ 1114425 w 4251400"/>
                <a:gd name="connsiteY18" fmla="*/ 3019425 h 4114800"/>
                <a:gd name="connsiteX19" fmla="*/ 933450 w 4251400"/>
                <a:gd name="connsiteY19" fmla="*/ 2733675 h 4114800"/>
                <a:gd name="connsiteX20" fmla="*/ 619125 w 4251400"/>
                <a:gd name="connsiteY20" fmla="*/ 2476500 h 4114800"/>
                <a:gd name="connsiteX21" fmla="*/ 447675 w 4251400"/>
                <a:gd name="connsiteY21" fmla="*/ 2571750 h 4114800"/>
                <a:gd name="connsiteX22" fmla="*/ 152400 w 4251400"/>
                <a:gd name="connsiteY22" fmla="*/ 2333625 h 4114800"/>
                <a:gd name="connsiteX23" fmla="*/ 142875 w 4251400"/>
                <a:gd name="connsiteY23" fmla="*/ 2305050 h 4114800"/>
                <a:gd name="connsiteX0" fmla="*/ 0 w 4305862"/>
                <a:gd name="connsiteY0" fmla="*/ 0 h 4114800"/>
                <a:gd name="connsiteX1" fmla="*/ 1190625 w 4305862"/>
                <a:gd name="connsiteY1" fmla="*/ 990600 h 4114800"/>
                <a:gd name="connsiteX2" fmla="*/ 1095375 w 4305862"/>
                <a:gd name="connsiteY2" fmla="*/ 1152525 h 4114800"/>
                <a:gd name="connsiteX3" fmla="*/ 1371600 w 4305862"/>
                <a:gd name="connsiteY3" fmla="*/ 1390650 h 4114800"/>
                <a:gd name="connsiteX4" fmla="*/ 1276350 w 4305862"/>
                <a:gd name="connsiteY4" fmla="*/ 1552575 h 4114800"/>
                <a:gd name="connsiteX5" fmla="*/ 1590675 w 4305862"/>
                <a:gd name="connsiteY5" fmla="*/ 1762125 h 4114800"/>
                <a:gd name="connsiteX6" fmla="*/ 1885950 w 4305862"/>
                <a:gd name="connsiteY6" fmla="*/ 1743075 h 4114800"/>
                <a:gd name="connsiteX7" fmla="*/ 1562100 w 4305862"/>
                <a:gd name="connsiteY7" fmla="*/ 2362200 h 4114800"/>
                <a:gd name="connsiteX8" fmla="*/ 2524125 w 4305862"/>
                <a:gd name="connsiteY8" fmla="*/ 2162175 h 4114800"/>
                <a:gd name="connsiteX9" fmla="*/ 2838450 w 4305862"/>
                <a:gd name="connsiteY9" fmla="*/ 2228850 h 4114800"/>
                <a:gd name="connsiteX10" fmla="*/ 4200525 w 4305862"/>
                <a:gd name="connsiteY10" fmla="*/ 3267075 h 4114800"/>
                <a:gd name="connsiteX11" fmla="*/ 3952875 w 4305862"/>
                <a:gd name="connsiteY11" fmla="*/ 3590925 h 4114800"/>
                <a:gd name="connsiteX12" fmla="*/ 3524250 w 4305862"/>
                <a:gd name="connsiteY12" fmla="*/ 3914775 h 4114800"/>
                <a:gd name="connsiteX13" fmla="*/ 3124200 w 4305862"/>
                <a:gd name="connsiteY13" fmla="*/ 4114800 h 4114800"/>
                <a:gd name="connsiteX14" fmla="*/ 2514600 w 4305862"/>
                <a:gd name="connsiteY14" fmla="*/ 4114800 h 4114800"/>
                <a:gd name="connsiteX15" fmla="*/ 2257425 w 4305862"/>
                <a:gd name="connsiteY15" fmla="*/ 3695700 h 4114800"/>
                <a:gd name="connsiteX16" fmla="*/ 1828800 w 4305862"/>
                <a:gd name="connsiteY16" fmla="*/ 3409950 h 4114800"/>
                <a:gd name="connsiteX17" fmla="*/ 1476375 w 4305862"/>
                <a:gd name="connsiteY17" fmla="*/ 3171825 h 4114800"/>
                <a:gd name="connsiteX18" fmla="*/ 1114425 w 4305862"/>
                <a:gd name="connsiteY18" fmla="*/ 3019425 h 4114800"/>
                <a:gd name="connsiteX19" fmla="*/ 933450 w 4305862"/>
                <a:gd name="connsiteY19" fmla="*/ 2733675 h 4114800"/>
                <a:gd name="connsiteX20" fmla="*/ 619125 w 4305862"/>
                <a:gd name="connsiteY20" fmla="*/ 2476500 h 4114800"/>
                <a:gd name="connsiteX21" fmla="*/ 447675 w 4305862"/>
                <a:gd name="connsiteY21" fmla="*/ 2571750 h 4114800"/>
                <a:gd name="connsiteX22" fmla="*/ 152400 w 4305862"/>
                <a:gd name="connsiteY22" fmla="*/ 2333625 h 4114800"/>
                <a:gd name="connsiteX23" fmla="*/ 142875 w 4305862"/>
                <a:gd name="connsiteY23" fmla="*/ 2305050 h 4114800"/>
                <a:gd name="connsiteX0" fmla="*/ 0 w 4296221"/>
                <a:gd name="connsiteY0" fmla="*/ 0 h 4114800"/>
                <a:gd name="connsiteX1" fmla="*/ 1190625 w 4296221"/>
                <a:gd name="connsiteY1" fmla="*/ 990600 h 4114800"/>
                <a:gd name="connsiteX2" fmla="*/ 1095375 w 4296221"/>
                <a:gd name="connsiteY2" fmla="*/ 1152525 h 4114800"/>
                <a:gd name="connsiteX3" fmla="*/ 1371600 w 4296221"/>
                <a:gd name="connsiteY3" fmla="*/ 1390650 h 4114800"/>
                <a:gd name="connsiteX4" fmla="*/ 1276350 w 4296221"/>
                <a:gd name="connsiteY4" fmla="*/ 1552575 h 4114800"/>
                <a:gd name="connsiteX5" fmla="*/ 1590675 w 4296221"/>
                <a:gd name="connsiteY5" fmla="*/ 1762125 h 4114800"/>
                <a:gd name="connsiteX6" fmla="*/ 1885950 w 4296221"/>
                <a:gd name="connsiteY6" fmla="*/ 1743075 h 4114800"/>
                <a:gd name="connsiteX7" fmla="*/ 1562100 w 4296221"/>
                <a:gd name="connsiteY7" fmla="*/ 2362200 h 4114800"/>
                <a:gd name="connsiteX8" fmla="*/ 2524125 w 4296221"/>
                <a:gd name="connsiteY8" fmla="*/ 2162175 h 4114800"/>
                <a:gd name="connsiteX9" fmla="*/ 2838450 w 4296221"/>
                <a:gd name="connsiteY9" fmla="*/ 2228850 h 4114800"/>
                <a:gd name="connsiteX10" fmla="*/ 4200525 w 4296221"/>
                <a:gd name="connsiteY10" fmla="*/ 3267075 h 4114800"/>
                <a:gd name="connsiteX11" fmla="*/ 3905250 w 4296221"/>
                <a:gd name="connsiteY11" fmla="*/ 3552825 h 4114800"/>
                <a:gd name="connsiteX12" fmla="*/ 3524250 w 4296221"/>
                <a:gd name="connsiteY12" fmla="*/ 3914775 h 4114800"/>
                <a:gd name="connsiteX13" fmla="*/ 3124200 w 4296221"/>
                <a:gd name="connsiteY13" fmla="*/ 4114800 h 4114800"/>
                <a:gd name="connsiteX14" fmla="*/ 2514600 w 4296221"/>
                <a:gd name="connsiteY14" fmla="*/ 4114800 h 4114800"/>
                <a:gd name="connsiteX15" fmla="*/ 2257425 w 4296221"/>
                <a:gd name="connsiteY15" fmla="*/ 3695700 h 4114800"/>
                <a:gd name="connsiteX16" fmla="*/ 1828800 w 4296221"/>
                <a:gd name="connsiteY16" fmla="*/ 3409950 h 4114800"/>
                <a:gd name="connsiteX17" fmla="*/ 1476375 w 4296221"/>
                <a:gd name="connsiteY17" fmla="*/ 3171825 h 4114800"/>
                <a:gd name="connsiteX18" fmla="*/ 1114425 w 4296221"/>
                <a:gd name="connsiteY18" fmla="*/ 3019425 h 4114800"/>
                <a:gd name="connsiteX19" fmla="*/ 933450 w 4296221"/>
                <a:gd name="connsiteY19" fmla="*/ 2733675 h 4114800"/>
                <a:gd name="connsiteX20" fmla="*/ 619125 w 4296221"/>
                <a:gd name="connsiteY20" fmla="*/ 2476500 h 4114800"/>
                <a:gd name="connsiteX21" fmla="*/ 447675 w 4296221"/>
                <a:gd name="connsiteY21" fmla="*/ 2571750 h 4114800"/>
                <a:gd name="connsiteX22" fmla="*/ 152400 w 4296221"/>
                <a:gd name="connsiteY22" fmla="*/ 2333625 h 4114800"/>
                <a:gd name="connsiteX23" fmla="*/ 142875 w 4296221"/>
                <a:gd name="connsiteY23" fmla="*/ 2305050 h 4114800"/>
                <a:gd name="connsiteX0" fmla="*/ 0 w 4243525"/>
                <a:gd name="connsiteY0" fmla="*/ 0 h 4114800"/>
                <a:gd name="connsiteX1" fmla="*/ 1190625 w 4243525"/>
                <a:gd name="connsiteY1" fmla="*/ 990600 h 4114800"/>
                <a:gd name="connsiteX2" fmla="*/ 1095375 w 4243525"/>
                <a:gd name="connsiteY2" fmla="*/ 1152525 h 4114800"/>
                <a:gd name="connsiteX3" fmla="*/ 1371600 w 4243525"/>
                <a:gd name="connsiteY3" fmla="*/ 1390650 h 4114800"/>
                <a:gd name="connsiteX4" fmla="*/ 1276350 w 4243525"/>
                <a:gd name="connsiteY4" fmla="*/ 1552575 h 4114800"/>
                <a:gd name="connsiteX5" fmla="*/ 1590675 w 4243525"/>
                <a:gd name="connsiteY5" fmla="*/ 1762125 h 4114800"/>
                <a:gd name="connsiteX6" fmla="*/ 1885950 w 4243525"/>
                <a:gd name="connsiteY6" fmla="*/ 1743075 h 4114800"/>
                <a:gd name="connsiteX7" fmla="*/ 1562100 w 4243525"/>
                <a:gd name="connsiteY7" fmla="*/ 2362200 h 4114800"/>
                <a:gd name="connsiteX8" fmla="*/ 2524125 w 4243525"/>
                <a:gd name="connsiteY8" fmla="*/ 2162175 h 4114800"/>
                <a:gd name="connsiteX9" fmla="*/ 2838450 w 4243525"/>
                <a:gd name="connsiteY9" fmla="*/ 2228850 h 4114800"/>
                <a:gd name="connsiteX10" fmla="*/ 4133850 w 4243525"/>
                <a:gd name="connsiteY10" fmla="*/ 3181350 h 4114800"/>
                <a:gd name="connsiteX11" fmla="*/ 3905250 w 4243525"/>
                <a:gd name="connsiteY11" fmla="*/ 3552825 h 4114800"/>
                <a:gd name="connsiteX12" fmla="*/ 3524250 w 4243525"/>
                <a:gd name="connsiteY12" fmla="*/ 3914775 h 4114800"/>
                <a:gd name="connsiteX13" fmla="*/ 3124200 w 4243525"/>
                <a:gd name="connsiteY13" fmla="*/ 4114800 h 4114800"/>
                <a:gd name="connsiteX14" fmla="*/ 2514600 w 4243525"/>
                <a:gd name="connsiteY14" fmla="*/ 4114800 h 4114800"/>
                <a:gd name="connsiteX15" fmla="*/ 2257425 w 4243525"/>
                <a:gd name="connsiteY15" fmla="*/ 3695700 h 4114800"/>
                <a:gd name="connsiteX16" fmla="*/ 1828800 w 4243525"/>
                <a:gd name="connsiteY16" fmla="*/ 3409950 h 4114800"/>
                <a:gd name="connsiteX17" fmla="*/ 1476375 w 4243525"/>
                <a:gd name="connsiteY17" fmla="*/ 3171825 h 4114800"/>
                <a:gd name="connsiteX18" fmla="*/ 1114425 w 4243525"/>
                <a:gd name="connsiteY18" fmla="*/ 3019425 h 4114800"/>
                <a:gd name="connsiteX19" fmla="*/ 933450 w 4243525"/>
                <a:gd name="connsiteY19" fmla="*/ 2733675 h 4114800"/>
                <a:gd name="connsiteX20" fmla="*/ 619125 w 4243525"/>
                <a:gd name="connsiteY20" fmla="*/ 2476500 h 4114800"/>
                <a:gd name="connsiteX21" fmla="*/ 447675 w 4243525"/>
                <a:gd name="connsiteY21" fmla="*/ 2571750 h 4114800"/>
                <a:gd name="connsiteX22" fmla="*/ 152400 w 4243525"/>
                <a:gd name="connsiteY22" fmla="*/ 2333625 h 4114800"/>
                <a:gd name="connsiteX23" fmla="*/ 142875 w 4243525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914775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914775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886200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68878"/>
                <a:gd name="connsiteY0" fmla="*/ 0 h 4114800"/>
                <a:gd name="connsiteX1" fmla="*/ 1190625 w 4268878"/>
                <a:gd name="connsiteY1" fmla="*/ 990600 h 4114800"/>
                <a:gd name="connsiteX2" fmla="*/ 1095375 w 4268878"/>
                <a:gd name="connsiteY2" fmla="*/ 1152525 h 4114800"/>
                <a:gd name="connsiteX3" fmla="*/ 1371600 w 4268878"/>
                <a:gd name="connsiteY3" fmla="*/ 1390650 h 4114800"/>
                <a:gd name="connsiteX4" fmla="*/ 1276350 w 4268878"/>
                <a:gd name="connsiteY4" fmla="*/ 1552575 h 4114800"/>
                <a:gd name="connsiteX5" fmla="*/ 1590675 w 4268878"/>
                <a:gd name="connsiteY5" fmla="*/ 1762125 h 4114800"/>
                <a:gd name="connsiteX6" fmla="*/ 1885950 w 4268878"/>
                <a:gd name="connsiteY6" fmla="*/ 1743075 h 4114800"/>
                <a:gd name="connsiteX7" fmla="*/ 1562100 w 4268878"/>
                <a:gd name="connsiteY7" fmla="*/ 2362200 h 4114800"/>
                <a:gd name="connsiteX8" fmla="*/ 2524125 w 4268878"/>
                <a:gd name="connsiteY8" fmla="*/ 2162175 h 4114800"/>
                <a:gd name="connsiteX9" fmla="*/ 2838450 w 4268878"/>
                <a:gd name="connsiteY9" fmla="*/ 2228850 h 4114800"/>
                <a:gd name="connsiteX10" fmla="*/ 4133850 w 4268878"/>
                <a:gd name="connsiteY10" fmla="*/ 3181350 h 4114800"/>
                <a:gd name="connsiteX11" fmla="*/ 3905250 w 4268878"/>
                <a:gd name="connsiteY11" fmla="*/ 3552825 h 4114800"/>
                <a:gd name="connsiteX12" fmla="*/ 3524250 w 4268878"/>
                <a:gd name="connsiteY12" fmla="*/ 3886200 h 4114800"/>
                <a:gd name="connsiteX13" fmla="*/ 3124200 w 4268878"/>
                <a:gd name="connsiteY13" fmla="*/ 4114800 h 4114800"/>
                <a:gd name="connsiteX14" fmla="*/ 2514600 w 4268878"/>
                <a:gd name="connsiteY14" fmla="*/ 4114800 h 4114800"/>
                <a:gd name="connsiteX15" fmla="*/ 2257425 w 4268878"/>
                <a:gd name="connsiteY15" fmla="*/ 3695700 h 4114800"/>
                <a:gd name="connsiteX16" fmla="*/ 1828800 w 4268878"/>
                <a:gd name="connsiteY16" fmla="*/ 3409950 h 4114800"/>
                <a:gd name="connsiteX17" fmla="*/ 1476375 w 4268878"/>
                <a:gd name="connsiteY17" fmla="*/ 3171825 h 4114800"/>
                <a:gd name="connsiteX18" fmla="*/ 1114425 w 4268878"/>
                <a:gd name="connsiteY18" fmla="*/ 3019425 h 4114800"/>
                <a:gd name="connsiteX19" fmla="*/ 933450 w 4268878"/>
                <a:gd name="connsiteY19" fmla="*/ 2733675 h 4114800"/>
                <a:gd name="connsiteX20" fmla="*/ 619125 w 4268878"/>
                <a:gd name="connsiteY20" fmla="*/ 2476500 h 4114800"/>
                <a:gd name="connsiteX21" fmla="*/ 447675 w 4268878"/>
                <a:gd name="connsiteY21" fmla="*/ 2571750 h 4114800"/>
                <a:gd name="connsiteX22" fmla="*/ 152400 w 4268878"/>
                <a:gd name="connsiteY22" fmla="*/ 2333625 h 4114800"/>
                <a:gd name="connsiteX23" fmla="*/ 142875 w 4268878"/>
                <a:gd name="connsiteY23" fmla="*/ 2305050 h 4114800"/>
                <a:gd name="connsiteX0" fmla="*/ 0 w 4256323"/>
                <a:gd name="connsiteY0" fmla="*/ 0 h 4114800"/>
                <a:gd name="connsiteX1" fmla="*/ 1190625 w 4256323"/>
                <a:gd name="connsiteY1" fmla="*/ 990600 h 4114800"/>
                <a:gd name="connsiteX2" fmla="*/ 1095375 w 4256323"/>
                <a:gd name="connsiteY2" fmla="*/ 1152525 h 4114800"/>
                <a:gd name="connsiteX3" fmla="*/ 1371600 w 4256323"/>
                <a:gd name="connsiteY3" fmla="*/ 1390650 h 4114800"/>
                <a:gd name="connsiteX4" fmla="*/ 1276350 w 4256323"/>
                <a:gd name="connsiteY4" fmla="*/ 1552575 h 4114800"/>
                <a:gd name="connsiteX5" fmla="*/ 1590675 w 4256323"/>
                <a:gd name="connsiteY5" fmla="*/ 1762125 h 4114800"/>
                <a:gd name="connsiteX6" fmla="*/ 1885950 w 4256323"/>
                <a:gd name="connsiteY6" fmla="*/ 1743075 h 4114800"/>
                <a:gd name="connsiteX7" fmla="*/ 1562100 w 4256323"/>
                <a:gd name="connsiteY7" fmla="*/ 2362200 h 4114800"/>
                <a:gd name="connsiteX8" fmla="*/ 2524125 w 4256323"/>
                <a:gd name="connsiteY8" fmla="*/ 2162175 h 4114800"/>
                <a:gd name="connsiteX9" fmla="*/ 2838450 w 4256323"/>
                <a:gd name="connsiteY9" fmla="*/ 2228850 h 4114800"/>
                <a:gd name="connsiteX10" fmla="*/ 4133850 w 4256323"/>
                <a:gd name="connsiteY10" fmla="*/ 3181350 h 4114800"/>
                <a:gd name="connsiteX11" fmla="*/ 3848100 w 4256323"/>
                <a:gd name="connsiteY11" fmla="*/ 3562350 h 4114800"/>
                <a:gd name="connsiteX12" fmla="*/ 3524250 w 4256323"/>
                <a:gd name="connsiteY12" fmla="*/ 3886200 h 4114800"/>
                <a:gd name="connsiteX13" fmla="*/ 3124200 w 4256323"/>
                <a:gd name="connsiteY13" fmla="*/ 4114800 h 4114800"/>
                <a:gd name="connsiteX14" fmla="*/ 2514600 w 4256323"/>
                <a:gd name="connsiteY14" fmla="*/ 4114800 h 4114800"/>
                <a:gd name="connsiteX15" fmla="*/ 2257425 w 4256323"/>
                <a:gd name="connsiteY15" fmla="*/ 3695700 h 4114800"/>
                <a:gd name="connsiteX16" fmla="*/ 1828800 w 4256323"/>
                <a:gd name="connsiteY16" fmla="*/ 3409950 h 4114800"/>
                <a:gd name="connsiteX17" fmla="*/ 1476375 w 4256323"/>
                <a:gd name="connsiteY17" fmla="*/ 3171825 h 4114800"/>
                <a:gd name="connsiteX18" fmla="*/ 1114425 w 4256323"/>
                <a:gd name="connsiteY18" fmla="*/ 3019425 h 4114800"/>
                <a:gd name="connsiteX19" fmla="*/ 933450 w 4256323"/>
                <a:gd name="connsiteY19" fmla="*/ 2733675 h 4114800"/>
                <a:gd name="connsiteX20" fmla="*/ 619125 w 4256323"/>
                <a:gd name="connsiteY20" fmla="*/ 2476500 h 4114800"/>
                <a:gd name="connsiteX21" fmla="*/ 447675 w 4256323"/>
                <a:gd name="connsiteY21" fmla="*/ 2571750 h 4114800"/>
                <a:gd name="connsiteX22" fmla="*/ 152400 w 4256323"/>
                <a:gd name="connsiteY22" fmla="*/ 2333625 h 4114800"/>
                <a:gd name="connsiteX23" fmla="*/ 142875 w 4256323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524250 w 4265214"/>
                <a:gd name="connsiteY12" fmla="*/ 388620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524250 w 4265214"/>
                <a:gd name="connsiteY12" fmla="*/ 388620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65214"/>
                <a:gd name="connsiteY0" fmla="*/ 0 h 4114800"/>
                <a:gd name="connsiteX1" fmla="*/ 1190625 w 4265214"/>
                <a:gd name="connsiteY1" fmla="*/ 990600 h 4114800"/>
                <a:gd name="connsiteX2" fmla="*/ 1095375 w 4265214"/>
                <a:gd name="connsiteY2" fmla="*/ 1152525 h 4114800"/>
                <a:gd name="connsiteX3" fmla="*/ 1371600 w 4265214"/>
                <a:gd name="connsiteY3" fmla="*/ 1390650 h 4114800"/>
                <a:gd name="connsiteX4" fmla="*/ 1276350 w 4265214"/>
                <a:gd name="connsiteY4" fmla="*/ 1552575 h 4114800"/>
                <a:gd name="connsiteX5" fmla="*/ 1590675 w 4265214"/>
                <a:gd name="connsiteY5" fmla="*/ 1762125 h 4114800"/>
                <a:gd name="connsiteX6" fmla="*/ 1885950 w 4265214"/>
                <a:gd name="connsiteY6" fmla="*/ 1743075 h 4114800"/>
                <a:gd name="connsiteX7" fmla="*/ 1562100 w 4265214"/>
                <a:gd name="connsiteY7" fmla="*/ 2362200 h 4114800"/>
                <a:gd name="connsiteX8" fmla="*/ 2524125 w 4265214"/>
                <a:gd name="connsiteY8" fmla="*/ 2162175 h 4114800"/>
                <a:gd name="connsiteX9" fmla="*/ 2838450 w 4265214"/>
                <a:gd name="connsiteY9" fmla="*/ 2228850 h 4114800"/>
                <a:gd name="connsiteX10" fmla="*/ 4133850 w 4265214"/>
                <a:gd name="connsiteY10" fmla="*/ 3181350 h 4114800"/>
                <a:gd name="connsiteX11" fmla="*/ 3848100 w 4265214"/>
                <a:gd name="connsiteY11" fmla="*/ 3562350 h 4114800"/>
                <a:gd name="connsiteX12" fmla="*/ 3438525 w 4265214"/>
                <a:gd name="connsiteY12" fmla="*/ 3829050 h 4114800"/>
                <a:gd name="connsiteX13" fmla="*/ 3124200 w 4265214"/>
                <a:gd name="connsiteY13" fmla="*/ 4114800 h 4114800"/>
                <a:gd name="connsiteX14" fmla="*/ 2514600 w 4265214"/>
                <a:gd name="connsiteY14" fmla="*/ 4114800 h 4114800"/>
                <a:gd name="connsiteX15" fmla="*/ 2257425 w 4265214"/>
                <a:gd name="connsiteY15" fmla="*/ 3695700 h 4114800"/>
                <a:gd name="connsiteX16" fmla="*/ 1828800 w 4265214"/>
                <a:gd name="connsiteY16" fmla="*/ 3409950 h 4114800"/>
                <a:gd name="connsiteX17" fmla="*/ 1476375 w 4265214"/>
                <a:gd name="connsiteY17" fmla="*/ 3171825 h 4114800"/>
                <a:gd name="connsiteX18" fmla="*/ 1114425 w 4265214"/>
                <a:gd name="connsiteY18" fmla="*/ 3019425 h 4114800"/>
                <a:gd name="connsiteX19" fmla="*/ 933450 w 4265214"/>
                <a:gd name="connsiteY19" fmla="*/ 2733675 h 4114800"/>
                <a:gd name="connsiteX20" fmla="*/ 619125 w 4265214"/>
                <a:gd name="connsiteY20" fmla="*/ 2476500 h 4114800"/>
                <a:gd name="connsiteX21" fmla="*/ 447675 w 4265214"/>
                <a:gd name="connsiteY21" fmla="*/ 2571750 h 4114800"/>
                <a:gd name="connsiteX22" fmla="*/ 152400 w 4265214"/>
                <a:gd name="connsiteY22" fmla="*/ 2333625 h 4114800"/>
                <a:gd name="connsiteX23" fmla="*/ 142875 w 4265214"/>
                <a:gd name="connsiteY23" fmla="*/ 2305050 h 4114800"/>
                <a:gd name="connsiteX0" fmla="*/ 0 w 4257100"/>
                <a:gd name="connsiteY0" fmla="*/ 0 h 4114800"/>
                <a:gd name="connsiteX1" fmla="*/ 1190625 w 4257100"/>
                <a:gd name="connsiteY1" fmla="*/ 990600 h 4114800"/>
                <a:gd name="connsiteX2" fmla="*/ 1095375 w 4257100"/>
                <a:gd name="connsiteY2" fmla="*/ 1152525 h 4114800"/>
                <a:gd name="connsiteX3" fmla="*/ 1371600 w 4257100"/>
                <a:gd name="connsiteY3" fmla="*/ 1390650 h 4114800"/>
                <a:gd name="connsiteX4" fmla="*/ 1276350 w 4257100"/>
                <a:gd name="connsiteY4" fmla="*/ 1552575 h 4114800"/>
                <a:gd name="connsiteX5" fmla="*/ 1590675 w 4257100"/>
                <a:gd name="connsiteY5" fmla="*/ 1762125 h 4114800"/>
                <a:gd name="connsiteX6" fmla="*/ 1885950 w 4257100"/>
                <a:gd name="connsiteY6" fmla="*/ 1743075 h 4114800"/>
                <a:gd name="connsiteX7" fmla="*/ 1562100 w 4257100"/>
                <a:gd name="connsiteY7" fmla="*/ 2362200 h 4114800"/>
                <a:gd name="connsiteX8" fmla="*/ 2524125 w 4257100"/>
                <a:gd name="connsiteY8" fmla="*/ 2162175 h 4114800"/>
                <a:gd name="connsiteX9" fmla="*/ 2838450 w 4257100"/>
                <a:gd name="connsiteY9" fmla="*/ 2228850 h 4114800"/>
                <a:gd name="connsiteX10" fmla="*/ 4133850 w 4257100"/>
                <a:gd name="connsiteY10" fmla="*/ 3181350 h 4114800"/>
                <a:gd name="connsiteX11" fmla="*/ 3810000 w 4257100"/>
                <a:gd name="connsiteY11" fmla="*/ 3562350 h 4114800"/>
                <a:gd name="connsiteX12" fmla="*/ 3438525 w 4257100"/>
                <a:gd name="connsiteY12" fmla="*/ 3829050 h 4114800"/>
                <a:gd name="connsiteX13" fmla="*/ 3124200 w 4257100"/>
                <a:gd name="connsiteY13" fmla="*/ 4114800 h 4114800"/>
                <a:gd name="connsiteX14" fmla="*/ 2514600 w 4257100"/>
                <a:gd name="connsiteY14" fmla="*/ 4114800 h 4114800"/>
                <a:gd name="connsiteX15" fmla="*/ 2257425 w 4257100"/>
                <a:gd name="connsiteY15" fmla="*/ 3695700 h 4114800"/>
                <a:gd name="connsiteX16" fmla="*/ 1828800 w 4257100"/>
                <a:gd name="connsiteY16" fmla="*/ 3409950 h 4114800"/>
                <a:gd name="connsiteX17" fmla="*/ 1476375 w 4257100"/>
                <a:gd name="connsiteY17" fmla="*/ 3171825 h 4114800"/>
                <a:gd name="connsiteX18" fmla="*/ 1114425 w 4257100"/>
                <a:gd name="connsiteY18" fmla="*/ 3019425 h 4114800"/>
                <a:gd name="connsiteX19" fmla="*/ 933450 w 4257100"/>
                <a:gd name="connsiteY19" fmla="*/ 2733675 h 4114800"/>
                <a:gd name="connsiteX20" fmla="*/ 619125 w 4257100"/>
                <a:gd name="connsiteY20" fmla="*/ 2476500 h 4114800"/>
                <a:gd name="connsiteX21" fmla="*/ 447675 w 4257100"/>
                <a:gd name="connsiteY21" fmla="*/ 2571750 h 4114800"/>
                <a:gd name="connsiteX22" fmla="*/ 152400 w 4257100"/>
                <a:gd name="connsiteY22" fmla="*/ 2333625 h 4114800"/>
                <a:gd name="connsiteX23" fmla="*/ 142875 w 4257100"/>
                <a:gd name="connsiteY23" fmla="*/ 2305050 h 4114800"/>
                <a:gd name="connsiteX0" fmla="*/ 0 w 4257100"/>
                <a:gd name="connsiteY0" fmla="*/ 0 h 4114800"/>
                <a:gd name="connsiteX1" fmla="*/ 1190625 w 4257100"/>
                <a:gd name="connsiteY1" fmla="*/ 990600 h 4114800"/>
                <a:gd name="connsiteX2" fmla="*/ 1095375 w 4257100"/>
                <a:gd name="connsiteY2" fmla="*/ 1152525 h 4114800"/>
                <a:gd name="connsiteX3" fmla="*/ 1371600 w 4257100"/>
                <a:gd name="connsiteY3" fmla="*/ 1390650 h 4114800"/>
                <a:gd name="connsiteX4" fmla="*/ 1276350 w 4257100"/>
                <a:gd name="connsiteY4" fmla="*/ 1552575 h 4114800"/>
                <a:gd name="connsiteX5" fmla="*/ 1590675 w 4257100"/>
                <a:gd name="connsiteY5" fmla="*/ 1762125 h 4114800"/>
                <a:gd name="connsiteX6" fmla="*/ 1885950 w 4257100"/>
                <a:gd name="connsiteY6" fmla="*/ 1743075 h 4114800"/>
                <a:gd name="connsiteX7" fmla="*/ 1562100 w 4257100"/>
                <a:gd name="connsiteY7" fmla="*/ 2362200 h 4114800"/>
                <a:gd name="connsiteX8" fmla="*/ 2524125 w 4257100"/>
                <a:gd name="connsiteY8" fmla="*/ 2162175 h 4114800"/>
                <a:gd name="connsiteX9" fmla="*/ 2838450 w 4257100"/>
                <a:gd name="connsiteY9" fmla="*/ 2228850 h 4114800"/>
                <a:gd name="connsiteX10" fmla="*/ 4133850 w 4257100"/>
                <a:gd name="connsiteY10" fmla="*/ 3181350 h 4114800"/>
                <a:gd name="connsiteX11" fmla="*/ 3810000 w 4257100"/>
                <a:gd name="connsiteY11" fmla="*/ 3562350 h 4114800"/>
                <a:gd name="connsiteX12" fmla="*/ 3438525 w 4257100"/>
                <a:gd name="connsiteY12" fmla="*/ 3829050 h 4114800"/>
                <a:gd name="connsiteX13" fmla="*/ 3124200 w 4257100"/>
                <a:gd name="connsiteY13" fmla="*/ 4114800 h 4114800"/>
                <a:gd name="connsiteX14" fmla="*/ 2514600 w 4257100"/>
                <a:gd name="connsiteY14" fmla="*/ 4114800 h 4114800"/>
                <a:gd name="connsiteX15" fmla="*/ 2257425 w 4257100"/>
                <a:gd name="connsiteY15" fmla="*/ 3695700 h 4114800"/>
                <a:gd name="connsiteX16" fmla="*/ 1828800 w 4257100"/>
                <a:gd name="connsiteY16" fmla="*/ 3409950 h 4114800"/>
                <a:gd name="connsiteX17" fmla="*/ 1476375 w 4257100"/>
                <a:gd name="connsiteY17" fmla="*/ 3171825 h 4114800"/>
                <a:gd name="connsiteX18" fmla="*/ 1114425 w 4257100"/>
                <a:gd name="connsiteY18" fmla="*/ 3019425 h 4114800"/>
                <a:gd name="connsiteX19" fmla="*/ 933450 w 4257100"/>
                <a:gd name="connsiteY19" fmla="*/ 2733675 h 4114800"/>
                <a:gd name="connsiteX20" fmla="*/ 619125 w 4257100"/>
                <a:gd name="connsiteY20" fmla="*/ 2476500 h 4114800"/>
                <a:gd name="connsiteX21" fmla="*/ 447675 w 4257100"/>
                <a:gd name="connsiteY21" fmla="*/ 2571750 h 4114800"/>
                <a:gd name="connsiteX22" fmla="*/ 152400 w 4257100"/>
                <a:gd name="connsiteY22" fmla="*/ 2333625 h 4114800"/>
                <a:gd name="connsiteX23" fmla="*/ 142875 w 4257100"/>
                <a:gd name="connsiteY23" fmla="*/ 2305050 h 4114800"/>
                <a:gd name="connsiteX0" fmla="*/ 0 w 4257100"/>
                <a:gd name="connsiteY0" fmla="*/ 0 h 4138481"/>
                <a:gd name="connsiteX1" fmla="*/ 1190625 w 4257100"/>
                <a:gd name="connsiteY1" fmla="*/ 990600 h 4138481"/>
                <a:gd name="connsiteX2" fmla="*/ 1095375 w 4257100"/>
                <a:gd name="connsiteY2" fmla="*/ 1152525 h 4138481"/>
                <a:gd name="connsiteX3" fmla="*/ 1371600 w 4257100"/>
                <a:gd name="connsiteY3" fmla="*/ 1390650 h 4138481"/>
                <a:gd name="connsiteX4" fmla="*/ 1276350 w 4257100"/>
                <a:gd name="connsiteY4" fmla="*/ 1552575 h 4138481"/>
                <a:gd name="connsiteX5" fmla="*/ 1590675 w 4257100"/>
                <a:gd name="connsiteY5" fmla="*/ 1762125 h 4138481"/>
                <a:gd name="connsiteX6" fmla="*/ 1885950 w 4257100"/>
                <a:gd name="connsiteY6" fmla="*/ 1743075 h 4138481"/>
                <a:gd name="connsiteX7" fmla="*/ 1562100 w 4257100"/>
                <a:gd name="connsiteY7" fmla="*/ 2362200 h 4138481"/>
                <a:gd name="connsiteX8" fmla="*/ 2524125 w 4257100"/>
                <a:gd name="connsiteY8" fmla="*/ 2162175 h 4138481"/>
                <a:gd name="connsiteX9" fmla="*/ 2838450 w 4257100"/>
                <a:gd name="connsiteY9" fmla="*/ 2228850 h 4138481"/>
                <a:gd name="connsiteX10" fmla="*/ 4133850 w 4257100"/>
                <a:gd name="connsiteY10" fmla="*/ 3181350 h 4138481"/>
                <a:gd name="connsiteX11" fmla="*/ 3810000 w 4257100"/>
                <a:gd name="connsiteY11" fmla="*/ 3562350 h 4138481"/>
                <a:gd name="connsiteX12" fmla="*/ 3438525 w 4257100"/>
                <a:gd name="connsiteY12" fmla="*/ 3829050 h 4138481"/>
                <a:gd name="connsiteX13" fmla="*/ 3124200 w 4257100"/>
                <a:gd name="connsiteY13" fmla="*/ 4114800 h 4138481"/>
                <a:gd name="connsiteX14" fmla="*/ 2514600 w 4257100"/>
                <a:gd name="connsiteY14" fmla="*/ 4114800 h 4138481"/>
                <a:gd name="connsiteX15" fmla="*/ 2257425 w 4257100"/>
                <a:gd name="connsiteY15" fmla="*/ 3695700 h 4138481"/>
                <a:gd name="connsiteX16" fmla="*/ 1828800 w 4257100"/>
                <a:gd name="connsiteY16" fmla="*/ 3409950 h 4138481"/>
                <a:gd name="connsiteX17" fmla="*/ 1476375 w 4257100"/>
                <a:gd name="connsiteY17" fmla="*/ 3171825 h 4138481"/>
                <a:gd name="connsiteX18" fmla="*/ 1114425 w 4257100"/>
                <a:gd name="connsiteY18" fmla="*/ 3019425 h 4138481"/>
                <a:gd name="connsiteX19" fmla="*/ 933450 w 4257100"/>
                <a:gd name="connsiteY19" fmla="*/ 2733675 h 4138481"/>
                <a:gd name="connsiteX20" fmla="*/ 619125 w 4257100"/>
                <a:gd name="connsiteY20" fmla="*/ 2476500 h 4138481"/>
                <a:gd name="connsiteX21" fmla="*/ 447675 w 4257100"/>
                <a:gd name="connsiteY21" fmla="*/ 2571750 h 4138481"/>
                <a:gd name="connsiteX22" fmla="*/ 152400 w 4257100"/>
                <a:gd name="connsiteY22" fmla="*/ 2333625 h 4138481"/>
                <a:gd name="connsiteX23" fmla="*/ 142875 w 4257100"/>
                <a:gd name="connsiteY23" fmla="*/ 2305050 h 4138481"/>
                <a:gd name="connsiteX0" fmla="*/ 0 w 4257100"/>
                <a:gd name="connsiteY0" fmla="*/ 0 h 4199466"/>
                <a:gd name="connsiteX1" fmla="*/ 1190625 w 4257100"/>
                <a:gd name="connsiteY1" fmla="*/ 990600 h 4199466"/>
                <a:gd name="connsiteX2" fmla="*/ 1095375 w 4257100"/>
                <a:gd name="connsiteY2" fmla="*/ 1152525 h 4199466"/>
                <a:gd name="connsiteX3" fmla="*/ 1371600 w 4257100"/>
                <a:gd name="connsiteY3" fmla="*/ 1390650 h 4199466"/>
                <a:gd name="connsiteX4" fmla="*/ 1276350 w 4257100"/>
                <a:gd name="connsiteY4" fmla="*/ 1552575 h 4199466"/>
                <a:gd name="connsiteX5" fmla="*/ 1590675 w 4257100"/>
                <a:gd name="connsiteY5" fmla="*/ 1762125 h 4199466"/>
                <a:gd name="connsiteX6" fmla="*/ 1885950 w 4257100"/>
                <a:gd name="connsiteY6" fmla="*/ 1743075 h 4199466"/>
                <a:gd name="connsiteX7" fmla="*/ 1562100 w 4257100"/>
                <a:gd name="connsiteY7" fmla="*/ 2362200 h 4199466"/>
                <a:gd name="connsiteX8" fmla="*/ 2524125 w 4257100"/>
                <a:gd name="connsiteY8" fmla="*/ 2162175 h 4199466"/>
                <a:gd name="connsiteX9" fmla="*/ 2838450 w 4257100"/>
                <a:gd name="connsiteY9" fmla="*/ 2228850 h 4199466"/>
                <a:gd name="connsiteX10" fmla="*/ 4133850 w 4257100"/>
                <a:gd name="connsiteY10" fmla="*/ 3181350 h 4199466"/>
                <a:gd name="connsiteX11" fmla="*/ 3810000 w 4257100"/>
                <a:gd name="connsiteY11" fmla="*/ 3562350 h 4199466"/>
                <a:gd name="connsiteX12" fmla="*/ 3438525 w 4257100"/>
                <a:gd name="connsiteY12" fmla="*/ 3829050 h 4199466"/>
                <a:gd name="connsiteX13" fmla="*/ 3124200 w 4257100"/>
                <a:gd name="connsiteY13" fmla="*/ 4114800 h 4199466"/>
                <a:gd name="connsiteX14" fmla="*/ 2514600 w 4257100"/>
                <a:gd name="connsiteY14" fmla="*/ 4114800 h 4199466"/>
                <a:gd name="connsiteX15" fmla="*/ 2257425 w 4257100"/>
                <a:gd name="connsiteY15" fmla="*/ 3695700 h 4199466"/>
                <a:gd name="connsiteX16" fmla="*/ 1828800 w 4257100"/>
                <a:gd name="connsiteY16" fmla="*/ 3409950 h 4199466"/>
                <a:gd name="connsiteX17" fmla="*/ 1476375 w 4257100"/>
                <a:gd name="connsiteY17" fmla="*/ 3171825 h 4199466"/>
                <a:gd name="connsiteX18" fmla="*/ 1114425 w 4257100"/>
                <a:gd name="connsiteY18" fmla="*/ 3019425 h 4199466"/>
                <a:gd name="connsiteX19" fmla="*/ 933450 w 4257100"/>
                <a:gd name="connsiteY19" fmla="*/ 2733675 h 4199466"/>
                <a:gd name="connsiteX20" fmla="*/ 619125 w 4257100"/>
                <a:gd name="connsiteY20" fmla="*/ 2476500 h 4199466"/>
                <a:gd name="connsiteX21" fmla="*/ 447675 w 4257100"/>
                <a:gd name="connsiteY21" fmla="*/ 2571750 h 4199466"/>
                <a:gd name="connsiteX22" fmla="*/ 152400 w 4257100"/>
                <a:gd name="connsiteY22" fmla="*/ 2333625 h 4199466"/>
                <a:gd name="connsiteX23" fmla="*/ 142875 w 4257100"/>
                <a:gd name="connsiteY23" fmla="*/ 2305050 h 4199466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19125 w 4257100"/>
                <a:gd name="connsiteY20" fmla="*/ 2476500 h 4250625"/>
                <a:gd name="connsiteX21" fmla="*/ 447675 w 4257100"/>
                <a:gd name="connsiteY21" fmla="*/ 2571750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19125 w 4257100"/>
                <a:gd name="connsiteY20" fmla="*/ 2476500 h 4250625"/>
                <a:gd name="connsiteX21" fmla="*/ 581025 w 4257100"/>
                <a:gd name="connsiteY21" fmla="*/ 2676525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152400 w 4257100"/>
                <a:gd name="connsiteY22" fmla="*/ 2333625 h 4250625"/>
                <a:gd name="connsiteX23" fmla="*/ 142875 w 4257100"/>
                <a:gd name="connsiteY23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142875 w 4257100"/>
                <a:gd name="connsiteY22" fmla="*/ 23050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476375 w 4257100"/>
                <a:gd name="connsiteY17" fmla="*/ 31718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28800 w 4257100"/>
                <a:gd name="connsiteY16" fmla="*/ 3409950 h 4250625"/>
                <a:gd name="connsiteX17" fmla="*/ 150304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50304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7563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847850 w 4257100"/>
                <a:gd name="connsiteY16" fmla="*/ 340614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114425 w 4257100"/>
                <a:gd name="connsiteY18" fmla="*/ 301942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62100 w 4257100"/>
                <a:gd name="connsiteY7" fmla="*/ 236220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85950 w 4257100"/>
                <a:gd name="connsiteY6" fmla="*/ 174307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524125 w 4257100"/>
                <a:gd name="connsiteY8" fmla="*/ 216217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257100"/>
                <a:gd name="connsiteY0" fmla="*/ 0 h 4250625"/>
                <a:gd name="connsiteX1" fmla="*/ 1190625 w 4257100"/>
                <a:gd name="connsiteY1" fmla="*/ 990600 h 4250625"/>
                <a:gd name="connsiteX2" fmla="*/ 1095375 w 4257100"/>
                <a:gd name="connsiteY2" fmla="*/ 1152525 h 4250625"/>
                <a:gd name="connsiteX3" fmla="*/ 1371600 w 4257100"/>
                <a:gd name="connsiteY3" fmla="*/ 1390650 h 4250625"/>
                <a:gd name="connsiteX4" fmla="*/ 1276350 w 4257100"/>
                <a:gd name="connsiteY4" fmla="*/ 1552575 h 4250625"/>
                <a:gd name="connsiteX5" fmla="*/ 1590675 w 4257100"/>
                <a:gd name="connsiteY5" fmla="*/ 1762125 h 4250625"/>
                <a:gd name="connsiteX6" fmla="*/ 1863090 w 4257100"/>
                <a:gd name="connsiteY6" fmla="*/ 1735455 h 4250625"/>
                <a:gd name="connsiteX7" fmla="*/ 1584960 w 4257100"/>
                <a:gd name="connsiteY7" fmla="*/ 2419350 h 4250625"/>
                <a:gd name="connsiteX8" fmla="*/ 2493645 w 4257100"/>
                <a:gd name="connsiteY8" fmla="*/ 2150745 h 4250625"/>
                <a:gd name="connsiteX9" fmla="*/ 2838450 w 4257100"/>
                <a:gd name="connsiteY9" fmla="*/ 2228850 h 4250625"/>
                <a:gd name="connsiteX10" fmla="*/ 4133850 w 4257100"/>
                <a:gd name="connsiteY10" fmla="*/ 3181350 h 4250625"/>
                <a:gd name="connsiteX11" fmla="*/ 3810000 w 4257100"/>
                <a:gd name="connsiteY11" fmla="*/ 3562350 h 4250625"/>
                <a:gd name="connsiteX12" fmla="*/ 3438525 w 4257100"/>
                <a:gd name="connsiteY12" fmla="*/ 3829050 h 4250625"/>
                <a:gd name="connsiteX13" fmla="*/ 3124200 w 4257100"/>
                <a:gd name="connsiteY13" fmla="*/ 4114800 h 4250625"/>
                <a:gd name="connsiteX14" fmla="*/ 2514600 w 4257100"/>
                <a:gd name="connsiteY14" fmla="*/ 4114800 h 4250625"/>
                <a:gd name="connsiteX15" fmla="*/ 2257425 w 4257100"/>
                <a:gd name="connsiteY15" fmla="*/ 3695700 h 4250625"/>
                <a:gd name="connsiteX16" fmla="*/ 1905000 w 4257100"/>
                <a:gd name="connsiteY16" fmla="*/ 3421380 h 4250625"/>
                <a:gd name="connsiteX17" fmla="*/ 1491615 w 4257100"/>
                <a:gd name="connsiteY17" fmla="*/ 3133725 h 4250625"/>
                <a:gd name="connsiteX18" fmla="*/ 1099185 w 4257100"/>
                <a:gd name="connsiteY18" fmla="*/ 3011805 h 4250625"/>
                <a:gd name="connsiteX19" fmla="*/ 933450 w 4257100"/>
                <a:gd name="connsiteY19" fmla="*/ 2733675 h 4250625"/>
                <a:gd name="connsiteX20" fmla="*/ 666750 w 4257100"/>
                <a:gd name="connsiteY20" fmla="*/ 2543175 h 4250625"/>
                <a:gd name="connsiteX21" fmla="*/ 581025 w 4257100"/>
                <a:gd name="connsiteY21" fmla="*/ 2676525 h 4250625"/>
                <a:gd name="connsiteX22" fmla="*/ 200025 w 4257100"/>
                <a:gd name="connsiteY22" fmla="*/ 2457450 h 4250625"/>
                <a:gd name="connsiteX0" fmla="*/ 0 w 4319488"/>
                <a:gd name="connsiteY0" fmla="*/ 0 h 4250625"/>
                <a:gd name="connsiteX1" fmla="*/ 1190625 w 4319488"/>
                <a:gd name="connsiteY1" fmla="*/ 990600 h 4250625"/>
                <a:gd name="connsiteX2" fmla="*/ 1095375 w 4319488"/>
                <a:gd name="connsiteY2" fmla="*/ 1152525 h 4250625"/>
                <a:gd name="connsiteX3" fmla="*/ 1371600 w 4319488"/>
                <a:gd name="connsiteY3" fmla="*/ 1390650 h 4250625"/>
                <a:gd name="connsiteX4" fmla="*/ 1276350 w 4319488"/>
                <a:gd name="connsiteY4" fmla="*/ 1552575 h 4250625"/>
                <a:gd name="connsiteX5" fmla="*/ 1590675 w 4319488"/>
                <a:gd name="connsiteY5" fmla="*/ 1762125 h 4250625"/>
                <a:gd name="connsiteX6" fmla="*/ 1863090 w 4319488"/>
                <a:gd name="connsiteY6" fmla="*/ 1735455 h 4250625"/>
                <a:gd name="connsiteX7" fmla="*/ 1584960 w 4319488"/>
                <a:gd name="connsiteY7" fmla="*/ 2419350 h 4250625"/>
                <a:gd name="connsiteX8" fmla="*/ 2493645 w 4319488"/>
                <a:gd name="connsiteY8" fmla="*/ 2150745 h 4250625"/>
                <a:gd name="connsiteX9" fmla="*/ 2838450 w 4319488"/>
                <a:gd name="connsiteY9" fmla="*/ 2228850 h 4250625"/>
                <a:gd name="connsiteX10" fmla="*/ 4210050 w 4319488"/>
                <a:gd name="connsiteY10" fmla="*/ 3192780 h 4250625"/>
                <a:gd name="connsiteX11" fmla="*/ 3810000 w 4319488"/>
                <a:gd name="connsiteY11" fmla="*/ 3562350 h 4250625"/>
                <a:gd name="connsiteX12" fmla="*/ 3438525 w 4319488"/>
                <a:gd name="connsiteY12" fmla="*/ 3829050 h 4250625"/>
                <a:gd name="connsiteX13" fmla="*/ 3124200 w 4319488"/>
                <a:gd name="connsiteY13" fmla="*/ 4114800 h 4250625"/>
                <a:gd name="connsiteX14" fmla="*/ 2514600 w 4319488"/>
                <a:gd name="connsiteY14" fmla="*/ 4114800 h 4250625"/>
                <a:gd name="connsiteX15" fmla="*/ 2257425 w 4319488"/>
                <a:gd name="connsiteY15" fmla="*/ 3695700 h 4250625"/>
                <a:gd name="connsiteX16" fmla="*/ 1905000 w 4319488"/>
                <a:gd name="connsiteY16" fmla="*/ 3421380 h 4250625"/>
                <a:gd name="connsiteX17" fmla="*/ 1491615 w 4319488"/>
                <a:gd name="connsiteY17" fmla="*/ 3133725 h 4250625"/>
                <a:gd name="connsiteX18" fmla="*/ 1099185 w 4319488"/>
                <a:gd name="connsiteY18" fmla="*/ 3011805 h 4250625"/>
                <a:gd name="connsiteX19" fmla="*/ 933450 w 4319488"/>
                <a:gd name="connsiteY19" fmla="*/ 2733675 h 4250625"/>
                <a:gd name="connsiteX20" fmla="*/ 666750 w 4319488"/>
                <a:gd name="connsiteY20" fmla="*/ 2543175 h 4250625"/>
                <a:gd name="connsiteX21" fmla="*/ 581025 w 4319488"/>
                <a:gd name="connsiteY21" fmla="*/ 2676525 h 4250625"/>
                <a:gd name="connsiteX22" fmla="*/ 200025 w 4319488"/>
                <a:gd name="connsiteY22" fmla="*/ 2457450 h 4250625"/>
                <a:gd name="connsiteX0" fmla="*/ 0 w 4319488"/>
                <a:gd name="connsiteY0" fmla="*/ 0 h 4250625"/>
                <a:gd name="connsiteX1" fmla="*/ 1190625 w 4319488"/>
                <a:gd name="connsiteY1" fmla="*/ 990600 h 4250625"/>
                <a:gd name="connsiteX2" fmla="*/ 1095375 w 4319488"/>
                <a:gd name="connsiteY2" fmla="*/ 1152525 h 4250625"/>
                <a:gd name="connsiteX3" fmla="*/ 1371600 w 4319488"/>
                <a:gd name="connsiteY3" fmla="*/ 1390650 h 4250625"/>
                <a:gd name="connsiteX4" fmla="*/ 1276350 w 4319488"/>
                <a:gd name="connsiteY4" fmla="*/ 1552575 h 4250625"/>
                <a:gd name="connsiteX5" fmla="*/ 1590675 w 4319488"/>
                <a:gd name="connsiteY5" fmla="*/ 1762125 h 4250625"/>
                <a:gd name="connsiteX6" fmla="*/ 1863090 w 4319488"/>
                <a:gd name="connsiteY6" fmla="*/ 1735455 h 4250625"/>
                <a:gd name="connsiteX7" fmla="*/ 1584960 w 4319488"/>
                <a:gd name="connsiteY7" fmla="*/ 2419350 h 4250625"/>
                <a:gd name="connsiteX8" fmla="*/ 2493645 w 4319488"/>
                <a:gd name="connsiteY8" fmla="*/ 2150745 h 4250625"/>
                <a:gd name="connsiteX9" fmla="*/ 2838450 w 4319488"/>
                <a:gd name="connsiteY9" fmla="*/ 2228850 h 4250625"/>
                <a:gd name="connsiteX10" fmla="*/ 4210050 w 4319488"/>
                <a:gd name="connsiteY10" fmla="*/ 3192780 h 4250625"/>
                <a:gd name="connsiteX11" fmla="*/ 3810000 w 4319488"/>
                <a:gd name="connsiteY11" fmla="*/ 3562350 h 4250625"/>
                <a:gd name="connsiteX12" fmla="*/ 3438525 w 4319488"/>
                <a:gd name="connsiteY12" fmla="*/ 3829050 h 4250625"/>
                <a:gd name="connsiteX13" fmla="*/ 3124200 w 4319488"/>
                <a:gd name="connsiteY13" fmla="*/ 4114800 h 4250625"/>
                <a:gd name="connsiteX14" fmla="*/ 2514600 w 4319488"/>
                <a:gd name="connsiteY14" fmla="*/ 4114800 h 4250625"/>
                <a:gd name="connsiteX15" fmla="*/ 2257425 w 4319488"/>
                <a:gd name="connsiteY15" fmla="*/ 3695700 h 4250625"/>
                <a:gd name="connsiteX16" fmla="*/ 1905000 w 4319488"/>
                <a:gd name="connsiteY16" fmla="*/ 3421380 h 4250625"/>
                <a:gd name="connsiteX17" fmla="*/ 1491615 w 4319488"/>
                <a:gd name="connsiteY17" fmla="*/ 3133725 h 4250625"/>
                <a:gd name="connsiteX18" fmla="*/ 1099185 w 4319488"/>
                <a:gd name="connsiteY18" fmla="*/ 3011805 h 4250625"/>
                <a:gd name="connsiteX19" fmla="*/ 933450 w 4319488"/>
                <a:gd name="connsiteY19" fmla="*/ 2733675 h 4250625"/>
                <a:gd name="connsiteX20" fmla="*/ 666750 w 4319488"/>
                <a:gd name="connsiteY20" fmla="*/ 2543175 h 4250625"/>
                <a:gd name="connsiteX21" fmla="*/ 581025 w 4319488"/>
                <a:gd name="connsiteY21" fmla="*/ 2676525 h 4250625"/>
                <a:gd name="connsiteX22" fmla="*/ 200025 w 4319488"/>
                <a:gd name="connsiteY22" fmla="*/ 2457450 h 4250625"/>
                <a:gd name="connsiteX0" fmla="*/ 0 w 4274847"/>
                <a:gd name="connsiteY0" fmla="*/ 0 h 4250625"/>
                <a:gd name="connsiteX1" fmla="*/ 1190625 w 4274847"/>
                <a:gd name="connsiteY1" fmla="*/ 990600 h 4250625"/>
                <a:gd name="connsiteX2" fmla="*/ 1095375 w 4274847"/>
                <a:gd name="connsiteY2" fmla="*/ 1152525 h 4250625"/>
                <a:gd name="connsiteX3" fmla="*/ 1371600 w 4274847"/>
                <a:gd name="connsiteY3" fmla="*/ 1390650 h 4250625"/>
                <a:gd name="connsiteX4" fmla="*/ 1276350 w 4274847"/>
                <a:gd name="connsiteY4" fmla="*/ 1552575 h 4250625"/>
                <a:gd name="connsiteX5" fmla="*/ 1590675 w 4274847"/>
                <a:gd name="connsiteY5" fmla="*/ 1762125 h 4250625"/>
                <a:gd name="connsiteX6" fmla="*/ 1863090 w 4274847"/>
                <a:gd name="connsiteY6" fmla="*/ 1735455 h 4250625"/>
                <a:gd name="connsiteX7" fmla="*/ 1584960 w 4274847"/>
                <a:gd name="connsiteY7" fmla="*/ 2419350 h 4250625"/>
                <a:gd name="connsiteX8" fmla="*/ 2493645 w 4274847"/>
                <a:gd name="connsiteY8" fmla="*/ 2150745 h 4250625"/>
                <a:gd name="connsiteX9" fmla="*/ 2838450 w 4274847"/>
                <a:gd name="connsiteY9" fmla="*/ 2228850 h 4250625"/>
                <a:gd name="connsiteX10" fmla="*/ 4210050 w 4274847"/>
                <a:gd name="connsiteY10" fmla="*/ 3192780 h 4250625"/>
                <a:gd name="connsiteX11" fmla="*/ 3810000 w 4274847"/>
                <a:gd name="connsiteY11" fmla="*/ 3562350 h 4250625"/>
                <a:gd name="connsiteX12" fmla="*/ 3438525 w 4274847"/>
                <a:gd name="connsiteY12" fmla="*/ 3829050 h 4250625"/>
                <a:gd name="connsiteX13" fmla="*/ 3124200 w 4274847"/>
                <a:gd name="connsiteY13" fmla="*/ 4114800 h 4250625"/>
                <a:gd name="connsiteX14" fmla="*/ 2514600 w 4274847"/>
                <a:gd name="connsiteY14" fmla="*/ 4114800 h 4250625"/>
                <a:gd name="connsiteX15" fmla="*/ 2257425 w 4274847"/>
                <a:gd name="connsiteY15" fmla="*/ 3695700 h 4250625"/>
                <a:gd name="connsiteX16" fmla="*/ 1905000 w 4274847"/>
                <a:gd name="connsiteY16" fmla="*/ 3421380 h 4250625"/>
                <a:gd name="connsiteX17" fmla="*/ 1491615 w 4274847"/>
                <a:gd name="connsiteY17" fmla="*/ 3133725 h 4250625"/>
                <a:gd name="connsiteX18" fmla="*/ 1099185 w 4274847"/>
                <a:gd name="connsiteY18" fmla="*/ 3011805 h 4250625"/>
                <a:gd name="connsiteX19" fmla="*/ 933450 w 4274847"/>
                <a:gd name="connsiteY19" fmla="*/ 2733675 h 4250625"/>
                <a:gd name="connsiteX20" fmla="*/ 666750 w 4274847"/>
                <a:gd name="connsiteY20" fmla="*/ 2543175 h 4250625"/>
                <a:gd name="connsiteX21" fmla="*/ 581025 w 4274847"/>
                <a:gd name="connsiteY21" fmla="*/ 2676525 h 4250625"/>
                <a:gd name="connsiteX22" fmla="*/ 200025 w 4274847"/>
                <a:gd name="connsiteY22" fmla="*/ 2457450 h 4250625"/>
                <a:gd name="connsiteX0" fmla="*/ 0 w 4283478"/>
                <a:gd name="connsiteY0" fmla="*/ 0 h 4250625"/>
                <a:gd name="connsiteX1" fmla="*/ 1190625 w 4283478"/>
                <a:gd name="connsiteY1" fmla="*/ 990600 h 4250625"/>
                <a:gd name="connsiteX2" fmla="*/ 1095375 w 4283478"/>
                <a:gd name="connsiteY2" fmla="*/ 1152525 h 4250625"/>
                <a:gd name="connsiteX3" fmla="*/ 1371600 w 4283478"/>
                <a:gd name="connsiteY3" fmla="*/ 1390650 h 4250625"/>
                <a:gd name="connsiteX4" fmla="*/ 1276350 w 4283478"/>
                <a:gd name="connsiteY4" fmla="*/ 1552575 h 4250625"/>
                <a:gd name="connsiteX5" fmla="*/ 1590675 w 4283478"/>
                <a:gd name="connsiteY5" fmla="*/ 1762125 h 4250625"/>
                <a:gd name="connsiteX6" fmla="*/ 1863090 w 4283478"/>
                <a:gd name="connsiteY6" fmla="*/ 1735455 h 4250625"/>
                <a:gd name="connsiteX7" fmla="*/ 1584960 w 4283478"/>
                <a:gd name="connsiteY7" fmla="*/ 2419350 h 4250625"/>
                <a:gd name="connsiteX8" fmla="*/ 2493645 w 4283478"/>
                <a:gd name="connsiteY8" fmla="*/ 2150745 h 4250625"/>
                <a:gd name="connsiteX9" fmla="*/ 2838450 w 4283478"/>
                <a:gd name="connsiteY9" fmla="*/ 2228850 h 4250625"/>
                <a:gd name="connsiteX10" fmla="*/ 4210050 w 4283478"/>
                <a:gd name="connsiteY10" fmla="*/ 3192780 h 4250625"/>
                <a:gd name="connsiteX11" fmla="*/ 3867150 w 4283478"/>
                <a:gd name="connsiteY11" fmla="*/ 3558540 h 4250625"/>
                <a:gd name="connsiteX12" fmla="*/ 3438525 w 4283478"/>
                <a:gd name="connsiteY12" fmla="*/ 3829050 h 4250625"/>
                <a:gd name="connsiteX13" fmla="*/ 3124200 w 4283478"/>
                <a:gd name="connsiteY13" fmla="*/ 4114800 h 4250625"/>
                <a:gd name="connsiteX14" fmla="*/ 2514600 w 4283478"/>
                <a:gd name="connsiteY14" fmla="*/ 4114800 h 4250625"/>
                <a:gd name="connsiteX15" fmla="*/ 2257425 w 4283478"/>
                <a:gd name="connsiteY15" fmla="*/ 3695700 h 4250625"/>
                <a:gd name="connsiteX16" fmla="*/ 1905000 w 4283478"/>
                <a:gd name="connsiteY16" fmla="*/ 3421380 h 4250625"/>
                <a:gd name="connsiteX17" fmla="*/ 1491615 w 4283478"/>
                <a:gd name="connsiteY17" fmla="*/ 3133725 h 4250625"/>
                <a:gd name="connsiteX18" fmla="*/ 1099185 w 4283478"/>
                <a:gd name="connsiteY18" fmla="*/ 3011805 h 4250625"/>
                <a:gd name="connsiteX19" fmla="*/ 933450 w 4283478"/>
                <a:gd name="connsiteY19" fmla="*/ 2733675 h 4250625"/>
                <a:gd name="connsiteX20" fmla="*/ 666750 w 4283478"/>
                <a:gd name="connsiteY20" fmla="*/ 2543175 h 4250625"/>
                <a:gd name="connsiteX21" fmla="*/ 581025 w 4283478"/>
                <a:gd name="connsiteY21" fmla="*/ 2676525 h 4250625"/>
                <a:gd name="connsiteX22" fmla="*/ 200025 w 4283478"/>
                <a:gd name="connsiteY22" fmla="*/ 2457450 h 4250625"/>
                <a:gd name="connsiteX0" fmla="*/ 0 w 4277041"/>
                <a:gd name="connsiteY0" fmla="*/ 0 h 4250625"/>
                <a:gd name="connsiteX1" fmla="*/ 1190625 w 4277041"/>
                <a:gd name="connsiteY1" fmla="*/ 990600 h 4250625"/>
                <a:gd name="connsiteX2" fmla="*/ 1095375 w 4277041"/>
                <a:gd name="connsiteY2" fmla="*/ 1152525 h 4250625"/>
                <a:gd name="connsiteX3" fmla="*/ 1371600 w 4277041"/>
                <a:gd name="connsiteY3" fmla="*/ 1390650 h 4250625"/>
                <a:gd name="connsiteX4" fmla="*/ 1276350 w 4277041"/>
                <a:gd name="connsiteY4" fmla="*/ 1552575 h 4250625"/>
                <a:gd name="connsiteX5" fmla="*/ 1590675 w 4277041"/>
                <a:gd name="connsiteY5" fmla="*/ 1762125 h 4250625"/>
                <a:gd name="connsiteX6" fmla="*/ 1863090 w 4277041"/>
                <a:gd name="connsiteY6" fmla="*/ 1735455 h 4250625"/>
                <a:gd name="connsiteX7" fmla="*/ 1584960 w 4277041"/>
                <a:gd name="connsiteY7" fmla="*/ 2419350 h 4250625"/>
                <a:gd name="connsiteX8" fmla="*/ 2493645 w 4277041"/>
                <a:gd name="connsiteY8" fmla="*/ 2150745 h 4250625"/>
                <a:gd name="connsiteX9" fmla="*/ 2838450 w 4277041"/>
                <a:gd name="connsiteY9" fmla="*/ 2228850 h 4250625"/>
                <a:gd name="connsiteX10" fmla="*/ 4210050 w 4277041"/>
                <a:gd name="connsiteY10" fmla="*/ 3192780 h 4250625"/>
                <a:gd name="connsiteX11" fmla="*/ 3867150 w 4277041"/>
                <a:gd name="connsiteY11" fmla="*/ 3558540 h 4250625"/>
                <a:gd name="connsiteX12" fmla="*/ 3438525 w 4277041"/>
                <a:gd name="connsiteY12" fmla="*/ 3829050 h 4250625"/>
                <a:gd name="connsiteX13" fmla="*/ 3124200 w 4277041"/>
                <a:gd name="connsiteY13" fmla="*/ 4114800 h 4250625"/>
                <a:gd name="connsiteX14" fmla="*/ 2514600 w 4277041"/>
                <a:gd name="connsiteY14" fmla="*/ 4114800 h 4250625"/>
                <a:gd name="connsiteX15" fmla="*/ 2257425 w 4277041"/>
                <a:gd name="connsiteY15" fmla="*/ 3695700 h 4250625"/>
                <a:gd name="connsiteX16" fmla="*/ 1905000 w 4277041"/>
                <a:gd name="connsiteY16" fmla="*/ 3421380 h 4250625"/>
                <a:gd name="connsiteX17" fmla="*/ 1491615 w 4277041"/>
                <a:gd name="connsiteY17" fmla="*/ 3133725 h 4250625"/>
                <a:gd name="connsiteX18" fmla="*/ 1099185 w 4277041"/>
                <a:gd name="connsiteY18" fmla="*/ 3011805 h 4250625"/>
                <a:gd name="connsiteX19" fmla="*/ 933450 w 4277041"/>
                <a:gd name="connsiteY19" fmla="*/ 2733675 h 4250625"/>
                <a:gd name="connsiteX20" fmla="*/ 666750 w 4277041"/>
                <a:gd name="connsiteY20" fmla="*/ 2543175 h 4250625"/>
                <a:gd name="connsiteX21" fmla="*/ 581025 w 4277041"/>
                <a:gd name="connsiteY21" fmla="*/ 2676525 h 4250625"/>
                <a:gd name="connsiteX22" fmla="*/ 200025 w 4277041"/>
                <a:gd name="connsiteY22" fmla="*/ 2457450 h 4250625"/>
                <a:gd name="connsiteX0" fmla="*/ 0 w 4248076"/>
                <a:gd name="connsiteY0" fmla="*/ 0 h 4250625"/>
                <a:gd name="connsiteX1" fmla="*/ 1190625 w 4248076"/>
                <a:gd name="connsiteY1" fmla="*/ 990600 h 4250625"/>
                <a:gd name="connsiteX2" fmla="*/ 1095375 w 4248076"/>
                <a:gd name="connsiteY2" fmla="*/ 1152525 h 4250625"/>
                <a:gd name="connsiteX3" fmla="*/ 1371600 w 4248076"/>
                <a:gd name="connsiteY3" fmla="*/ 1390650 h 4250625"/>
                <a:gd name="connsiteX4" fmla="*/ 1276350 w 4248076"/>
                <a:gd name="connsiteY4" fmla="*/ 1552575 h 4250625"/>
                <a:gd name="connsiteX5" fmla="*/ 1590675 w 4248076"/>
                <a:gd name="connsiteY5" fmla="*/ 1762125 h 4250625"/>
                <a:gd name="connsiteX6" fmla="*/ 1863090 w 4248076"/>
                <a:gd name="connsiteY6" fmla="*/ 1735455 h 4250625"/>
                <a:gd name="connsiteX7" fmla="*/ 1584960 w 4248076"/>
                <a:gd name="connsiteY7" fmla="*/ 2419350 h 4250625"/>
                <a:gd name="connsiteX8" fmla="*/ 2493645 w 4248076"/>
                <a:gd name="connsiteY8" fmla="*/ 2150745 h 4250625"/>
                <a:gd name="connsiteX9" fmla="*/ 2838450 w 4248076"/>
                <a:gd name="connsiteY9" fmla="*/ 2228850 h 4250625"/>
                <a:gd name="connsiteX10" fmla="*/ 4175760 w 4248076"/>
                <a:gd name="connsiteY10" fmla="*/ 3162300 h 4250625"/>
                <a:gd name="connsiteX11" fmla="*/ 3867150 w 4248076"/>
                <a:gd name="connsiteY11" fmla="*/ 3558540 h 4250625"/>
                <a:gd name="connsiteX12" fmla="*/ 3438525 w 4248076"/>
                <a:gd name="connsiteY12" fmla="*/ 3829050 h 4250625"/>
                <a:gd name="connsiteX13" fmla="*/ 3124200 w 4248076"/>
                <a:gd name="connsiteY13" fmla="*/ 4114800 h 4250625"/>
                <a:gd name="connsiteX14" fmla="*/ 2514600 w 4248076"/>
                <a:gd name="connsiteY14" fmla="*/ 4114800 h 4250625"/>
                <a:gd name="connsiteX15" fmla="*/ 2257425 w 4248076"/>
                <a:gd name="connsiteY15" fmla="*/ 3695700 h 4250625"/>
                <a:gd name="connsiteX16" fmla="*/ 1905000 w 4248076"/>
                <a:gd name="connsiteY16" fmla="*/ 3421380 h 4250625"/>
                <a:gd name="connsiteX17" fmla="*/ 1491615 w 4248076"/>
                <a:gd name="connsiteY17" fmla="*/ 3133725 h 4250625"/>
                <a:gd name="connsiteX18" fmla="*/ 1099185 w 4248076"/>
                <a:gd name="connsiteY18" fmla="*/ 3011805 h 4250625"/>
                <a:gd name="connsiteX19" fmla="*/ 933450 w 4248076"/>
                <a:gd name="connsiteY19" fmla="*/ 2733675 h 4250625"/>
                <a:gd name="connsiteX20" fmla="*/ 666750 w 4248076"/>
                <a:gd name="connsiteY20" fmla="*/ 2543175 h 4250625"/>
                <a:gd name="connsiteX21" fmla="*/ 581025 w 4248076"/>
                <a:gd name="connsiteY21" fmla="*/ 2676525 h 4250625"/>
                <a:gd name="connsiteX22" fmla="*/ 200025 w 4248076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38525 w 4300729"/>
                <a:gd name="connsiteY12" fmla="*/ 382905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38525 w 4300729"/>
                <a:gd name="connsiteY12" fmla="*/ 382905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50625"/>
                <a:gd name="connsiteX1" fmla="*/ 1190625 w 4300729"/>
                <a:gd name="connsiteY1" fmla="*/ 990600 h 4250625"/>
                <a:gd name="connsiteX2" fmla="*/ 1095375 w 4300729"/>
                <a:gd name="connsiteY2" fmla="*/ 1152525 h 4250625"/>
                <a:gd name="connsiteX3" fmla="*/ 1371600 w 4300729"/>
                <a:gd name="connsiteY3" fmla="*/ 1390650 h 4250625"/>
                <a:gd name="connsiteX4" fmla="*/ 1276350 w 4300729"/>
                <a:gd name="connsiteY4" fmla="*/ 1552575 h 4250625"/>
                <a:gd name="connsiteX5" fmla="*/ 1590675 w 4300729"/>
                <a:gd name="connsiteY5" fmla="*/ 1762125 h 4250625"/>
                <a:gd name="connsiteX6" fmla="*/ 1863090 w 4300729"/>
                <a:gd name="connsiteY6" fmla="*/ 1735455 h 4250625"/>
                <a:gd name="connsiteX7" fmla="*/ 1584960 w 4300729"/>
                <a:gd name="connsiteY7" fmla="*/ 2419350 h 4250625"/>
                <a:gd name="connsiteX8" fmla="*/ 2493645 w 4300729"/>
                <a:gd name="connsiteY8" fmla="*/ 2150745 h 4250625"/>
                <a:gd name="connsiteX9" fmla="*/ 2838450 w 4300729"/>
                <a:gd name="connsiteY9" fmla="*/ 2228850 h 4250625"/>
                <a:gd name="connsiteX10" fmla="*/ 4175760 w 4300729"/>
                <a:gd name="connsiteY10" fmla="*/ 3162300 h 4250625"/>
                <a:gd name="connsiteX11" fmla="*/ 3867150 w 4300729"/>
                <a:gd name="connsiteY11" fmla="*/ 3558540 h 4250625"/>
                <a:gd name="connsiteX12" fmla="*/ 3499485 w 4300729"/>
                <a:gd name="connsiteY12" fmla="*/ 3825240 h 4250625"/>
                <a:gd name="connsiteX13" fmla="*/ 3124200 w 4300729"/>
                <a:gd name="connsiteY13" fmla="*/ 4114800 h 4250625"/>
                <a:gd name="connsiteX14" fmla="*/ 2514600 w 4300729"/>
                <a:gd name="connsiteY14" fmla="*/ 4114800 h 4250625"/>
                <a:gd name="connsiteX15" fmla="*/ 2257425 w 4300729"/>
                <a:gd name="connsiteY15" fmla="*/ 3695700 h 4250625"/>
                <a:gd name="connsiteX16" fmla="*/ 1905000 w 4300729"/>
                <a:gd name="connsiteY16" fmla="*/ 3421380 h 4250625"/>
                <a:gd name="connsiteX17" fmla="*/ 1491615 w 4300729"/>
                <a:gd name="connsiteY17" fmla="*/ 3133725 h 4250625"/>
                <a:gd name="connsiteX18" fmla="*/ 1099185 w 4300729"/>
                <a:gd name="connsiteY18" fmla="*/ 3011805 h 4250625"/>
                <a:gd name="connsiteX19" fmla="*/ 933450 w 4300729"/>
                <a:gd name="connsiteY19" fmla="*/ 2733675 h 4250625"/>
                <a:gd name="connsiteX20" fmla="*/ 666750 w 4300729"/>
                <a:gd name="connsiteY20" fmla="*/ 2543175 h 4250625"/>
                <a:gd name="connsiteX21" fmla="*/ 581025 w 4300729"/>
                <a:gd name="connsiteY21" fmla="*/ 2676525 h 4250625"/>
                <a:gd name="connsiteX22" fmla="*/ 200025 w 4300729"/>
                <a:gd name="connsiteY22" fmla="*/ 2457450 h 4250625"/>
                <a:gd name="connsiteX0" fmla="*/ 0 w 4300729"/>
                <a:gd name="connsiteY0" fmla="*/ 0 h 4261033"/>
                <a:gd name="connsiteX1" fmla="*/ 1190625 w 4300729"/>
                <a:gd name="connsiteY1" fmla="*/ 990600 h 4261033"/>
                <a:gd name="connsiteX2" fmla="*/ 1095375 w 4300729"/>
                <a:gd name="connsiteY2" fmla="*/ 1152525 h 4261033"/>
                <a:gd name="connsiteX3" fmla="*/ 1371600 w 4300729"/>
                <a:gd name="connsiteY3" fmla="*/ 1390650 h 4261033"/>
                <a:gd name="connsiteX4" fmla="*/ 1276350 w 4300729"/>
                <a:gd name="connsiteY4" fmla="*/ 1552575 h 4261033"/>
                <a:gd name="connsiteX5" fmla="*/ 1590675 w 4300729"/>
                <a:gd name="connsiteY5" fmla="*/ 1762125 h 4261033"/>
                <a:gd name="connsiteX6" fmla="*/ 1863090 w 4300729"/>
                <a:gd name="connsiteY6" fmla="*/ 1735455 h 4261033"/>
                <a:gd name="connsiteX7" fmla="*/ 1584960 w 4300729"/>
                <a:gd name="connsiteY7" fmla="*/ 2419350 h 4261033"/>
                <a:gd name="connsiteX8" fmla="*/ 2493645 w 4300729"/>
                <a:gd name="connsiteY8" fmla="*/ 2150745 h 4261033"/>
                <a:gd name="connsiteX9" fmla="*/ 2838450 w 4300729"/>
                <a:gd name="connsiteY9" fmla="*/ 2228850 h 4261033"/>
                <a:gd name="connsiteX10" fmla="*/ 4175760 w 4300729"/>
                <a:gd name="connsiteY10" fmla="*/ 3162300 h 4261033"/>
                <a:gd name="connsiteX11" fmla="*/ 3867150 w 4300729"/>
                <a:gd name="connsiteY11" fmla="*/ 3558540 h 4261033"/>
                <a:gd name="connsiteX12" fmla="*/ 3499485 w 4300729"/>
                <a:gd name="connsiteY12" fmla="*/ 3825240 h 4261033"/>
                <a:gd name="connsiteX13" fmla="*/ 3124200 w 4300729"/>
                <a:gd name="connsiteY13" fmla="*/ 4114800 h 4261033"/>
                <a:gd name="connsiteX14" fmla="*/ 2514600 w 4300729"/>
                <a:gd name="connsiteY14" fmla="*/ 4114800 h 4261033"/>
                <a:gd name="connsiteX15" fmla="*/ 2257425 w 4300729"/>
                <a:gd name="connsiteY15" fmla="*/ 3695700 h 4261033"/>
                <a:gd name="connsiteX16" fmla="*/ 1905000 w 4300729"/>
                <a:gd name="connsiteY16" fmla="*/ 3421380 h 4261033"/>
                <a:gd name="connsiteX17" fmla="*/ 1491615 w 4300729"/>
                <a:gd name="connsiteY17" fmla="*/ 3133725 h 4261033"/>
                <a:gd name="connsiteX18" fmla="*/ 1099185 w 4300729"/>
                <a:gd name="connsiteY18" fmla="*/ 3011805 h 4261033"/>
                <a:gd name="connsiteX19" fmla="*/ 933450 w 4300729"/>
                <a:gd name="connsiteY19" fmla="*/ 2733675 h 4261033"/>
                <a:gd name="connsiteX20" fmla="*/ 666750 w 4300729"/>
                <a:gd name="connsiteY20" fmla="*/ 2543175 h 4261033"/>
                <a:gd name="connsiteX21" fmla="*/ 581025 w 4300729"/>
                <a:gd name="connsiteY21" fmla="*/ 2676525 h 4261033"/>
                <a:gd name="connsiteX22" fmla="*/ 200025 w 4300729"/>
                <a:gd name="connsiteY22" fmla="*/ 2457450 h 4261033"/>
                <a:gd name="connsiteX0" fmla="*/ 0 w 4300729"/>
                <a:gd name="connsiteY0" fmla="*/ 0 h 4314977"/>
                <a:gd name="connsiteX1" fmla="*/ 1190625 w 4300729"/>
                <a:gd name="connsiteY1" fmla="*/ 990600 h 4314977"/>
                <a:gd name="connsiteX2" fmla="*/ 1095375 w 4300729"/>
                <a:gd name="connsiteY2" fmla="*/ 1152525 h 4314977"/>
                <a:gd name="connsiteX3" fmla="*/ 1371600 w 4300729"/>
                <a:gd name="connsiteY3" fmla="*/ 1390650 h 4314977"/>
                <a:gd name="connsiteX4" fmla="*/ 1276350 w 4300729"/>
                <a:gd name="connsiteY4" fmla="*/ 1552575 h 4314977"/>
                <a:gd name="connsiteX5" fmla="*/ 1590675 w 4300729"/>
                <a:gd name="connsiteY5" fmla="*/ 1762125 h 4314977"/>
                <a:gd name="connsiteX6" fmla="*/ 1863090 w 4300729"/>
                <a:gd name="connsiteY6" fmla="*/ 1735455 h 4314977"/>
                <a:gd name="connsiteX7" fmla="*/ 1584960 w 4300729"/>
                <a:gd name="connsiteY7" fmla="*/ 2419350 h 4314977"/>
                <a:gd name="connsiteX8" fmla="*/ 2493645 w 4300729"/>
                <a:gd name="connsiteY8" fmla="*/ 2150745 h 4314977"/>
                <a:gd name="connsiteX9" fmla="*/ 2838450 w 4300729"/>
                <a:gd name="connsiteY9" fmla="*/ 2228850 h 4314977"/>
                <a:gd name="connsiteX10" fmla="*/ 4175760 w 4300729"/>
                <a:gd name="connsiteY10" fmla="*/ 3162300 h 4314977"/>
                <a:gd name="connsiteX11" fmla="*/ 3867150 w 4300729"/>
                <a:gd name="connsiteY11" fmla="*/ 3558540 h 4314977"/>
                <a:gd name="connsiteX12" fmla="*/ 3499485 w 4300729"/>
                <a:gd name="connsiteY12" fmla="*/ 3825240 h 4314977"/>
                <a:gd name="connsiteX13" fmla="*/ 3124200 w 4300729"/>
                <a:gd name="connsiteY13" fmla="*/ 4114800 h 4314977"/>
                <a:gd name="connsiteX14" fmla="*/ 2514600 w 4300729"/>
                <a:gd name="connsiteY14" fmla="*/ 4114800 h 4314977"/>
                <a:gd name="connsiteX15" fmla="*/ 2257425 w 4300729"/>
                <a:gd name="connsiteY15" fmla="*/ 3695700 h 4314977"/>
                <a:gd name="connsiteX16" fmla="*/ 1905000 w 4300729"/>
                <a:gd name="connsiteY16" fmla="*/ 3421380 h 4314977"/>
                <a:gd name="connsiteX17" fmla="*/ 1491615 w 4300729"/>
                <a:gd name="connsiteY17" fmla="*/ 3133725 h 4314977"/>
                <a:gd name="connsiteX18" fmla="*/ 1099185 w 4300729"/>
                <a:gd name="connsiteY18" fmla="*/ 3011805 h 4314977"/>
                <a:gd name="connsiteX19" fmla="*/ 933450 w 4300729"/>
                <a:gd name="connsiteY19" fmla="*/ 2733675 h 4314977"/>
                <a:gd name="connsiteX20" fmla="*/ 666750 w 4300729"/>
                <a:gd name="connsiteY20" fmla="*/ 2543175 h 4314977"/>
                <a:gd name="connsiteX21" fmla="*/ 581025 w 4300729"/>
                <a:gd name="connsiteY21" fmla="*/ 2676525 h 4314977"/>
                <a:gd name="connsiteX22" fmla="*/ 200025 w 4300729"/>
                <a:gd name="connsiteY22" fmla="*/ 2457450 h 4314977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  <a:gd name="connsiteX0" fmla="*/ 0 w 4300729"/>
                <a:gd name="connsiteY0" fmla="*/ 0 h 4336841"/>
                <a:gd name="connsiteX1" fmla="*/ 1190625 w 4300729"/>
                <a:gd name="connsiteY1" fmla="*/ 990600 h 4336841"/>
                <a:gd name="connsiteX2" fmla="*/ 1095375 w 4300729"/>
                <a:gd name="connsiteY2" fmla="*/ 1152525 h 4336841"/>
                <a:gd name="connsiteX3" fmla="*/ 1371600 w 4300729"/>
                <a:gd name="connsiteY3" fmla="*/ 1390650 h 4336841"/>
                <a:gd name="connsiteX4" fmla="*/ 1276350 w 4300729"/>
                <a:gd name="connsiteY4" fmla="*/ 1552575 h 4336841"/>
                <a:gd name="connsiteX5" fmla="*/ 1590675 w 4300729"/>
                <a:gd name="connsiteY5" fmla="*/ 1762125 h 4336841"/>
                <a:gd name="connsiteX6" fmla="*/ 1863090 w 4300729"/>
                <a:gd name="connsiteY6" fmla="*/ 1735455 h 4336841"/>
                <a:gd name="connsiteX7" fmla="*/ 1584960 w 4300729"/>
                <a:gd name="connsiteY7" fmla="*/ 2419350 h 4336841"/>
                <a:gd name="connsiteX8" fmla="*/ 2493645 w 4300729"/>
                <a:gd name="connsiteY8" fmla="*/ 2150745 h 4336841"/>
                <a:gd name="connsiteX9" fmla="*/ 2838450 w 4300729"/>
                <a:gd name="connsiteY9" fmla="*/ 2228850 h 4336841"/>
                <a:gd name="connsiteX10" fmla="*/ 4175760 w 4300729"/>
                <a:gd name="connsiteY10" fmla="*/ 3162300 h 4336841"/>
                <a:gd name="connsiteX11" fmla="*/ 3867150 w 4300729"/>
                <a:gd name="connsiteY11" fmla="*/ 3558540 h 4336841"/>
                <a:gd name="connsiteX12" fmla="*/ 3499485 w 4300729"/>
                <a:gd name="connsiteY12" fmla="*/ 3825240 h 4336841"/>
                <a:gd name="connsiteX13" fmla="*/ 3124200 w 4300729"/>
                <a:gd name="connsiteY13" fmla="*/ 4114800 h 4336841"/>
                <a:gd name="connsiteX14" fmla="*/ 2514600 w 4300729"/>
                <a:gd name="connsiteY14" fmla="*/ 4114800 h 4336841"/>
                <a:gd name="connsiteX15" fmla="*/ 2257425 w 4300729"/>
                <a:gd name="connsiteY15" fmla="*/ 3695700 h 4336841"/>
                <a:gd name="connsiteX16" fmla="*/ 1905000 w 4300729"/>
                <a:gd name="connsiteY16" fmla="*/ 3421380 h 4336841"/>
                <a:gd name="connsiteX17" fmla="*/ 1491615 w 4300729"/>
                <a:gd name="connsiteY17" fmla="*/ 3133725 h 4336841"/>
                <a:gd name="connsiteX18" fmla="*/ 1099185 w 4300729"/>
                <a:gd name="connsiteY18" fmla="*/ 3011805 h 4336841"/>
                <a:gd name="connsiteX19" fmla="*/ 933450 w 4300729"/>
                <a:gd name="connsiteY19" fmla="*/ 2733675 h 4336841"/>
                <a:gd name="connsiteX20" fmla="*/ 666750 w 4300729"/>
                <a:gd name="connsiteY20" fmla="*/ 2543175 h 4336841"/>
                <a:gd name="connsiteX21" fmla="*/ 581025 w 4300729"/>
                <a:gd name="connsiteY21" fmla="*/ 2676525 h 4336841"/>
                <a:gd name="connsiteX22" fmla="*/ 200025 w 4300729"/>
                <a:gd name="connsiteY22" fmla="*/ 2457450 h 4336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00729" h="4336841">
                  <a:moveTo>
                    <a:pt x="0" y="0"/>
                  </a:moveTo>
                  <a:lnTo>
                    <a:pt x="1190625" y="990600"/>
                  </a:lnTo>
                  <a:lnTo>
                    <a:pt x="1095375" y="1152525"/>
                  </a:lnTo>
                  <a:lnTo>
                    <a:pt x="1371600" y="1390650"/>
                  </a:lnTo>
                  <a:cubicBezTo>
                    <a:pt x="1343660" y="1424940"/>
                    <a:pt x="1330960" y="1468755"/>
                    <a:pt x="1276350" y="1552575"/>
                  </a:cubicBezTo>
                  <a:lnTo>
                    <a:pt x="1590675" y="1762125"/>
                  </a:lnTo>
                  <a:lnTo>
                    <a:pt x="1863090" y="1735455"/>
                  </a:lnTo>
                  <a:cubicBezTo>
                    <a:pt x="1779905" y="1943100"/>
                    <a:pt x="1500505" y="2352675"/>
                    <a:pt x="1584960" y="2419350"/>
                  </a:cubicBezTo>
                  <a:cubicBezTo>
                    <a:pt x="1848485" y="2598420"/>
                    <a:pt x="2131060" y="2545080"/>
                    <a:pt x="2493645" y="2150745"/>
                  </a:cubicBezTo>
                  <a:cubicBezTo>
                    <a:pt x="2632710" y="2167890"/>
                    <a:pt x="2667000" y="2194560"/>
                    <a:pt x="2838450" y="2228850"/>
                  </a:cubicBezTo>
                  <a:cubicBezTo>
                    <a:pt x="3365500" y="2581275"/>
                    <a:pt x="3705860" y="2830830"/>
                    <a:pt x="4175760" y="3162300"/>
                  </a:cubicBezTo>
                  <a:cubicBezTo>
                    <a:pt x="4492625" y="3402965"/>
                    <a:pt x="4138930" y="3763645"/>
                    <a:pt x="3867150" y="3558540"/>
                  </a:cubicBezTo>
                  <a:cubicBezTo>
                    <a:pt x="4075430" y="3846830"/>
                    <a:pt x="3731260" y="4053205"/>
                    <a:pt x="3499485" y="3825240"/>
                  </a:cubicBezTo>
                  <a:cubicBezTo>
                    <a:pt x="3655695" y="4135755"/>
                    <a:pt x="3339465" y="4251960"/>
                    <a:pt x="3124200" y="4114800"/>
                  </a:cubicBezTo>
                  <a:cubicBezTo>
                    <a:pt x="3195320" y="4331970"/>
                    <a:pt x="2860675" y="4480560"/>
                    <a:pt x="2514600" y="4114800"/>
                  </a:cubicBezTo>
                  <a:cubicBezTo>
                    <a:pt x="2600325" y="3889375"/>
                    <a:pt x="2466975" y="3663950"/>
                    <a:pt x="2257425" y="3695700"/>
                  </a:cubicBezTo>
                  <a:cubicBezTo>
                    <a:pt x="2286000" y="3454400"/>
                    <a:pt x="2052637" y="3331845"/>
                    <a:pt x="1905000" y="3421380"/>
                  </a:cubicBezTo>
                  <a:cubicBezTo>
                    <a:pt x="1963925" y="3231958"/>
                    <a:pt x="1637665" y="3032125"/>
                    <a:pt x="1491615" y="3133725"/>
                  </a:cubicBezTo>
                  <a:cubicBezTo>
                    <a:pt x="1548130" y="2995295"/>
                    <a:pt x="1286510" y="2834005"/>
                    <a:pt x="1099185" y="3011805"/>
                  </a:cubicBezTo>
                  <a:lnTo>
                    <a:pt x="933450" y="2733675"/>
                  </a:lnTo>
                  <a:lnTo>
                    <a:pt x="666750" y="2543175"/>
                  </a:lnTo>
                  <a:lnTo>
                    <a:pt x="581025" y="2676525"/>
                  </a:lnTo>
                  <a:lnTo>
                    <a:pt x="200025" y="2457450"/>
                  </a:lnTo>
                </a:path>
              </a:pathLst>
            </a:cu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244" name="Freeform 5">
              <a:extLst>
                <a:ext uri="{FF2B5EF4-FFF2-40B4-BE49-F238E27FC236}">
                  <a16:creationId xmlns:a16="http://schemas.microsoft.com/office/drawing/2014/main" id="{41E2E304-6270-4B4E-ACD4-F91B9CD26771}"/>
                </a:ext>
              </a:extLst>
            </p:cNvPr>
            <p:cNvSpPr/>
            <p:nvPr/>
          </p:nvSpPr>
          <p:spPr>
            <a:xfrm>
              <a:off x="2979453" y="4301052"/>
              <a:ext cx="1379276" cy="1206796"/>
            </a:xfrm>
            <a:custGeom>
              <a:avLst/>
              <a:gdLst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57150 w 1381125"/>
                <a:gd name="connsiteY10" fmla="*/ 247650 h 1209675"/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7620 w 1381125"/>
                <a:gd name="connsiteY10" fmla="*/ 224790 h 1209675"/>
                <a:gd name="connsiteX0" fmla="*/ 0 w 1381125"/>
                <a:gd name="connsiteY0" fmla="*/ 228600 h 1209675"/>
                <a:gd name="connsiteX1" fmla="*/ 285750 w 1381125"/>
                <a:gd name="connsiteY1" fmla="*/ 381000 h 1209675"/>
                <a:gd name="connsiteX2" fmla="*/ 581025 w 1381125"/>
                <a:gd name="connsiteY2" fmla="*/ 676275 h 1209675"/>
                <a:gd name="connsiteX3" fmla="*/ 847725 w 1381125"/>
                <a:gd name="connsiteY3" fmla="*/ 952500 h 1209675"/>
                <a:gd name="connsiteX4" fmla="*/ 1257300 w 1381125"/>
                <a:gd name="connsiteY4" fmla="*/ 1209675 h 1209675"/>
                <a:gd name="connsiteX5" fmla="*/ 1381125 w 1381125"/>
                <a:gd name="connsiteY5" fmla="*/ 828675 h 1209675"/>
                <a:gd name="connsiteX6" fmla="*/ 1123950 w 1381125"/>
                <a:gd name="connsiteY6" fmla="*/ 676275 h 1209675"/>
                <a:gd name="connsiteX7" fmla="*/ 838200 w 1381125"/>
                <a:gd name="connsiteY7" fmla="*/ 400050 h 1209675"/>
                <a:gd name="connsiteX8" fmla="*/ 447675 w 1381125"/>
                <a:gd name="connsiteY8" fmla="*/ 219075 h 1209675"/>
                <a:gd name="connsiteX9" fmla="*/ 114300 w 1381125"/>
                <a:gd name="connsiteY9" fmla="*/ 0 h 1209675"/>
                <a:gd name="connsiteX10" fmla="*/ 7620 w 1381125"/>
                <a:gd name="connsiteY10" fmla="*/ 194310 h 1209675"/>
                <a:gd name="connsiteX0" fmla="*/ 3810 w 1384935"/>
                <a:gd name="connsiteY0" fmla="*/ 228600 h 1209675"/>
                <a:gd name="connsiteX1" fmla="*/ 289560 w 1384935"/>
                <a:gd name="connsiteY1" fmla="*/ 381000 h 1209675"/>
                <a:gd name="connsiteX2" fmla="*/ 584835 w 1384935"/>
                <a:gd name="connsiteY2" fmla="*/ 676275 h 1209675"/>
                <a:gd name="connsiteX3" fmla="*/ 851535 w 1384935"/>
                <a:gd name="connsiteY3" fmla="*/ 952500 h 1209675"/>
                <a:gd name="connsiteX4" fmla="*/ 1261110 w 1384935"/>
                <a:gd name="connsiteY4" fmla="*/ 1209675 h 1209675"/>
                <a:gd name="connsiteX5" fmla="*/ 1384935 w 1384935"/>
                <a:gd name="connsiteY5" fmla="*/ 828675 h 1209675"/>
                <a:gd name="connsiteX6" fmla="*/ 1127760 w 1384935"/>
                <a:gd name="connsiteY6" fmla="*/ 676275 h 1209675"/>
                <a:gd name="connsiteX7" fmla="*/ 842010 w 1384935"/>
                <a:gd name="connsiteY7" fmla="*/ 400050 h 1209675"/>
                <a:gd name="connsiteX8" fmla="*/ 451485 w 1384935"/>
                <a:gd name="connsiteY8" fmla="*/ 219075 h 1209675"/>
                <a:gd name="connsiteX9" fmla="*/ 118110 w 1384935"/>
                <a:gd name="connsiteY9" fmla="*/ 0 h 1209675"/>
                <a:gd name="connsiteX10" fmla="*/ 0 w 1384935"/>
                <a:gd name="connsiteY10" fmla="*/ 236220 h 1209675"/>
                <a:gd name="connsiteX0" fmla="*/ 7620 w 1388745"/>
                <a:gd name="connsiteY0" fmla="*/ 228600 h 1209675"/>
                <a:gd name="connsiteX1" fmla="*/ 293370 w 1388745"/>
                <a:gd name="connsiteY1" fmla="*/ 38100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93370 w 1388745"/>
                <a:gd name="connsiteY1" fmla="*/ 38100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209675"/>
                <a:gd name="connsiteX1" fmla="*/ 243840 w 1388745"/>
                <a:gd name="connsiteY1" fmla="*/ 377190 h 1209675"/>
                <a:gd name="connsiteX2" fmla="*/ 588645 w 1388745"/>
                <a:gd name="connsiteY2" fmla="*/ 676275 h 1209675"/>
                <a:gd name="connsiteX3" fmla="*/ 855345 w 1388745"/>
                <a:gd name="connsiteY3" fmla="*/ 952500 h 1209675"/>
                <a:gd name="connsiteX4" fmla="*/ 1264920 w 1388745"/>
                <a:gd name="connsiteY4" fmla="*/ 1209675 h 1209675"/>
                <a:gd name="connsiteX5" fmla="*/ 1388745 w 1388745"/>
                <a:gd name="connsiteY5" fmla="*/ 828675 h 1209675"/>
                <a:gd name="connsiteX6" fmla="*/ 1131570 w 1388745"/>
                <a:gd name="connsiteY6" fmla="*/ 676275 h 1209675"/>
                <a:gd name="connsiteX7" fmla="*/ 845820 w 1388745"/>
                <a:gd name="connsiteY7" fmla="*/ 400050 h 1209675"/>
                <a:gd name="connsiteX8" fmla="*/ 455295 w 1388745"/>
                <a:gd name="connsiteY8" fmla="*/ 219075 h 1209675"/>
                <a:gd name="connsiteX9" fmla="*/ 121920 w 1388745"/>
                <a:gd name="connsiteY9" fmla="*/ 0 h 1209675"/>
                <a:gd name="connsiteX10" fmla="*/ 0 w 1388745"/>
                <a:gd name="connsiteY10" fmla="*/ 201930 h 1209675"/>
                <a:gd name="connsiteX0" fmla="*/ 7620 w 1388745"/>
                <a:gd name="connsiteY0" fmla="*/ 228600 h 1106805"/>
                <a:gd name="connsiteX1" fmla="*/ 243840 w 1388745"/>
                <a:gd name="connsiteY1" fmla="*/ 377190 h 1106805"/>
                <a:gd name="connsiteX2" fmla="*/ 588645 w 1388745"/>
                <a:gd name="connsiteY2" fmla="*/ 676275 h 1106805"/>
                <a:gd name="connsiteX3" fmla="*/ 855345 w 1388745"/>
                <a:gd name="connsiteY3" fmla="*/ 952500 h 1106805"/>
                <a:gd name="connsiteX4" fmla="*/ 1268730 w 1388745"/>
                <a:gd name="connsiteY4" fmla="*/ 1106805 h 1106805"/>
                <a:gd name="connsiteX5" fmla="*/ 1388745 w 1388745"/>
                <a:gd name="connsiteY5" fmla="*/ 828675 h 1106805"/>
                <a:gd name="connsiteX6" fmla="*/ 1131570 w 1388745"/>
                <a:gd name="connsiteY6" fmla="*/ 676275 h 1106805"/>
                <a:gd name="connsiteX7" fmla="*/ 845820 w 1388745"/>
                <a:gd name="connsiteY7" fmla="*/ 400050 h 1106805"/>
                <a:gd name="connsiteX8" fmla="*/ 455295 w 1388745"/>
                <a:gd name="connsiteY8" fmla="*/ 219075 h 1106805"/>
                <a:gd name="connsiteX9" fmla="*/ 121920 w 1388745"/>
                <a:gd name="connsiteY9" fmla="*/ 0 h 1106805"/>
                <a:gd name="connsiteX10" fmla="*/ 0 w 1388745"/>
                <a:gd name="connsiteY10" fmla="*/ 201930 h 1106805"/>
                <a:gd name="connsiteX0" fmla="*/ 7620 w 1388745"/>
                <a:gd name="connsiteY0" fmla="*/ 228600 h 1161688"/>
                <a:gd name="connsiteX1" fmla="*/ 243840 w 1388745"/>
                <a:gd name="connsiteY1" fmla="*/ 377190 h 1161688"/>
                <a:gd name="connsiteX2" fmla="*/ 588645 w 1388745"/>
                <a:gd name="connsiteY2" fmla="*/ 676275 h 1161688"/>
                <a:gd name="connsiteX3" fmla="*/ 855345 w 1388745"/>
                <a:gd name="connsiteY3" fmla="*/ 952500 h 1161688"/>
                <a:gd name="connsiteX4" fmla="*/ 1268730 w 1388745"/>
                <a:gd name="connsiteY4" fmla="*/ 1106805 h 1161688"/>
                <a:gd name="connsiteX5" fmla="*/ 1388745 w 1388745"/>
                <a:gd name="connsiteY5" fmla="*/ 828675 h 1161688"/>
                <a:gd name="connsiteX6" fmla="*/ 1131570 w 1388745"/>
                <a:gd name="connsiteY6" fmla="*/ 676275 h 1161688"/>
                <a:gd name="connsiteX7" fmla="*/ 845820 w 1388745"/>
                <a:gd name="connsiteY7" fmla="*/ 400050 h 1161688"/>
                <a:gd name="connsiteX8" fmla="*/ 455295 w 1388745"/>
                <a:gd name="connsiteY8" fmla="*/ 219075 h 1161688"/>
                <a:gd name="connsiteX9" fmla="*/ 121920 w 1388745"/>
                <a:gd name="connsiteY9" fmla="*/ 0 h 1161688"/>
                <a:gd name="connsiteX10" fmla="*/ 0 w 1388745"/>
                <a:gd name="connsiteY10" fmla="*/ 201930 h 1161688"/>
                <a:gd name="connsiteX0" fmla="*/ 7620 w 1388745"/>
                <a:gd name="connsiteY0" fmla="*/ 228600 h 1161688"/>
                <a:gd name="connsiteX1" fmla="*/ 243840 w 1388745"/>
                <a:gd name="connsiteY1" fmla="*/ 377190 h 1161688"/>
                <a:gd name="connsiteX2" fmla="*/ 588645 w 1388745"/>
                <a:gd name="connsiteY2" fmla="*/ 676275 h 1161688"/>
                <a:gd name="connsiteX3" fmla="*/ 855345 w 1388745"/>
                <a:gd name="connsiteY3" fmla="*/ 952500 h 1161688"/>
                <a:gd name="connsiteX4" fmla="*/ 1268730 w 1388745"/>
                <a:gd name="connsiteY4" fmla="*/ 1106805 h 1161688"/>
                <a:gd name="connsiteX5" fmla="*/ 1388745 w 1388745"/>
                <a:gd name="connsiteY5" fmla="*/ 828675 h 1161688"/>
                <a:gd name="connsiteX6" fmla="*/ 1131570 w 1388745"/>
                <a:gd name="connsiteY6" fmla="*/ 676275 h 1161688"/>
                <a:gd name="connsiteX7" fmla="*/ 845820 w 1388745"/>
                <a:gd name="connsiteY7" fmla="*/ 400050 h 1161688"/>
                <a:gd name="connsiteX8" fmla="*/ 455295 w 1388745"/>
                <a:gd name="connsiteY8" fmla="*/ 219075 h 1161688"/>
                <a:gd name="connsiteX9" fmla="*/ 121920 w 1388745"/>
                <a:gd name="connsiteY9" fmla="*/ 0 h 1161688"/>
                <a:gd name="connsiteX10" fmla="*/ 0 w 1388745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97320"/>
                <a:gd name="connsiteY0" fmla="*/ 228600 h 1161688"/>
                <a:gd name="connsiteX1" fmla="*/ 243840 w 1397320"/>
                <a:gd name="connsiteY1" fmla="*/ 377190 h 1161688"/>
                <a:gd name="connsiteX2" fmla="*/ 588645 w 1397320"/>
                <a:gd name="connsiteY2" fmla="*/ 676275 h 1161688"/>
                <a:gd name="connsiteX3" fmla="*/ 855345 w 1397320"/>
                <a:gd name="connsiteY3" fmla="*/ 952500 h 1161688"/>
                <a:gd name="connsiteX4" fmla="*/ 1268730 w 1397320"/>
                <a:gd name="connsiteY4" fmla="*/ 1106805 h 1161688"/>
                <a:gd name="connsiteX5" fmla="*/ 1388745 w 1397320"/>
                <a:gd name="connsiteY5" fmla="*/ 828675 h 1161688"/>
                <a:gd name="connsiteX6" fmla="*/ 1131570 w 1397320"/>
                <a:gd name="connsiteY6" fmla="*/ 676275 h 1161688"/>
                <a:gd name="connsiteX7" fmla="*/ 845820 w 1397320"/>
                <a:gd name="connsiteY7" fmla="*/ 400050 h 1161688"/>
                <a:gd name="connsiteX8" fmla="*/ 455295 w 1397320"/>
                <a:gd name="connsiteY8" fmla="*/ 219075 h 1161688"/>
                <a:gd name="connsiteX9" fmla="*/ 121920 w 1397320"/>
                <a:gd name="connsiteY9" fmla="*/ 0 h 1161688"/>
                <a:gd name="connsiteX10" fmla="*/ 0 w 1397320"/>
                <a:gd name="connsiteY10" fmla="*/ 201930 h 1161688"/>
                <a:gd name="connsiteX0" fmla="*/ 7620 w 1376446"/>
                <a:gd name="connsiteY0" fmla="*/ 228600 h 1161688"/>
                <a:gd name="connsiteX1" fmla="*/ 243840 w 1376446"/>
                <a:gd name="connsiteY1" fmla="*/ 377190 h 1161688"/>
                <a:gd name="connsiteX2" fmla="*/ 588645 w 1376446"/>
                <a:gd name="connsiteY2" fmla="*/ 676275 h 1161688"/>
                <a:gd name="connsiteX3" fmla="*/ 855345 w 1376446"/>
                <a:gd name="connsiteY3" fmla="*/ 952500 h 1161688"/>
                <a:gd name="connsiteX4" fmla="*/ 1268730 w 1376446"/>
                <a:gd name="connsiteY4" fmla="*/ 1106805 h 1161688"/>
                <a:gd name="connsiteX5" fmla="*/ 1365885 w 1376446"/>
                <a:gd name="connsiteY5" fmla="*/ 859155 h 1161688"/>
                <a:gd name="connsiteX6" fmla="*/ 1131570 w 1376446"/>
                <a:gd name="connsiteY6" fmla="*/ 676275 h 1161688"/>
                <a:gd name="connsiteX7" fmla="*/ 845820 w 1376446"/>
                <a:gd name="connsiteY7" fmla="*/ 400050 h 1161688"/>
                <a:gd name="connsiteX8" fmla="*/ 455295 w 1376446"/>
                <a:gd name="connsiteY8" fmla="*/ 219075 h 1161688"/>
                <a:gd name="connsiteX9" fmla="*/ 121920 w 1376446"/>
                <a:gd name="connsiteY9" fmla="*/ 0 h 1161688"/>
                <a:gd name="connsiteX10" fmla="*/ 0 w 1376446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67627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31570 w 1365973"/>
                <a:gd name="connsiteY6" fmla="*/ 71818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45820 w 1365973"/>
                <a:gd name="connsiteY7" fmla="*/ 40005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15340 w 1365973"/>
                <a:gd name="connsiteY7" fmla="*/ 40767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815340 w 1365973"/>
                <a:gd name="connsiteY7" fmla="*/ 40767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55295 w 1365973"/>
                <a:gd name="connsiteY8" fmla="*/ 21907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6200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40055 w 1365973"/>
                <a:gd name="connsiteY8" fmla="*/ 20383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421005 w 1365973"/>
                <a:gd name="connsiteY8" fmla="*/ 19621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371475 w 1365973"/>
                <a:gd name="connsiteY8" fmla="*/ 17716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28600 h 1161688"/>
                <a:gd name="connsiteX1" fmla="*/ 243840 w 1365973"/>
                <a:gd name="connsiteY1" fmla="*/ 377190 h 1161688"/>
                <a:gd name="connsiteX2" fmla="*/ 588645 w 1365973"/>
                <a:gd name="connsiteY2" fmla="*/ 676275 h 1161688"/>
                <a:gd name="connsiteX3" fmla="*/ 855345 w 1365973"/>
                <a:gd name="connsiteY3" fmla="*/ 952500 h 1161688"/>
                <a:gd name="connsiteX4" fmla="*/ 1268730 w 1365973"/>
                <a:gd name="connsiteY4" fmla="*/ 1106805 h 1161688"/>
                <a:gd name="connsiteX5" fmla="*/ 1365885 w 1365973"/>
                <a:gd name="connsiteY5" fmla="*/ 859155 h 1161688"/>
                <a:gd name="connsiteX6" fmla="*/ 1112520 w 1365973"/>
                <a:gd name="connsiteY6" fmla="*/ 702945 h 1161688"/>
                <a:gd name="connsiteX7" fmla="*/ 704850 w 1365973"/>
                <a:gd name="connsiteY7" fmla="*/ 419100 h 1161688"/>
                <a:gd name="connsiteX8" fmla="*/ 371475 w 1365973"/>
                <a:gd name="connsiteY8" fmla="*/ 177165 h 1161688"/>
                <a:gd name="connsiteX9" fmla="*/ 121920 w 1365973"/>
                <a:gd name="connsiteY9" fmla="*/ 0 h 1161688"/>
                <a:gd name="connsiteX10" fmla="*/ 0 w 1365973"/>
                <a:gd name="connsiteY10" fmla="*/ 201930 h 1161688"/>
                <a:gd name="connsiteX0" fmla="*/ 7620 w 1365973"/>
                <a:gd name="connsiteY0" fmla="*/ 251322 h 1184410"/>
                <a:gd name="connsiteX1" fmla="*/ 243840 w 1365973"/>
                <a:gd name="connsiteY1" fmla="*/ 399912 h 1184410"/>
                <a:gd name="connsiteX2" fmla="*/ 588645 w 1365973"/>
                <a:gd name="connsiteY2" fmla="*/ 698997 h 1184410"/>
                <a:gd name="connsiteX3" fmla="*/ 855345 w 1365973"/>
                <a:gd name="connsiteY3" fmla="*/ 975222 h 1184410"/>
                <a:gd name="connsiteX4" fmla="*/ 1268730 w 1365973"/>
                <a:gd name="connsiteY4" fmla="*/ 1129527 h 1184410"/>
                <a:gd name="connsiteX5" fmla="*/ 1365885 w 1365973"/>
                <a:gd name="connsiteY5" fmla="*/ 881877 h 1184410"/>
                <a:gd name="connsiteX6" fmla="*/ 1112520 w 1365973"/>
                <a:gd name="connsiteY6" fmla="*/ 725667 h 1184410"/>
                <a:gd name="connsiteX7" fmla="*/ 704850 w 1365973"/>
                <a:gd name="connsiteY7" fmla="*/ 441822 h 1184410"/>
                <a:gd name="connsiteX8" fmla="*/ 371475 w 1365973"/>
                <a:gd name="connsiteY8" fmla="*/ 199887 h 1184410"/>
                <a:gd name="connsiteX9" fmla="*/ 121920 w 1365973"/>
                <a:gd name="connsiteY9" fmla="*/ 22722 h 1184410"/>
                <a:gd name="connsiteX10" fmla="*/ 0 w 1365973"/>
                <a:gd name="connsiteY10" fmla="*/ 224652 h 1184410"/>
                <a:gd name="connsiteX0" fmla="*/ 7620 w 1365973"/>
                <a:gd name="connsiteY0" fmla="*/ 263643 h 1196731"/>
                <a:gd name="connsiteX1" fmla="*/ 243840 w 1365973"/>
                <a:gd name="connsiteY1" fmla="*/ 412233 h 1196731"/>
                <a:gd name="connsiteX2" fmla="*/ 588645 w 1365973"/>
                <a:gd name="connsiteY2" fmla="*/ 711318 h 1196731"/>
                <a:gd name="connsiteX3" fmla="*/ 855345 w 1365973"/>
                <a:gd name="connsiteY3" fmla="*/ 987543 h 1196731"/>
                <a:gd name="connsiteX4" fmla="*/ 1268730 w 1365973"/>
                <a:gd name="connsiteY4" fmla="*/ 1141848 h 1196731"/>
                <a:gd name="connsiteX5" fmla="*/ 1365885 w 1365973"/>
                <a:gd name="connsiteY5" fmla="*/ 894198 h 1196731"/>
                <a:gd name="connsiteX6" fmla="*/ 1112520 w 1365973"/>
                <a:gd name="connsiteY6" fmla="*/ 737988 h 1196731"/>
                <a:gd name="connsiteX7" fmla="*/ 704850 w 1365973"/>
                <a:gd name="connsiteY7" fmla="*/ 454143 h 1196731"/>
                <a:gd name="connsiteX8" fmla="*/ 371475 w 1365973"/>
                <a:gd name="connsiteY8" fmla="*/ 212208 h 1196731"/>
                <a:gd name="connsiteX9" fmla="*/ 121920 w 1365973"/>
                <a:gd name="connsiteY9" fmla="*/ 35043 h 1196731"/>
                <a:gd name="connsiteX10" fmla="*/ 0 w 1365973"/>
                <a:gd name="connsiteY10" fmla="*/ 236973 h 1196731"/>
                <a:gd name="connsiteX0" fmla="*/ 7620 w 1365973"/>
                <a:gd name="connsiteY0" fmla="*/ 263643 h 1196731"/>
                <a:gd name="connsiteX1" fmla="*/ 243840 w 1365973"/>
                <a:gd name="connsiteY1" fmla="*/ 412233 h 1196731"/>
                <a:gd name="connsiteX2" fmla="*/ 588645 w 1365973"/>
                <a:gd name="connsiteY2" fmla="*/ 711318 h 1196731"/>
                <a:gd name="connsiteX3" fmla="*/ 855345 w 1365973"/>
                <a:gd name="connsiteY3" fmla="*/ 987543 h 1196731"/>
                <a:gd name="connsiteX4" fmla="*/ 1268730 w 1365973"/>
                <a:gd name="connsiteY4" fmla="*/ 1141848 h 1196731"/>
                <a:gd name="connsiteX5" fmla="*/ 1365885 w 1365973"/>
                <a:gd name="connsiteY5" fmla="*/ 894198 h 1196731"/>
                <a:gd name="connsiteX6" fmla="*/ 1112520 w 1365973"/>
                <a:gd name="connsiteY6" fmla="*/ 737988 h 1196731"/>
                <a:gd name="connsiteX7" fmla="*/ 704850 w 1365973"/>
                <a:gd name="connsiteY7" fmla="*/ 454143 h 1196731"/>
                <a:gd name="connsiteX8" fmla="*/ 352425 w 1365973"/>
                <a:gd name="connsiteY8" fmla="*/ 212208 h 1196731"/>
                <a:gd name="connsiteX9" fmla="*/ 121920 w 1365973"/>
                <a:gd name="connsiteY9" fmla="*/ 35043 h 1196731"/>
                <a:gd name="connsiteX10" fmla="*/ 0 w 1365973"/>
                <a:gd name="connsiteY10" fmla="*/ 23697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3069 w 1379042"/>
                <a:gd name="connsiteY10" fmla="*/ 23697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0" fmla="*/ 1639 w 1379042"/>
                <a:gd name="connsiteY0" fmla="*/ 236973 h 1196731"/>
                <a:gd name="connsiteX1" fmla="*/ 256909 w 1379042"/>
                <a:gd name="connsiteY1" fmla="*/ 412233 h 1196731"/>
                <a:gd name="connsiteX2" fmla="*/ 601714 w 1379042"/>
                <a:gd name="connsiteY2" fmla="*/ 711318 h 1196731"/>
                <a:gd name="connsiteX3" fmla="*/ 868414 w 1379042"/>
                <a:gd name="connsiteY3" fmla="*/ 987543 h 1196731"/>
                <a:gd name="connsiteX4" fmla="*/ 1281799 w 1379042"/>
                <a:gd name="connsiteY4" fmla="*/ 1141848 h 1196731"/>
                <a:gd name="connsiteX5" fmla="*/ 1378954 w 1379042"/>
                <a:gd name="connsiteY5" fmla="*/ 894198 h 1196731"/>
                <a:gd name="connsiteX6" fmla="*/ 1125589 w 1379042"/>
                <a:gd name="connsiteY6" fmla="*/ 737988 h 1196731"/>
                <a:gd name="connsiteX7" fmla="*/ 717919 w 1379042"/>
                <a:gd name="connsiteY7" fmla="*/ 454143 h 1196731"/>
                <a:gd name="connsiteX8" fmla="*/ 365494 w 1379042"/>
                <a:gd name="connsiteY8" fmla="*/ 212208 h 1196731"/>
                <a:gd name="connsiteX9" fmla="*/ 134989 w 1379042"/>
                <a:gd name="connsiteY9" fmla="*/ 35043 h 1196731"/>
                <a:gd name="connsiteX10" fmla="*/ 1639 w 1379042"/>
                <a:gd name="connsiteY10" fmla="*/ 229353 h 1196731"/>
                <a:gd name="connsiteX11" fmla="*/ 1639 w 1379042"/>
                <a:gd name="connsiteY11" fmla="*/ 236973 h 1196731"/>
                <a:gd name="connsiteX0" fmla="*/ 2847 w 1380250"/>
                <a:gd name="connsiteY0" fmla="*/ 236973 h 1196731"/>
                <a:gd name="connsiteX1" fmla="*/ 258117 w 1380250"/>
                <a:gd name="connsiteY1" fmla="*/ 412233 h 1196731"/>
                <a:gd name="connsiteX2" fmla="*/ 602922 w 1380250"/>
                <a:gd name="connsiteY2" fmla="*/ 711318 h 1196731"/>
                <a:gd name="connsiteX3" fmla="*/ 869622 w 1380250"/>
                <a:gd name="connsiteY3" fmla="*/ 987543 h 1196731"/>
                <a:gd name="connsiteX4" fmla="*/ 1283007 w 1380250"/>
                <a:gd name="connsiteY4" fmla="*/ 1141848 h 1196731"/>
                <a:gd name="connsiteX5" fmla="*/ 1380162 w 1380250"/>
                <a:gd name="connsiteY5" fmla="*/ 894198 h 1196731"/>
                <a:gd name="connsiteX6" fmla="*/ 1126797 w 1380250"/>
                <a:gd name="connsiteY6" fmla="*/ 737988 h 1196731"/>
                <a:gd name="connsiteX7" fmla="*/ 719127 w 1380250"/>
                <a:gd name="connsiteY7" fmla="*/ 454143 h 1196731"/>
                <a:gd name="connsiteX8" fmla="*/ 366702 w 1380250"/>
                <a:gd name="connsiteY8" fmla="*/ 212208 h 1196731"/>
                <a:gd name="connsiteX9" fmla="*/ 136197 w 1380250"/>
                <a:gd name="connsiteY9" fmla="*/ 35043 h 1196731"/>
                <a:gd name="connsiteX10" fmla="*/ 2847 w 1380250"/>
                <a:gd name="connsiteY10" fmla="*/ 236973 h 1196731"/>
                <a:gd name="connsiteX0" fmla="*/ 1640 w 1379043"/>
                <a:gd name="connsiteY0" fmla="*/ 236973 h 1196731"/>
                <a:gd name="connsiteX1" fmla="*/ 256910 w 1379043"/>
                <a:gd name="connsiteY1" fmla="*/ 412233 h 1196731"/>
                <a:gd name="connsiteX2" fmla="*/ 601715 w 1379043"/>
                <a:gd name="connsiteY2" fmla="*/ 711318 h 1196731"/>
                <a:gd name="connsiteX3" fmla="*/ 868415 w 1379043"/>
                <a:gd name="connsiteY3" fmla="*/ 987543 h 1196731"/>
                <a:gd name="connsiteX4" fmla="*/ 1281800 w 1379043"/>
                <a:gd name="connsiteY4" fmla="*/ 1141848 h 1196731"/>
                <a:gd name="connsiteX5" fmla="*/ 1378955 w 1379043"/>
                <a:gd name="connsiteY5" fmla="*/ 894198 h 1196731"/>
                <a:gd name="connsiteX6" fmla="*/ 1125590 w 1379043"/>
                <a:gd name="connsiteY6" fmla="*/ 737988 h 1196731"/>
                <a:gd name="connsiteX7" fmla="*/ 717920 w 1379043"/>
                <a:gd name="connsiteY7" fmla="*/ 454143 h 1196731"/>
                <a:gd name="connsiteX8" fmla="*/ 365495 w 1379043"/>
                <a:gd name="connsiteY8" fmla="*/ 212208 h 1196731"/>
                <a:gd name="connsiteX9" fmla="*/ 134990 w 1379043"/>
                <a:gd name="connsiteY9" fmla="*/ 35043 h 1196731"/>
                <a:gd name="connsiteX10" fmla="*/ 1640 w 1379043"/>
                <a:gd name="connsiteY10" fmla="*/ 236973 h 1196731"/>
                <a:gd name="connsiteX0" fmla="*/ 17 w 1377420"/>
                <a:gd name="connsiteY0" fmla="*/ 236973 h 1196731"/>
                <a:gd name="connsiteX1" fmla="*/ 255287 w 1377420"/>
                <a:gd name="connsiteY1" fmla="*/ 412233 h 1196731"/>
                <a:gd name="connsiteX2" fmla="*/ 600092 w 1377420"/>
                <a:gd name="connsiteY2" fmla="*/ 711318 h 1196731"/>
                <a:gd name="connsiteX3" fmla="*/ 866792 w 1377420"/>
                <a:gd name="connsiteY3" fmla="*/ 987543 h 1196731"/>
                <a:gd name="connsiteX4" fmla="*/ 1280177 w 1377420"/>
                <a:gd name="connsiteY4" fmla="*/ 1141848 h 1196731"/>
                <a:gd name="connsiteX5" fmla="*/ 1377332 w 1377420"/>
                <a:gd name="connsiteY5" fmla="*/ 894198 h 1196731"/>
                <a:gd name="connsiteX6" fmla="*/ 1123967 w 1377420"/>
                <a:gd name="connsiteY6" fmla="*/ 737988 h 1196731"/>
                <a:gd name="connsiteX7" fmla="*/ 716297 w 1377420"/>
                <a:gd name="connsiteY7" fmla="*/ 454143 h 1196731"/>
                <a:gd name="connsiteX8" fmla="*/ 363872 w 1377420"/>
                <a:gd name="connsiteY8" fmla="*/ 212208 h 1196731"/>
                <a:gd name="connsiteX9" fmla="*/ 133367 w 1377420"/>
                <a:gd name="connsiteY9" fmla="*/ 35043 h 1196731"/>
                <a:gd name="connsiteX10" fmla="*/ 17 w 1377420"/>
                <a:gd name="connsiteY10" fmla="*/ 236973 h 1196731"/>
                <a:gd name="connsiteX0" fmla="*/ 3783 w 1381186"/>
                <a:gd name="connsiteY0" fmla="*/ 236973 h 1196731"/>
                <a:gd name="connsiteX1" fmla="*/ 259053 w 1381186"/>
                <a:gd name="connsiteY1" fmla="*/ 412233 h 1196731"/>
                <a:gd name="connsiteX2" fmla="*/ 603858 w 1381186"/>
                <a:gd name="connsiteY2" fmla="*/ 711318 h 1196731"/>
                <a:gd name="connsiteX3" fmla="*/ 870558 w 1381186"/>
                <a:gd name="connsiteY3" fmla="*/ 987543 h 1196731"/>
                <a:gd name="connsiteX4" fmla="*/ 1283943 w 1381186"/>
                <a:gd name="connsiteY4" fmla="*/ 1141848 h 1196731"/>
                <a:gd name="connsiteX5" fmla="*/ 1381098 w 1381186"/>
                <a:gd name="connsiteY5" fmla="*/ 894198 h 1196731"/>
                <a:gd name="connsiteX6" fmla="*/ 1127733 w 1381186"/>
                <a:gd name="connsiteY6" fmla="*/ 737988 h 1196731"/>
                <a:gd name="connsiteX7" fmla="*/ 720063 w 1381186"/>
                <a:gd name="connsiteY7" fmla="*/ 454143 h 1196731"/>
                <a:gd name="connsiteX8" fmla="*/ 367638 w 1381186"/>
                <a:gd name="connsiteY8" fmla="*/ 212208 h 1196731"/>
                <a:gd name="connsiteX9" fmla="*/ 137133 w 1381186"/>
                <a:gd name="connsiteY9" fmla="*/ 35043 h 1196731"/>
                <a:gd name="connsiteX10" fmla="*/ 3783 w 1381186"/>
                <a:gd name="connsiteY10" fmla="*/ 236973 h 1196731"/>
                <a:gd name="connsiteX0" fmla="*/ 4467 w 1381870"/>
                <a:gd name="connsiteY0" fmla="*/ 236973 h 1196731"/>
                <a:gd name="connsiteX1" fmla="*/ 259737 w 1381870"/>
                <a:gd name="connsiteY1" fmla="*/ 412233 h 1196731"/>
                <a:gd name="connsiteX2" fmla="*/ 604542 w 1381870"/>
                <a:gd name="connsiteY2" fmla="*/ 711318 h 1196731"/>
                <a:gd name="connsiteX3" fmla="*/ 871242 w 1381870"/>
                <a:gd name="connsiteY3" fmla="*/ 987543 h 1196731"/>
                <a:gd name="connsiteX4" fmla="*/ 1284627 w 1381870"/>
                <a:gd name="connsiteY4" fmla="*/ 1141848 h 1196731"/>
                <a:gd name="connsiteX5" fmla="*/ 1381782 w 1381870"/>
                <a:gd name="connsiteY5" fmla="*/ 894198 h 1196731"/>
                <a:gd name="connsiteX6" fmla="*/ 1128417 w 1381870"/>
                <a:gd name="connsiteY6" fmla="*/ 737988 h 1196731"/>
                <a:gd name="connsiteX7" fmla="*/ 720747 w 1381870"/>
                <a:gd name="connsiteY7" fmla="*/ 454143 h 1196731"/>
                <a:gd name="connsiteX8" fmla="*/ 368322 w 1381870"/>
                <a:gd name="connsiteY8" fmla="*/ 212208 h 1196731"/>
                <a:gd name="connsiteX9" fmla="*/ 137817 w 1381870"/>
                <a:gd name="connsiteY9" fmla="*/ 35043 h 1196731"/>
                <a:gd name="connsiteX10" fmla="*/ 4467 w 1381870"/>
                <a:gd name="connsiteY10" fmla="*/ 236973 h 1196731"/>
                <a:gd name="connsiteX0" fmla="*/ 4467 w 1381870"/>
                <a:gd name="connsiteY0" fmla="*/ 217026 h 1176784"/>
                <a:gd name="connsiteX1" fmla="*/ 259737 w 1381870"/>
                <a:gd name="connsiteY1" fmla="*/ 392286 h 1176784"/>
                <a:gd name="connsiteX2" fmla="*/ 604542 w 1381870"/>
                <a:gd name="connsiteY2" fmla="*/ 691371 h 1176784"/>
                <a:gd name="connsiteX3" fmla="*/ 871242 w 1381870"/>
                <a:gd name="connsiteY3" fmla="*/ 967596 h 1176784"/>
                <a:gd name="connsiteX4" fmla="*/ 1284627 w 1381870"/>
                <a:gd name="connsiteY4" fmla="*/ 1121901 h 1176784"/>
                <a:gd name="connsiteX5" fmla="*/ 1381782 w 1381870"/>
                <a:gd name="connsiteY5" fmla="*/ 874251 h 1176784"/>
                <a:gd name="connsiteX6" fmla="*/ 1128417 w 1381870"/>
                <a:gd name="connsiteY6" fmla="*/ 718041 h 1176784"/>
                <a:gd name="connsiteX7" fmla="*/ 720747 w 1381870"/>
                <a:gd name="connsiteY7" fmla="*/ 434196 h 1176784"/>
                <a:gd name="connsiteX8" fmla="*/ 368322 w 1381870"/>
                <a:gd name="connsiteY8" fmla="*/ 192261 h 1176784"/>
                <a:gd name="connsiteX9" fmla="*/ 137817 w 1381870"/>
                <a:gd name="connsiteY9" fmla="*/ 15096 h 1176784"/>
                <a:gd name="connsiteX10" fmla="*/ 4467 w 1381870"/>
                <a:gd name="connsiteY10" fmla="*/ 217026 h 1176784"/>
                <a:gd name="connsiteX0" fmla="*/ 4825 w 1382228"/>
                <a:gd name="connsiteY0" fmla="*/ 236461 h 1196219"/>
                <a:gd name="connsiteX1" fmla="*/ 260095 w 1382228"/>
                <a:gd name="connsiteY1" fmla="*/ 411721 h 1196219"/>
                <a:gd name="connsiteX2" fmla="*/ 604900 w 1382228"/>
                <a:gd name="connsiteY2" fmla="*/ 710806 h 1196219"/>
                <a:gd name="connsiteX3" fmla="*/ 871600 w 1382228"/>
                <a:gd name="connsiteY3" fmla="*/ 987031 h 1196219"/>
                <a:gd name="connsiteX4" fmla="*/ 1284985 w 1382228"/>
                <a:gd name="connsiteY4" fmla="*/ 1141336 h 1196219"/>
                <a:gd name="connsiteX5" fmla="*/ 1382140 w 1382228"/>
                <a:gd name="connsiteY5" fmla="*/ 893686 h 1196219"/>
                <a:gd name="connsiteX6" fmla="*/ 1128775 w 1382228"/>
                <a:gd name="connsiteY6" fmla="*/ 737476 h 1196219"/>
                <a:gd name="connsiteX7" fmla="*/ 721105 w 1382228"/>
                <a:gd name="connsiteY7" fmla="*/ 453631 h 1196219"/>
                <a:gd name="connsiteX8" fmla="*/ 368680 w 1382228"/>
                <a:gd name="connsiteY8" fmla="*/ 211696 h 1196219"/>
                <a:gd name="connsiteX9" fmla="*/ 130555 w 1382228"/>
                <a:gd name="connsiteY9" fmla="*/ 11671 h 1196219"/>
                <a:gd name="connsiteX10" fmla="*/ 4825 w 1382228"/>
                <a:gd name="connsiteY10" fmla="*/ 236461 h 1196219"/>
                <a:gd name="connsiteX0" fmla="*/ 5218 w 1382621"/>
                <a:gd name="connsiteY0" fmla="*/ 236461 h 1196219"/>
                <a:gd name="connsiteX1" fmla="*/ 260488 w 1382621"/>
                <a:gd name="connsiteY1" fmla="*/ 411721 h 1196219"/>
                <a:gd name="connsiteX2" fmla="*/ 605293 w 1382621"/>
                <a:gd name="connsiteY2" fmla="*/ 710806 h 1196219"/>
                <a:gd name="connsiteX3" fmla="*/ 871993 w 1382621"/>
                <a:gd name="connsiteY3" fmla="*/ 987031 h 1196219"/>
                <a:gd name="connsiteX4" fmla="*/ 1285378 w 1382621"/>
                <a:gd name="connsiteY4" fmla="*/ 1141336 h 1196219"/>
                <a:gd name="connsiteX5" fmla="*/ 1382533 w 1382621"/>
                <a:gd name="connsiteY5" fmla="*/ 893686 h 1196219"/>
                <a:gd name="connsiteX6" fmla="*/ 1129168 w 1382621"/>
                <a:gd name="connsiteY6" fmla="*/ 737476 h 1196219"/>
                <a:gd name="connsiteX7" fmla="*/ 721498 w 1382621"/>
                <a:gd name="connsiteY7" fmla="*/ 453631 h 1196219"/>
                <a:gd name="connsiteX8" fmla="*/ 369073 w 1382621"/>
                <a:gd name="connsiteY8" fmla="*/ 211696 h 1196219"/>
                <a:gd name="connsiteX9" fmla="*/ 130948 w 1382621"/>
                <a:gd name="connsiteY9" fmla="*/ 11671 h 1196219"/>
                <a:gd name="connsiteX10" fmla="*/ 5218 w 1382621"/>
                <a:gd name="connsiteY10" fmla="*/ 236461 h 1196219"/>
                <a:gd name="connsiteX0" fmla="*/ 5218 w 1382621"/>
                <a:gd name="connsiteY0" fmla="*/ 244278 h 1204036"/>
                <a:gd name="connsiteX1" fmla="*/ 260488 w 1382621"/>
                <a:gd name="connsiteY1" fmla="*/ 419538 h 1204036"/>
                <a:gd name="connsiteX2" fmla="*/ 605293 w 1382621"/>
                <a:gd name="connsiteY2" fmla="*/ 718623 h 1204036"/>
                <a:gd name="connsiteX3" fmla="*/ 871993 w 1382621"/>
                <a:gd name="connsiteY3" fmla="*/ 994848 h 1204036"/>
                <a:gd name="connsiteX4" fmla="*/ 1285378 w 1382621"/>
                <a:gd name="connsiteY4" fmla="*/ 1149153 h 1204036"/>
                <a:gd name="connsiteX5" fmla="*/ 1382533 w 1382621"/>
                <a:gd name="connsiteY5" fmla="*/ 901503 h 1204036"/>
                <a:gd name="connsiteX6" fmla="*/ 1129168 w 1382621"/>
                <a:gd name="connsiteY6" fmla="*/ 745293 h 1204036"/>
                <a:gd name="connsiteX7" fmla="*/ 721498 w 1382621"/>
                <a:gd name="connsiteY7" fmla="*/ 461448 h 1204036"/>
                <a:gd name="connsiteX8" fmla="*/ 369073 w 1382621"/>
                <a:gd name="connsiteY8" fmla="*/ 219513 h 1204036"/>
                <a:gd name="connsiteX9" fmla="*/ 130948 w 1382621"/>
                <a:gd name="connsiteY9" fmla="*/ 19488 h 1204036"/>
                <a:gd name="connsiteX10" fmla="*/ 5218 w 1382621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19206 w 1380329"/>
                <a:gd name="connsiteY7" fmla="*/ 46144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2926 w 1380329"/>
                <a:gd name="connsiteY0" fmla="*/ 244278 h 1204036"/>
                <a:gd name="connsiteX1" fmla="*/ 258196 w 1380329"/>
                <a:gd name="connsiteY1" fmla="*/ 419538 h 1204036"/>
                <a:gd name="connsiteX2" fmla="*/ 603001 w 1380329"/>
                <a:gd name="connsiteY2" fmla="*/ 718623 h 1204036"/>
                <a:gd name="connsiteX3" fmla="*/ 869701 w 1380329"/>
                <a:gd name="connsiteY3" fmla="*/ 994848 h 1204036"/>
                <a:gd name="connsiteX4" fmla="*/ 1283086 w 1380329"/>
                <a:gd name="connsiteY4" fmla="*/ 1149153 h 1204036"/>
                <a:gd name="connsiteX5" fmla="*/ 1380241 w 1380329"/>
                <a:gd name="connsiteY5" fmla="*/ 901503 h 1204036"/>
                <a:gd name="connsiteX6" fmla="*/ 1126876 w 1380329"/>
                <a:gd name="connsiteY6" fmla="*/ 745293 h 1204036"/>
                <a:gd name="connsiteX7" fmla="*/ 780166 w 1380329"/>
                <a:gd name="connsiteY7" fmla="*/ 484308 h 1204036"/>
                <a:gd name="connsiteX8" fmla="*/ 366781 w 1380329"/>
                <a:gd name="connsiteY8" fmla="*/ 219513 h 1204036"/>
                <a:gd name="connsiteX9" fmla="*/ 128656 w 1380329"/>
                <a:gd name="connsiteY9" fmla="*/ 19488 h 1204036"/>
                <a:gd name="connsiteX10" fmla="*/ 2926 w 1380329"/>
                <a:gd name="connsiteY10" fmla="*/ 244278 h 1204036"/>
                <a:gd name="connsiteX0" fmla="*/ 1873 w 1379276"/>
                <a:gd name="connsiteY0" fmla="*/ 244278 h 1204036"/>
                <a:gd name="connsiteX1" fmla="*/ 257143 w 1379276"/>
                <a:gd name="connsiteY1" fmla="*/ 419538 h 1204036"/>
                <a:gd name="connsiteX2" fmla="*/ 601948 w 1379276"/>
                <a:gd name="connsiteY2" fmla="*/ 718623 h 1204036"/>
                <a:gd name="connsiteX3" fmla="*/ 868648 w 1379276"/>
                <a:gd name="connsiteY3" fmla="*/ 994848 h 1204036"/>
                <a:gd name="connsiteX4" fmla="*/ 1282033 w 1379276"/>
                <a:gd name="connsiteY4" fmla="*/ 1149153 h 1204036"/>
                <a:gd name="connsiteX5" fmla="*/ 1379188 w 1379276"/>
                <a:gd name="connsiteY5" fmla="*/ 901503 h 1204036"/>
                <a:gd name="connsiteX6" fmla="*/ 1125823 w 1379276"/>
                <a:gd name="connsiteY6" fmla="*/ 745293 h 1204036"/>
                <a:gd name="connsiteX7" fmla="*/ 779113 w 1379276"/>
                <a:gd name="connsiteY7" fmla="*/ 484308 h 1204036"/>
                <a:gd name="connsiteX8" fmla="*/ 365728 w 1379276"/>
                <a:gd name="connsiteY8" fmla="*/ 219513 h 1204036"/>
                <a:gd name="connsiteX9" fmla="*/ 127603 w 1379276"/>
                <a:gd name="connsiteY9" fmla="*/ 19488 h 1204036"/>
                <a:gd name="connsiteX10" fmla="*/ 1873 w 1379276"/>
                <a:gd name="connsiteY10" fmla="*/ 244278 h 1204036"/>
                <a:gd name="connsiteX0" fmla="*/ 1873 w 1379276"/>
                <a:gd name="connsiteY0" fmla="*/ 244278 h 1204036"/>
                <a:gd name="connsiteX1" fmla="*/ 257143 w 1379276"/>
                <a:gd name="connsiteY1" fmla="*/ 419538 h 1204036"/>
                <a:gd name="connsiteX2" fmla="*/ 601948 w 1379276"/>
                <a:gd name="connsiteY2" fmla="*/ 718623 h 1204036"/>
                <a:gd name="connsiteX3" fmla="*/ 910558 w 1379276"/>
                <a:gd name="connsiteY3" fmla="*/ 994848 h 1204036"/>
                <a:gd name="connsiteX4" fmla="*/ 1282033 w 1379276"/>
                <a:gd name="connsiteY4" fmla="*/ 1149153 h 1204036"/>
                <a:gd name="connsiteX5" fmla="*/ 1379188 w 1379276"/>
                <a:gd name="connsiteY5" fmla="*/ 901503 h 1204036"/>
                <a:gd name="connsiteX6" fmla="*/ 1125823 w 1379276"/>
                <a:gd name="connsiteY6" fmla="*/ 745293 h 1204036"/>
                <a:gd name="connsiteX7" fmla="*/ 779113 w 1379276"/>
                <a:gd name="connsiteY7" fmla="*/ 484308 h 1204036"/>
                <a:gd name="connsiteX8" fmla="*/ 365728 w 1379276"/>
                <a:gd name="connsiteY8" fmla="*/ 219513 h 1204036"/>
                <a:gd name="connsiteX9" fmla="*/ 127603 w 1379276"/>
                <a:gd name="connsiteY9" fmla="*/ 19488 h 1204036"/>
                <a:gd name="connsiteX10" fmla="*/ 1873 w 1379276"/>
                <a:gd name="connsiteY10" fmla="*/ 244278 h 120403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0150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2817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  <a:gd name="connsiteX0" fmla="*/ 1873 w 1379276"/>
                <a:gd name="connsiteY0" fmla="*/ 244278 h 1206796"/>
                <a:gd name="connsiteX1" fmla="*/ 257143 w 1379276"/>
                <a:gd name="connsiteY1" fmla="*/ 419538 h 1206796"/>
                <a:gd name="connsiteX2" fmla="*/ 601948 w 1379276"/>
                <a:gd name="connsiteY2" fmla="*/ 718623 h 1206796"/>
                <a:gd name="connsiteX3" fmla="*/ 910558 w 1379276"/>
                <a:gd name="connsiteY3" fmla="*/ 994848 h 1206796"/>
                <a:gd name="connsiteX4" fmla="*/ 1282033 w 1379276"/>
                <a:gd name="connsiteY4" fmla="*/ 1149153 h 1206796"/>
                <a:gd name="connsiteX5" fmla="*/ 1379188 w 1379276"/>
                <a:gd name="connsiteY5" fmla="*/ 928173 h 1206796"/>
                <a:gd name="connsiteX6" fmla="*/ 1125823 w 1379276"/>
                <a:gd name="connsiteY6" fmla="*/ 745293 h 1206796"/>
                <a:gd name="connsiteX7" fmla="*/ 779113 w 1379276"/>
                <a:gd name="connsiteY7" fmla="*/ 484308 h 1206796"/>
                <a:gd name="connsiteX8" fmla="*/ 365728 w 1379276"/>
                <a:gd name="connsiteY8" fmla="*/ 219513 h 1206796"/>
                <a:gd name="connsiteX9" fmla="*/ 127603 w 1379276"/>
                <a:gd name="connsiteY9" fmla="*/ 19488 h 1206796"/>
                <a:gd name="connsiteX10" fmla="*/ 1873 w 1379276"/>
                <a:gd name="connsiteY10" fmla="*/ 244278 h 1206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79276" h="1206796">
                  <a:moveTo>
                    <a:pt x="1873" y="244278"/>
                  </a:moveTo>
                  <a:cubicBezTo>
                    <a:pt x="13303" y="348418"/>
                    <a:pt x="78073" y="441128"/>
                    <a:pt x="257143" y="419538"/>
                  </a:cubicBezTo>
                  <a:cubicBezTo>
                    <a:pt x="234918" y="564953"/>
                    <a:pt x="376523" y="782758"/>
                    <a:pt x="601948" y="718623"/>
                  </a:cubicBezTo>
                  <a:cubicBezTo>
                    <a:pt x="530828" y="947858"/>
                    <a:pt x="787368" y="1085653"/>
                    <a:pt x="910558" y="994848"/>
                  </a:cubicBezTo>
                  <a:cubicBezTo>
                    <a:pt x="917543" y="1160583"/>
                    <a:pt x="1065498" y="1284408"/>
                    <a:pt x="1282033" y="1149153"/>
                  </a:cubicBezTo>
                  <a:cubicBezTo>
                    <a:pt x="1352518" y="1094543"/>
                    <a:pt x="1381093" y="1009453"/>
                    <a:pt x="1379188" y="928173"/>
                  </a:cubicBezTo>
                  <a:cubicBezTo>
                    <a:pt x="1381093" y="869753"/>
                    <a:pt x="1291558" y="727513"/>
                    <a:pt x="1125823" y="745293"/>
                  </a:cubicBezTo>
                  <a:cubicBezTo>
                    <a:pt x="1156303" y="513518"/>
                    <a:pt x="939133" y="399853"/>
                    <a:pt x="779113" y="484308"/>
                  </a:cubicBezTo>
                  <a:cubicBezTo>
                    <a:pt x="833088" y="333813"/>
                    <a:pt x="574643" y="57588"/>
                    <a:pt x="365728" y="219513"/>
                  </a:cubicBezTo>
                  <a:cubicBezTo>
                    <a:pt x="414623" y="16948"/>
                    <a:pt x="193008" y="-33217"/>
                    <a:pt x="127603" y="19488"/>
                  </a:cubicBezTo>
                  <a:cubicBezTo>
                    <a:pt x="82201" y="42666"/>
                    <a:pt x="-14637" y="116643"/>
                    <a:pt x="1873" y="244278"/>
                  </a:cubicBezTo>
                  <a:close/>
                </a:path>
              </a:pathLst>
            </a:cu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245" name="Group 36">
            <a:extLst>
              <a:ext uri="{FF2B5EF4-FFF2-40B4-BE49-F238E27FC236}">
                <a16:creationId xmlns:a16="http://schemas.microsoft.com/office/drawing/2014/main" id="{B711FD03-0991-4D8C-9DC7-56B521CDDE50}"/>
              </a:ext>
            </a:extLst>
          </p:cNvPr>
          <p:cNvGrpSpPr/>
          <p:nvPr userDrawn="1"/>
        </p:nvGrpSpPr>
        <p:grpSpPr>
          <a:xfrm rot="2700000">
            <a:off x="540000" y="1260000"/>
            <a:ext cx="2867579" cy="2801829"/>
            <a:chOff x="5090840" y="2579702"/>
            <a:chExt cx="2387934" cy="2333182"/>
          </a:xfrm>
          <a:solidFill>
            <a:schemeClr val="bg1">
              <a:lumMod val="50000"/>
            </a:schemeClr>
          </a:solidFill>
        </p:grpSpPr>
        <p:sp>
          <p:nvSpPr>
            <p:cNvPr id="246" name="Freeform: Shape 37">
              <a:extLst>
                <a:ext uri="{FF2B5EF4-FFF2-40B4-BE49-F238E27FC236}">
                  <a16:creationId xmlns:a16="http://schemas.microsoft.com/office/drawing/2014/main" id="{25E97277-661D-4FD1-A5BE-4913EE6DAFC6}"/>
                </a:ext>
              </a:extLst>
            </p:cNvPr>
            <p:cNvSpPr/>
            <p:nvPr/>
          </p:nvSpPr>
          <p:spPr>
            <a:xfrm>
              <a:off x="5621493" y="4116906"/>
              <a:ext cx="1326628" cy="795978"/>
            </a:xfrm>
            <a:custGeom>
              <a:avLst/>
              <a:gdLst>
                <a:gd name="connsiteX0" fmla="*/ 370725 w 737797"/>
                <a:gd name="connsiteY0" fmla="*/ 441321 h 442678"/>
                <a:gd name="connsiteX1" fmla="*/ 178898 w 737797"/>
                <a:gd name="connsiteY1" fmla="*/ 442023 h 442678"/>
                <a:gd name="connsiteX2" fmla="*/ 148684 w 737797"/>
                <a:gd name="connsiteY2" fmla="*/ 413214 h 442678"/>
                <a:gd name="connsiteX3" fmla="*/ 149386 w 737797"/>
                <a:gd name="connsiteY3" fmla="*/ 303599 h 442678"/>
                <a:gd name="connsiteX4" fmla="*/ 138846 w 737797"/>
                <a:gd name="connsiteY4" fmla="*/ 274087 h 442678"/>
                <a:gd name="connsiteX5" fmla="*/ 110037 w 737797"/>
                <a:gd name="connsiteY5" fmla="*/ 274790 h 442678"/>
                <a:gd name="connsiteX6" fmla="*/ 55230 w 737797"/>
                <a:gd name="connsiteY6" fmla="*/ 301491 h 442678"/>
                <a:gd name="connsiteX7" fmla="*/ 2530 w 737797"/>
                <a:gd name="connsiteY7" fmla="*/ 243872 h 442678"/>
                <a:gd name="connsiteX8" fmla="*/ 40473 w 737797"/>
                <a:gd name="connsiteY8" fmla="*/ 146905 h 442678"/>
                <a:gd name="connsiteX9" fmla="*/ 105119 w 737797"/>
                <a:gd name="connsiteY9" fmla="*/ 160255 h 442678"/>
                <a:gd name="connsiteX10" fmla="*/ 127604 w 737797"/>
                <a:gd name="connsiteY10" fmla="*/ 175714 h 442678"/>
                <a:gd name="connsiteX11" fmla="*/ 149386 w 737797"/>
                <a:gd name="connsiteY11" fmla="*/ 143391 h 442678"/>
                <a:gd name="connsiteX12" fmla="*/ 148684 w 737797"/>
                <a:gd name="connsiteY12" fmla="*/ 23236 h 442678"/>
                <a:gd name="connsiteX13" fmla="*/ 170466 w 737797"/>
                <a:gd name="connsiteY13" fmla="*/ 48 h 442678"/>
                <a:gd name="connsiteX14" fmla="*/ 290622 w 737797"/>
                <a:gd name="connsiteY14" fmla="*/ 751 h 442678"/>
                <a:gd name="connsiteX15" fmla="*/ 330673 w 737797"/>
                <a:gd name="connsiteY15" fmla="*/ 19722 h 442678"/>
                <a:gd name="connsiteX16" fmla="*/ 327160 w 737797"/>
                <a:gd name="connsiteY16" fmla="*/ 59072 h 442678"/>
                <a:gd name="connsiteX17" fmla="*/ 301864 w 737797"/>
                <a:gd name="connsiteY17" fmla="*/ 105447 h 442678"/>
                <a:gd name="connsiteX18" fmla="*/ 357375 w 737797"/>
                <a:gd name="connsiteY18" fmla="*/ 148310 h 442678"/>
                <a:gd name="connsiteX19" fmla="*/ 419209 w 737797"/>
                <a:gd name="connsiteY19" fmla="*/ 132851 h 442678"/>
                <a:gd name="connsiteX20" fmla="*/ 419209 w 737797"/>
                <a:gd name="connsiteY20" fmla="*/ 63287 h 442678"/>
                <a:gd name="connsiteX21" fmla="*/ 401643 w 737797"/>
                <a:gd name="connsiteY21" fmla="*/ 35884 h 442678"/>
                <a:gd name="connsiteX22" fmla="*/ 437478 w 737797"/>
                <a:gd name="connsiteY22" fmla="*/ 2156 h 442678"/>
                <a:gd name="connsiteX23" fmla="*/ 582228 w 737797"/>
                <a:gd name="connsiteY23" fmla="*/ 751 h 442678"/>
                <a:gd name="connsiteX24" fmla="*/ 591362 w 737797"/>
                <a:gd name="connsiteY24" fmla="*/ 19020 h 442678"/>
                <a:gd name="connsiteX25" fmla="*/ 591362 w 737797"/>
                <a:gd name="connsiteY25" fmla="*/ 134257 h 442678"/>
                <a:gd name="connsiteX26" fmla="*/ 596983 w 737797"/>
                <a:gd name="connsiteY26" fmla="*/ 160255 h 442678"/>
                <a:gd name="connsiteX27" fmla="*/ 634224 w 737797"/>
                <a:gd name="connsiteY27" fmla="*/ 164471 h 442678"/>
                <a:gd name="connsiteX28" fmla="*/ 722760 w 737797"/>
                <a:gd name="connsiteY28" fmla="*/ 165174 h 442678"/>
                <a:gd name="connsiteX29" fmla="*/ 695356 w 737797"/>
                <a:gd name="connsiteY29" fmla="*/ 298680 h 442678"/>
                <a:gd name="connsiteX30" fmla="*/ 637035 w 737797"/>
                <a:gd name="connsiteY30" fmla="*/ 283221 h 442678"/>
                <a:gd name="connsiteX31" fmla="*/ 613144 w 737797"/>
                <a:gd name="connsiteY31" fmla="*/ 267060 h 442678"/>
                <a:gd name="connsiteX32" fmla="*/ 591362 w 737797"/>
                <a:gd name="connsiteY32" fmla="*/ 302193 h 442678"/>
                <a:gd name="connsiteX33" fmla="*/ 592065 w 737797"/>
                <a:gd name="connsiteY33" fmla="*/ 420241 h 442678"/>
                <a:gd name="connsiteX34" fmla="*/ 570282 w 737797"/>
                <a:gd name="connsiteY34" fmla="*/ 442726 h 442678"/>
                <a:gd name="connsiteX35" fmla="*/ 370725 w 737797"/>
                <a:gd name="connsiteY35" fmla="*/ 441321 h 442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737797" h="442678">
                  <a:moveTo>
                    <a:pt x="370725" y="441321"/>
                  </a:moveTo>
                  <a:cubicBezTo>
                    <a:pt x="306783" y="441321"/>
                    <a:pt x="242840" y="440618"/>
                    <a:pt x="178898" y="442023"/>
                  </a:cubicBezTo>
                  <a:cubicBezTo>
                    <a:pt x="155710" y="442726"/>
                    <a:pt x="146576" y="438510"/>
                    <a:pt x="148684" y="413214"/>
                  </a:cubicBezTo>
                  <a:cubicBezTo>
                    <a:pt x="151494" y="376676"/>
                    <a:pt x="149386" y="340137"/>
                    <a:pt x="149386" y="303599"/>
                  </a:cubicBezTo>
                  <a:cubicBezTo>
                    <a:pt x="149386" y="292356"/>
                    <a:pt x="147981" y="282519"/>
                    <a:pt x="138846" y="274087"/>
                  </a:cubicBezTo>
                  <a:cubicBezTo>
                    <a:pt x="128306" y="264250"/>
                    <a:pt x="119874" y="260736"/>
                    <a:pt x="110037" y="274790"/>
                  </a:cubicBezTo>
                  <a:cubicBezTo>
                    <a:pt x="96686" y="293761"/>
                    <a:pt x="79823" y="309923"/>
                    <a:pt x="55230" y="301491"/>
                  </a:cubicBezTo>
                  <a:cubicBezTo>
                    <a:pt x="28528" y="292356"/>
                    <a:pt x="8853" y="274087"/>
                    <a:pt x="2530" y="243872"/>
                  </a:cubicBezTo>
                  <a:cubicBezTo>
                    <a:pt x="-5902" y="201010"/>
                    <a:pt x="6746" y="166579"/>
                    <a:pt x="40473" y="146905"/>
                  </a:cubicBezTo>
                  <a:cubicBezTo>
                    <a:pt x="65067" y="132148"/>
                    <a:pt x="82633" y="136365"/>
                    <a:pt x="105119" y="160255"/>
                  </a:cubicBezTo>
                  <a:cubicBezTo>
                    <a:pt x="111443" y="167282"/>
                    <a:pt x="114956" y="181335"/>
                    <a:pt x="127604" y="175714"/>
                  </a:cubicBezTo>
                  <a:cubicBezTo>
                    <a:pt x="140252" y="170092"/>
                    <a:pt x="149386" y="159552"/>
                    <a:pt x="149386" y="143391"/>
                  </a:cubicBezTo>
                  <a:cubicBezTo>
                    <a:pt x="149386" y="103339"/>
                    <a:pt x="150089" y="63287"/>
                    <a:pt x="148684" y="23236"/>
                  </a:cubicBezTo>
                  <a:cubicBezTo>
                    <a:pt x="147981" y="6372"/>
                    <a:pt x="150792" y="-655"/>
                    <a:pt x="170466" y="48"/>
                  </a:cubicBezTo>
                  <a:cubicBezTo>
                    <a:pt x="210518" y="2156"/>
                    <a:pt x="250570" y="751"/>
                    <a:pt x="290622" y="751"/>
                  </a:cubicBezTo>
                  <a:cubicBezTo>
                    <a:pt x="307486" y="751"/>
                    <a:pt x="320836" y="7074"/>
                    <a:pt x="330673" y="19722"/>
                  </a:cubicBezTo>
                  <a:cubicBezTo>
                    <a:pt x="341916" y="33775"/>
                    <a:pt x="344024" y="46424"/>
                    <a:pt x="327160" y="59072"/>
                  </a:cubicBezTo>
                  <a:cubicBezTo>
                    <a:pt x="312404" y="70314"/>
                    <a:pt x="292730" y="82259"/>
                    <a:pt x="301864" y="105447"/>
                  </a:cubicBezTo>
                  <a:cubicBezTo>
                    <a:pt x="311702" y="129338"/>
                    <a:pt x="329268" y="146202"/>
                    <a:pt x="357375" y="148310"/>
                  </a:cubicBezTo>
                  <a:cubicBezTo>
                    <a:pt x="379860" y="150418"/>
                    <a:pt x="400940" y="149013"/>
                    <a:pt x="419209" y="132851"/>
                  </a:cubicBezTo>
                  <a:cubicBezTo>
                    <a:pt x="448018" y="106150"/>
                    <a:pt x="448018" y="89286"/>
                    <a:pt x="419209" y="63287"/>
                  </a:cubicBezTo>
                  <a:cubicBezTo>
                    <a:pt x="410777" y="56261"/>
                    <a:pt x="396724" y="50640"/>
                    <a:pt x="401643" y="35884"/>
                  </a:cubicBezTo>
                  <a:cubicBezTo>
                    <a:pt x="407264" y="19020"/>
                    <a:pt x="418506" y="2859"/>
                    <a:pt x="437478" y="2156"/>
                  </a:cubicBezTo>
                  <a:cubicBezTo>
                    <a:pt x="485962" y="48"/>
                    <a:pt x="534446" y="751"/>
                    <a:pt x="582228" y="751"/>
                  </a:cubicBezTo>
                  <a:cubicBezTo>
                    <a:pt x="596983" y="751"/>
                    <a:pt x="591362" y="11993"/>
                    <a:pt x="591362" y="19020"/>
                  </a:cubicBezTo>
                  <a:cubicBezTo>
                    <a:pt x="592065" y="57666"/>
                    <a:pt x="591362" y="95610"/>
                    <a:pt x="591362" y="134257"/>
                  </a:cubicBezTo>
                  <a:cubicBezTo>
                    <a:pt x="591362" y="143391"/>
                    <a:pt x="592065" y="152526"/>
                    <a:pt x="596983" y="160255"/>
                  </a:cubicBezTo>
                  <a:cubicBezTo>
                    <a:pt x="608929" y="179930"/>
                    <a:pt x="618766" y="180632"/>
                    <a:pt x="634224" y="164471"/>
                  </a:cubicBezTo>
                  <a:cubicBezTo>
                    <a:pt x="665142" y="130041"/>
                    <a:pt x="692545" y="130743"/>
                    <a:pt x="722760" y="165174"/>
                  </a:cubicBezTo>
                  <a:cubicBezTo>
                    <a:pt x="758596" y="205928"/>
                    <a:pt x="743840" y="274790"/>
                    <a:pt x="695356" y="298680"/>
                  </a:cubicBezTo>
                  <a:cubicBezTo>
                    <a:pt x="671465" y="310625"/>
                    <a:pt x="653899" y="300788"/>
                    <a:pt x="637035" y="283221"/>
                  </a:cubicBezTo>
                  <a:cubicBezTo>
                    <a:pt x="630711" y="276195"/>
                    <a:pt x="627901" y="260033"/>
                    <a:pt x="613144" y="267060"/>
                  </a:cubicBezTo>
                  <a:cubicBezTo>
                    <a:pt x="599794" y="273384"/>
                    <a:pt x="591362" y="285330"/>
                    <a:pt x="591362" y="302193"/>
                  </a:cubicBezTo>
                  <a:cubicBezTo>
                    <a:pt x="591362" y="341543"/>
                    <a:pt x="590659" y="380892"/>
                    <a:pt x="592065" y="420241"/>
                  </a:cubicBezTo>
                  <a:cubicBezTo>
                    <a:pt x="592767" y="437807"/>
                    <a:pt x="588551" y="443429"/>
                    <a:pt x="570282" y="442726"/>
                  </a:cubicBezTo>
                  <a:cubicBezTo>
                    <a:pt x="504232" y="440618"/>
                    <a:pt x="437478" y="441321"/>
                    <a:pt x="370725" y="441321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38">
              <a:extLst>
                <a:ext uri="{FF2B5EF4-FFF2-40B4-BE49-F238E27FC236}">
                  <a16:creationId xmlns:a16="http://schemas.microsoft.com/office/drawing/2014/main" id="{2D9FE812-8E49-4B43-835E-D9E2416E3115}"/>
                </a:ext>
              </a:extLst>
            </p:cNvPr>
            <p:cNvSpPr/>
            <p:nvPr/>
          </p:nvSpPr>
          <p:spPr>
            <a:xfrm>
              <a:off x="5886818" y="2579702"/>
              <a:ext cx="795978" cy="1061303"/>
            </a:xfrm>
            <a:custGeom>
              <a:avLst/>
              <a:gdLst>
                <a:gd name="connsiteX0" fmla="*/ 222086 w 442678"/>
                <a:gd name="connsiteY0" fmla="*/ 1407 h 590237"/>
                <a:gd name="connsiteX1" fmla="*/ 418832 w 442678"/>
                <a:gd name="connsiteY1" fmla="*/ 704 h 590237"/>
                <a:gd name="connsiteX2" fmla="*/ 443425 w 442678"/>
                <a:gd name="connsiteY2" fmla="*/ 23892 h 590237"/>
                <a:gd name="connsiteX3" fmla="*/ 442722 w 442678"/>
                <a:gd name="connsiteY3" fmla="*/ 136318 h 590237"/>
                <a:gd name="connsiteX4" fmla="*/ 428669 w 442678"/>
                <a:gd name="connsiteY4" fmla="*/ 176370 h 590237"/>
                <a:gd name="connsiteX5" fmla="*/ 380185 w 442678"/>
                <a:gd name="connsiteY5" fmla="*/ 175667 h 590237"/>
                <a:gd name="connsiteX6" fmla="*/ 338025 w 442678"/>
                <a:gd name="connsiteY6" fmla="*/ 153182 h 590237"/>
                <a:gd name="connsiteX7" fmla="*/ 295163 w 442678"/>
                <a:gd name="connsiteY7" fmla="*/ 201666 h 590237"/>
                <a:gd name="connsiteX8" fmla="*/ 319756 w 442678"/>
                <a:gd name="connsiteY8" fmla="*/ 280365 h 590237"/>
                <a:gd name="connsiteX9" fmla="*/ 373861 w 442678"/>
                <a:gd name="connsiteY9" fmla="*/ 275446 h 590237"/>
                <a:gd name="connsiteX10" fmla="*/ 410400 w 442678"/>
                <a:gd name="connsiteY10" fmla="*/ 254366 h 590237"/>
                <a:gd name="connsiteX11" fmla="*/ 442020 w 442678"/>
                <a:gd name="connsiteY11" fmla="*/ 298634 h 590237"/>
                <a:gd name="connsiteX12" fmla="*/ 442722 w 442678"/>
                <a:gd name="connsiteY12" fmla="*/ 430032 h 590237"/>
                <a:gd name="connsiteX13" fmla="*/ 425156 w 442678"/>
                <a:gd name="connsiteY13" fmla="*/ 443382 h 590237"/>
                <a:gd name="connsiteX14" fmla="*/ 307811 w 442678"/>
                <a:gd name="connsiteY14" fmla="*/ 443382 h 590237"/>
                <a:gd name="connsiteX15" fmla="*/ 276894 w 442678"/>
                <a:gd name="connsiteY15" fmla="*/ 451112 h 590237"/>
                <a:gd name="connsiteX16" fmla="*/ 276191 w 442678"/>
                <a:gd name="connsiteY16" fmla="*/ 482732 h 590237"/>
                <a:gd name="connsiteX17" fmla="*/ 301487 w 442678"/>
                <a:gd name="connsiteY17" fmla="*/ 538242 h 590237"/>
                <a:gd name="connsiteX18" fmla="*/ 245976 w 442678"/>
                <a:gd name="connsiteY18" fmla="*/ 588834 h 590237"/>
                <a:gd name="connsiteX19" fmla="*/ 152522 w 442678"/>
                <a:gd name="connsiteY19" fmla="*/ 560025 h 590237"/>
                <a:gd name="connsiteX20" fmla="*/ 158846 w 442678"/>
                <a:gd name="connsiteY20" fmla="*/ 488353 h 590237"/>
                <a:gd name="connsiteX21" fmla="*/ 175007 w 442678"/>
                <a:gd name="connsiteY21" fmla="*/ 463760 h 590237"/>
                <a:gd name="connsiteX22" fmla="*/ 142685 w 442678"/>
                <a:gd name="connsiteY22" fmla="*/ 443382 h 590237"/>
                <a:gd name="connsiteX23" fmla="*/ 22529 w 442678"/>
                <a:gd name="connsiteY23" fmla="*/ 444085 h 590237"/>
                <a:gd name="connsiteX24" fmla="*/ 44 w 442678"/>
                <a:gd name="connsiteY24" fmla="*/ 423708 h 590237"/>
                <a:gd name="connsiteX25" fmla="*/ 44 w 442678"/>
                <a:gd name="connsiteY25" fmla="*/ 300742 h 590237"/>
                <a:gd name="connsiteX26" fmla="*/ 18313 w 442678"/>
                <a:gd name="connsiteY26" fmla="*/ 262798 h 590237"/>
                <a:gd name="connsiteX27" fmla="*/ 59770 w 442678"/>
                <a:gd name="connsiteY27" fmla="*/ 265609 h 590237"/>
                <a:gd name="connsiteX28" fmla="*/ 106146 w 442678"/>
                <a:gd name="connsiteY28" fmla="*/ 289499 h 590237"/>
                <a:gd name="connsiteX29" fmla="*/ 148306 w 442678"/>
                <a:gd name="connsiteY29" fmla="*/ 233989 h 590237"/>
                <a:gd name="connsiteX30" fmla="*/ 143388 w 442678"/>
                <a:gd name="connsiteY30" fmla="*/ 188316 h 590237"/>
                <a:gd name="connsiteX31" fmla="*/ 64689 w 442678"/>
                <a:gd name="connsiteY31" fmla="*/ 171452 h 590237"/>
                <a:gd name="connsiteX32" fmla="*/ 35880 w 442678"/>
                <a:gd name="connsiteY32" fmla="*/ 190423 h 590237"/>
                <a:gd name="connsiteX33" fmla="*/ 2152 w 442678"/>
                <a:gd name="connsiteY33" fmla="*/ 151777 h 590237"/>
                <a:gd name="connsiteX34" fmla="*/ 1449 w 442678"/>
                <a:gd name="connsiteY34" fmla="*/ 11947 h 590237"/>
                <a:gd name="connsiteX35" fmla="*/ 20421 w 442678"/>
                <a:gd name="connsiteY35" fmla="*/ 704 h 590237"/>
                <a:gd name="connsiteX36" fmla="*/ 222086 w 442678"/>
                <a:gd name="connsiteY36" fmla="*/ 1407 h 59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42678" h="590237">
                  <a:moveTo>
                    <a:pt x="222086" y="1407"/>
                  </a:moveTo>
                  <a:cubicBezTo>
                    <a:pt x="287434" y="1407"/>
                    <a:pt x="353484" y="2110"/>
                    <a:pt x="418832" y="704"/>
                  </a:cubicBezTo>
                  <a:cubicBezTo>
                    <a:pt x="437101" y="704"/>
                    <a:pt x="444830" y="4218"/>
                    <a:pt x="443425" y="23892"/>
                  </a:cubicBezTo>
                  <a:cubicBezTo>
                    <a:pt x="442020" y="61133"/>
                    <a:pt x="442722" y="98374"/>
                    <a:pt x="442722" y="136318"/>
                  </a:cubicBezTo>
                  <a:cubicBezTo>
                    <a:pt x="442722" y="151777"/>
                    <a:pt x="439209" y="165128"/>
                    <a:pt x="428669" y="176370"/>
                  </a:cubicBezTo>
                  <a:cubicBezTo>
                    <a:pt x="408994" y="197450"/>
                    <a:pt x="399157" y="197450"/>
                    <a:pt x="380185" y="175667"/>
                  </a:cubicBezTo>
                  <a:cubicBezTo>
                    <a:pt x="368943" y="163020"/>
                    <a:pt x="358403" y="146156"/>
                    <a:pt x="338025" y="153182"/>
                  </a:cubicBezTo>
                  <a:cubicBezTo>
                    <a:pt x="315540" y="161614"/>
                    <a:pt x="298676" y="176370"/>
                    <a:pt x="295163" y="201666"/>
                  </a:cubicBezTo>
                  <a:cubicBezTo>
                    <a:pt x="290947" y="231881"/>
                    <a:pt x="291649" y="259987"/>
                    <a:pt x="319756" y="280365"/>
                  </a:cubicBezTo>
                  <a:cubicBezTo>
                    <a:pt x="342241" y="296526"/>
                    <a:pt x="354889" y="295823"/>
                    <a:pt x="373861" y="275446"/>
                  </a:cubicBezTo>
                  <a:cubicBezTo>
                    <a:pt x="383699" y="264906"/>
                    <a:pt x="390022" y="245231"/>
                    <a:pt x="410400" y="254366"/>
                  </a:cubicBezTo>
                  <a:cubicBezTo>
                    <a:pt x="429372" y="262798"/>
                    <a:pt x="441317" y="277554"/>
                    <a:pt x="442020" y="298634"/>
                  </a:cubicBezTo>
                  <a:cubicBezTo>
                    <a:pt x="442722" y="342199"/>
                    <a:pt x="442020" y="386467"/>
                    <a:pt x="442722" y="430032"/>
                  </a:cubicBezTo>
                  <a:cubicBezTo>
                    <a:pt x="442722" y="444085"/>
                    <a:pt x="434993" y="444085"/>
                    <a:pt x="425156" y="443382"/>
                  </a:cubicBezTo>
                  <a:cubicBezTo>
                    <a:pt x="385807" y="443382"/>
                    <a:pt x="346457" y="443382"/>
                    <a:pt x="307811" y="443382"/>
                  </a:cubicBezTo>
                  <a:cubicBezTo>
                    <a:pt x="296568" y="443382"/>
                    <a:pt x="286028" y="442680"/>
                    <a:pt x="276894" y="451112"/>
                  </a:cubicBezTo>
                  <a:cubicBezTo>
                    <a:pt x="266354" y="461652"/>
                    <a:pt x="258624" y="470786"/>
                    <a:pt x="276191" y="482732"/>
                  </a:cubicBezTo>
                  <a:cubicBezTo>
                    <a:pt x="295163" y="495380"/>
                    <a:pt x="309919" y="513649"/>
                    <a:pt x="301487" y="538242"/>
                  </a:cubicBezTo>
                  <a:cubicBezTo>
                    <a:pt x="292352" y="564241"/>
                    <a:pt x="274786" y="583213"/>
                    <a:pt x="245976" y="588834"/>
                  </a:cubicBezTo>
                  <a:cubicBezTo>
                    <a:pt x="209438" y="595861"/>
                    <a:pt x="177115" y="591645"/>
                    <a:pt x="152522" y="560025"/>
                  </a:cubicBezTo>
                  <a:cubicBezTo>
                    <a:pt x="131442" y="532621"/>
                    <a:pt x="133550" y="512244"/>
                    <a:pt x="158846" y="488353"/>
                  </a:cubicBezTo>
                  <a:cubicBezTo>
                    <a:pt x="165873" y="481326"/>
                    <a:pt x="181331" y="478516"/>
                    <a:pt x="175007" y="463760"/>
                  </a:cubicBezTo>
                  <a:cubicBezTo>
                    <a:pt x="169386" y="450409"/>
                    <a:pt x="158143" y="443382"/>
                    <a:pt x="142685" y="443382"/>
                  </a:cubicBezTo>
                  <a:cubicBezTo>
                    <a:pt x="102633" y="443382"/>
                    <a:pt x="62581" y="442680"/>
                    <a:pt x="22529" y="444085"/>
                  </a:cubicBezTo>
                  <a:cubicBezTo>
                    <a:pt x="7071" y="444788"/>
                    <a:pt x="-659" y="442680"/>
                    <a:pt x="44" y="423708"/>
                  </a:cubicBezTo>
                  <a:cubicBezTo>
                    <a:pt x="1449" y="382953"/>
                    <a:pt x="747" y="341496"/>
                    <a:pt x="44" y="300742"/>
                  </a:cubicBezTo>
                  <a:cubicBezTo>
                    <a:pt x="44" y="284580"/>
                    <a:pt x="6368" y="272635"/>
                    <a:pt x="18313" y="262798"/>
                  </a:cubicBezTo>
                  <a:cubicBezTo>
                    <a:pt x="33069" y="250150"/>
                    <a:pt x="46420" y="248042"/>
                    <a:pt x="59770" y="265609"/>
                  </a:cubicBezTo>
                  <a:cubicBezTo>
                    <a:pt x="71013" y="280365"/>
                    <a:pt x="82958" y="299336"/>
                    <a:pt x="106146" y="289499"/>
                  </a:cubicBezTo>
                  <a:cubicBezTo>
                    <a:pt x="130037" y="279662"/>
                    <a:pt x="146198" y="261393"/>
                    <a:pt x="148306" y="233989"/>
                  </a:cubicBezTo>
                  <a:cubicBezTo>
                    <a:pt x="149009" y="218530"/>
                    <a:pt x="149712" y="203072"/>
                    <a:pt x="143388" y="188316"/>
                  </a:cubicBezTo>
                  <a:cubicBezTo>
                    <a:pt x="125821" y="149669"/>
                    <a:pt x="90688" y="142642"/>
                    <a:pt x="64689" y="171452"/>
                  </a:cubicBezTo>
                  <a:cubicBezTo>
                    <a:pt x="56960" y="179884"/>
                    <a:pt x="52041" y="196045"/>
                    <a:pt x="35880" y="190423"/>
                  </a:cubicBezTo>
                  <a:cubicBezTo>
                    <a:pt x="17611" y="184100"/>
                    <a:pt x="2855" y="171452"/>
                    <a:pt x="2152" y="151777"/>
                  </a:cubicBezTo>
                  <a:cubicBezTo>
                    <a:pt x="747" y="105401"/>
                    <a:pt x="1449" y="59025"/>
                    <a:pt x="1449" y="11947"/>
                  </a:cubicBezTo>
                  <a:cubicBezTo>
                    <a:pt x="1449" y="-4214"/>
                    <a:pt x="12692" y="704"/>
                    <a:pt x="20421" y="704"/>
                  </a:cubicBezTo>
                  <a:cubicBezTo>
                    <a:pt x="87174" y="1407"/>
                    <a:pt x="154630" y="1407"/>
                    <a:pt x="222086" y="1407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39">
              <a:extLst>
                <a:ext uri="{FF2B5EF4-FFF2-40B4-BE49-F238E27FC236}">
                  <a16:creationId xmlns:a16="http://schemas.microsoft.com/office/drawing/2014/main" id="{6B72AF48-DD30-4449-841B-F1C08A1F0500}"/>
                </a:ext>
              </a:extLst>
            </p:cNvPr>
            <p:cNvSpPr/>
            <p:nvPr/>
          </p:nvSpPr>
          <p:spPr>
            <a:xfrm>
              <a:off x="6682796" y="3092504"/>
              <a:ext cx="795978" cy="1061303"/>
            </a:xfrm>
            <a:custGeom>
              <a:avLst/>
              <a:gdLst>
                <a:gd name="connsiteX0" fmla="*/ 442778 w 442678"/>
                <a:gd name="connsiteY0" fmla="*/ 370410 h 590237"/>
                <a:gd name="connsiteX1" fmla="*/ 443481 w 442678"/>
                <a:gd name="connsiteY1" fmla="*/ 570669 h 590237"/>
                <a:gd name="connsiteX2" fmla="*/ 422401 w 442678"/>
                <a:gd name="connsiteY2" fmla="*/ 592452 h 590237"/>
                <a:gd name="connsiteX3" fmla="*/ 307164 w 442678"/>
                <a:gd name="connsiteY3" fmla="*/ 591749 h 590237"/>
                <a:gd name="connsiteX4" fmla="*/ 269220 w 442678"/>
                <a:gd name="connsiteY4" fmla="*/ 579803 h 590237"/>
                <a:gd name="connsiteX5" fmla="*/ 268517 w 442678"/>
                <a:gd name="connsiteY5" fmla="*/ 529212 h 590237"/>
                <a:gd name="connsiteX6" fmla="*/ 290300 w 442678"/>
                <a:gd name="connsiteY6" fmla="*/ 489160 h 590237"/>
                <a:gd name="connsiteX7" fmla="*/ 246032 w 442678"/>
                <a:gd name="connsiteY7" fmla="*/ 445595 h 590237"/>
                <a:gd name="connsiteX8" fmla="*/ 165929 w 442678"/>
                <a:gd name="connsiteY8" fmla="*/ 465972 h 590237"/>
                <a:gd name="connsiteX9" fmla="*/ 169442 w 442678"/>
                <a:gd name="connsiteY9" fmla="*/ 524293 h 590237"/>
                <a:gd name="connsiteX10" fmla="*/ 189819 w 442678"/>
                <a:gd name="connsiteY10" fmla="*/ 558021 h 590237"/>
                <a:gd name="connsiteX11" fmla="*/ 143443 w 442678"/>
                <a:gd name="connsiteY11" fmla="*/ 590343 h 590237"/>
                <a:gd name="connsiteX12" fmla="*/ 14856 w 442678"/>
                <a:gd name="connsiteY12" fmla="*/ 591046 h 590237"/>
                <a:gd name="connsiteX13" fmla="*/ 100 w 442678"/>
                <a:gd name="connsiteY13" fmla="*/ 574885 h 590237"/>
                <a:gd name="connsiteX14" fmla="*/ 100 w 442678"/>
                <a:gd name="connsiteY14" fmla="*/ 446297 h 590237"/>
                <a:gd name="connsiteX15" fmla="*/ 31720 w 442678"/>
                <a:gd name="connsiteY15" fmla="*/ 402732 h 590237"/>
                <a:gd name="connsiteX16" fmla="*/ 66150 w 442678"/>
                <a:gd name="connsiteY16" fmla="*/ 421704 h 590237"/>
                <a:gd name="connsiteX17" fmla="*/ 142038 w 442678"/>
                <a:gd name="connsiteY17" fmla="*/ 406246 h 590237"/>
                <a:gd name="connsiteX18" fmla="*/ 125174 w 442678"/>
                <a:gd name="connsiteY18" fmla="*/ 313494 h 590237"/>
                <a:gd name="connsiteX19" fmla="*/ 66853 w 442678"/>
                <a:gd name="connsiteY19" fmla="*/ 317710 h 590237"/>
                <a:gd name="connsiteX20" fmla="*/ 33828 w 442678"/>
                <a:gd name="connsiteY20" fmla="*/ 337384 h 590237"/>
                <a:gd name="connsiteX21" fmla="*/ 802 w 442678"/>
                <a:gd name="connsiteY21" fmla="*/ 291711 h 590237"/>
                <a:gd name="connsiteX22" fmla="*/ 100 w 442678"/>
                <a:gd name="connsiteY22" fmla="*/ 168745 h 590237"/>
                <a:gd name="connsiteX23" fmla="*/ 19774 w 442678"/>
                <a:gd name="connsiteY23" fmla="*/ 149071 h 590237"/>
                <a:gd name="connsiteX24" fmla="*/ 135011 w 442678"/>
                <a:gd name="connsiteY24" fmla="*/ 149773 h 590237"/>
                <a:gd name="connsiteX25" fmla="*/ 165929 w 442678"/>
                <a:gd name="connsiteY25" fmla="*/ 141341 h 590237"/>
                <a:gd name="connsiteX26" fmla="*/ 166631 w 442678"/>
                <a:gd name="connsiteY26" fmla="*/ 107613 h 590237"/>
                <a:gd name="connsiteX27" fmla="*/ 163820 w 442678"/>
                <a:gd name="connsiteY27" fmla="*/ 21186 h 590237"/>
                <a:gd name="connsiteX28" fmla="*/ 294516 w 442678"/>
                <a:gd name="connsiteY28" fmla="*/ 35942 h 590237"/>
                <a:gd name="connsiteX29" fmla="*/ 288192 w 442678"/>
                <a:gd name="connsiteY29" fmla="*/ 101992 h 590237"/>
                <a:gd name="connsiteX30" fmla="*/ 269923 w 442678"/>
                <a:gd name="connsiteY30" fmla="*/ 130099 h 590237"/>
                <a:gd name="connsiteX31" fmla="*/ 308569 w 442678"/>
                <a:gd name="connsiteY31" fmla="*/ 150476 h 590237"/>
                <a:gd name="connsiteX32" fmla="*/ 420995 w 442678"/>
                <a:gd name="connsiteY32" fmla="*/ 149773 h 590237"/>
                <a:gd name="connsiteX33" fmla="*/ 444183 w 442678"/>
                <a:gd name="connsiteY33" fmla="*/ 174367 h 590237"/>
                <a:gd name="connsiteX34" fmla="*/ 442778 w 442678"/>
                <a:gd name="connsiteY34" fmla="*/ 370410 h 59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42678" h="590237">
                  <a:moveTo>
                    <a:pt x="442778" y="370410"/>
                  </a:moveTo>
                  <a:cubicBezTo>
                    <a:pt x="442778" y="437163"/>
                    <a:pt x="442075" y="503916"/>
                    <a:pt x="443481" y="570669"/>
                  </a:cubicBezTo>
                  <a:cubicBezTo>
                    <a:pt x="443481" y="587533"/>
                    <a:pt x="439967" y="592452"/>
                    <a:pt x="422401" y="592452"/>
                  </a:cubicBezTo>
                  <a:cubicBezTo>
                    <a:pt x="384457" y="591046"/>
                    <a:pt x="345810" y="591749"/>
                    <a:pt x="307164" y="591749"/>
                  </a:cubicBezTo>
                  <a:cubicBezTo>
                    <a:pt x="293111" y="591749"/>
                    <a:pt x="279760" y="590343"/>
                    <a:pt x="269220" y="579803"/>
                  </a:cubicBezTo>
                  <a:cubicBezTo>
                    <a:pt x="252356" y="562940"/>
                    <a:pt x="241114" y="548184"/>
                    <a:pt x="268517" y="529212"/>
                  </a:cubicBezTo>
                  <a:cubicBezTo>
                    <a:pt x="281868" y="520077"/>
                    <a:pt x="296624" y="508835"/>
                    <a:pt x="290300" y="489160"/>
                  </a:cubicBezTo>
                  <a:cubicBezTo>
                    <a:pt x="283273" y="467377"/>
                    <a:pt x="269220" y="450514"/>
                    <a:pt x="246032" y="445595"/>
                  </a:cubicBezTo>
                  <a:cubicBezTo>
                    <a:pt x="216520" y="439271"/>
                    <a:pt x="187711" y="439974"/>
                    <a:pt x="165929" y="465972"/>
                  </a:cubicBezTo>
                  <a:cubicBezTo>
                    <a:pt x="146957" y="488457"/>
                    <a:pt x="147659" y="504619"/>
                    <a:pt x="169442" y="524293"/>
                  </a:cubicBezTo>
                  <a:cubicBezTo>
                    <a:pt x="179279" y="533428"/>
                    <a:pt x="197548" y="539049"/>
                    <a:pt x="189819" y="558021"/>
                  </a:cubicBezTo>
                  <a:cubicBezTo>
                    <a:pt x="181387" y="577696"/>
                    <a:pt x="165929" y="590343"/>
                    <a:pt x="143443" y="590343"/>
                  </a:cubicBezTo>
                  <a:cubicBezTo>
                    <a:pt x="100581" y="590343"/>
                    <a:pt x="57718" y="590343"/>
                    <a:pt x="14856" y="591046"/>
                  </a:cubicBezTo>
                  <a:cubicBezTo>
                    <a:pt x="2208" y="591046"/>
                    <a:pt x="-603" y="586128"/>
                    <a:pt x="100" y="574885"/>
                  </a:cubicBezTo>
                  <a:cubicBezTo>
                    <a:pt x="802" y="532022"/>
                    <a:pt x="100" y="489160"/>
                    <a:pt x="100" y="446297"/>
                  </a:cubicBezTo>
                  <a:cubicBezTo>
                    <a:pt x="100" y="424515"/>
                    <a:pt x="13450" y="410462"/>
                    <a:pt x="31720" y="402732"/>
                  </a:cubicBezTo>
                  <a:cubicBezTo>
                    <a:pt x="49989" y="394300"/>
                    <a:pt x="57016" y="411164"/>
                    <a:pt x="66150" y="421704"/>
                  </a:cubicBezTo>
                  <a:cubicBezTo>
                    <a:pt x="90743" y="449108"/>
                    <a:pt x="122363" y="442784"/>
                    <a:pt x="142038" y="406246"/>
                  </a:cubicBezTo>
                  <a:cubicBezTo>
                    <a:pt x="156794" y="378139"/>
                    <a:pt x="148362" y="332466"/>
                    <a:pt x="125174" y="313494"/>
                  </a:cubicBezTo>
                  <a:cubicBezTo>
                    <a:pt x="101986" y="294522"/>
                    <a:pt x="87230" y="295927"/>
                    <a:pt x="66853" y="317710"/>
                  </a:cubicBezTo>
                  <a:cubicBezTo>
                    <a:pt x="57718" y="326844"/>
                    <a:pt x="54205" y="346519"/>
                    <a:pt x="33828" y="337384"/>
                  </a:cubicBezTo>
                  <a:cubicBezTo>
                    <a:pt x="13450" y="328953"/>
                    <a:pt x="802" y="314899"/>
                    <a:pt x="802" y="291711"/>
                  </a:cubicBezTo>
                  <a:cubicBezTo>
                    <a:pt x="100" y="250957"/>
                    <a:pt x="1505" y="209500"/>
                    <a:pt x="100" y="168745"/>
                  </a:cubicBezTo>
                  <a:cubicBezTo>
                    <a:pt x="-603" y="153287"/>
                    <a:pt x="3613" y="148368"/>
                    <a:pt x="19774" y="149071"/>
                  </a:cubicBezTo>
                  <a:cubicBezTo>
                    <a:pt x="58421" y="150476"/>
                    <a:pt x="96365" y="149071"/>
                    <a:pt x="135011" y="149773"/>
                  </a:cubicBezTo>
                  <a:cubicBezTo>
                    <a:pt x="146254" y="149773"/>
                    <a:pt x="156794" y="149071"/>
                    <a:pt x="165929" y="141341"/>
                  </a:cubicBezTo>
                  <a:cubicBezTo>
                    <a:pt x="179279" y="130099"/>
                    <a:pt x="184198" y="121667"/>
                    <a:pt x="166631" y="107613"/>
                  </a:cubicBezTo>
                  <a:cubicBezTo>
                    <a:pt x="130795" y="79507"/>
                    <a:pt x="130795" y="52103"/>
                    <a:pt x="163820" y="21186"/>
                  </a:cubicBezTo>
                  <a:cubicBezTo>
                    <a:pt x="199656" y="-12542"/>
                    <a:pt x="266409" y="-4813"/>
                    <a:pt x="294516" y="35942"/>
                  </a:cubicBezTo>
                  <a:cubicBezTo>
                    <a:pt x="312083" y="61238"/>
                    <a:pt x="309272" y="79507"/>
                    <a:pt x="288192" y="101992"/>
                  </a:cubicBezTo>
                  <a:cubicBezTo>
                    <a:pt x="280463" y="109721"/>
                    <a:pt x="260788" y="112532"/>
                    <a:pt x="269923" y="130099"/>
                  </a:cubicBezTo>
                  <a:cubicBezTo>
                    <a:pt x="277652" y="144855"/>
                    <a:pt x="291705" y="150476"/>
                    <a:pt x="308569" y="150476"/>
                  </a:cubicBezTo>
                  <a:cubicBezTo>
                    <a:pt x="345810" y="149773"/>
                    <a:pt x="383754" y="151881"/>
                    <a:pt x="420995" y="149773"/>
                  </a:cubicBezTo>
                  <a:cubicBezTo>
                    <a:pt x="441373" y="149071"/>
                    <a:pt x="444886" y="155395"/>
                    <a:pt x="444183" y="174367"/>
                  </a:cubicBezTo>
                  <a:cubicBezTo>
                    <a:pt x="442075" y="239011"/>
                    <a:pt x="442778" y="305062"/>
                    <a:pt x="442778" y="370410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40">
              <a:extLst>
                <a:ext uri="{FF2B5EF4-FFF2-40B4-BE49-F238E27FC236}">
                  <a16:creationId xmlns:a16="http://schemas.microsoft.com/office/drawing/2014/main" id="{1E4DFD16-2DF7-4FD7-9076-51A149A68170}"/>
                </a:ext>
              </a:extLst>
            </p:cNvPr>
            <p:cNvSpPr/>
            <p:nvPr/>
          </p:nvSpPr>
          <p:spPr>
            <a:xfrm>
              <a:off x="5090840" y="3092504"/>
              <a:ext cx="795978" cy="1326628"/>
            </a:xfrm>
            <a:custGeom>
              <a:avLst/>
              <a:gdLst>
                <a:gd name="connsiteX0" fmla="*/ 755 w 442678"/>
                <a:gd name="connsiteY0" fmla="*/ 370037 h 737797"/>
                <a:gd name="connsiteX1" fmla="*/ 52 w 442678"/>
                <a:gd name="connsiteY1" fmla="*/ 173292 h 737797"/>
                <a:gd name="connsiteX2" fmla="*/ 24645 w 442678"/>
                <a:gd name="connsiteY2" fmla="*/ 149401 h 737797"/>
                <a:gd name="connsiteX3" fmla="*/ 131450 w 442678"/>
                <a:gd name="connsiteY3" fmla="*/ 149401 h 737797"/>
                <a:gd name="connsiteX4" fmla="*/ 158151 w 442678"/>
                <a:gd name="connsiteY4" fmla="*/ 146590 h 737797"/>
                <a:gd name="connsiteX5" fmla="*/ 166583 w 442678"/>
                <a:gd name="connsiteY5" fmla="*/ 109349 h 737797"/>
                <a:gd name="connsiteX6" fmla="*/ 180637 w 442678"/>
                <a:gd name="connsiteY6" fmla="*/ 8868 h 737797"/>
                <a:gd name="connsiteX7" fmla="*/ 293063 w 442678"/>
                <a:gd name="connsiteY7" fmla="*/ 35569 h 737797"/>
                <a:gd name="connsiteX8" fmla="*/ 286036 w 442678"/>
                <a:gd name="connsiteY8" fmla="*/ 103025 h 737797"/>
                <a:gd name="connsiteX9" fmla="*/ 268470 w 442678"/>
                <a:gd name="connsiteY9" fmla="*/ 129024 h 737797"/>
                <a:gd name="connsiteX10" fmla="*/ 304305 w 442678"/>
                <a:gd name="connsiteY10" fmla="*/ 149401 h 737797"/>
                <a:gd name="connsiteX11" fmla="*/ 419543 w 442678"/>
                <a:gd name="connsiteY11" fmla="*/ 148698 h 737797"/>
                <a:gd name="connsiteX12" fmla="*/ 443433 w 442678"/>
                <a:gd name="connsiteY12" fmla="*/ 172589 h 737797"/>
                <a:gd name="connsiteX13" fmla="*/ 443433 w 442678"/>
                <a:gd name="connsiteY13" fmla="*/ 289934 h 737797"/>
                <a:gd name="connsiteX14" fmla="*/ 420245 w 442678"/>
                <a:gd name="connsiteY14" fmla="*/ 333499 h 737797"/>
                <a:gd name="connsiteX15" fmla="*/ 387220 w 442678"/>
                <a:gd name="connsiteY15" fmla="*/ 329986 h 737797"/>
                <a:gd name="connsiteX16" fmla="*/ 316953 w 442678"/>
                <a:gd name="connsiteY16" fmla="*/ 315932 h 737797"/>
                <a:gd name="connsiteX17" fmla="*/ 308521 w 442678"/>
                <a:gd name="connsiteY17" fmla="*/ 415711 h 737797"/>
                <a:gd name="connsiteX18" fmla="*/ 382301 w 442678"/>
                <a:gd name="connsiteY18" fmla="*/ 417819 h 737797"/>
                <a:gd name="connsiteX19" fmla="*/ 409705 w 442678"/>
                <a:gd name="connsiteY19" fmla="*/ 401657 h 737797"/>
                <a:gd name="connsiteX20" fmla="*/ 442730 w 442678"/>
                <a:gd name="connsiteY20" fmla="*/ 438196 h 737797"/>
                <a:gd name="connsiteX21" fmla="*/ 444136 w 442678"/>
                <a:gd name="connsiteY21" fmla="*/ 580134 h 737797"/>
                <a:gd name="connsiteX22" fmla="*/ 427272 w 442678"/>
                <a:gd name="connsiteY22" fmla="*/ 590674 h 737797"/>
                <a:gd name="connsiteX23" fmla="*/ 312035 w 442678"/>
                <a:gd name="connsiteY23" fmla="*/ 590674 h 737797"/>
                <a:gd name="connsiteX24" fmla="*/ 281118 w 442678"/>
                <a:gd name="connsiteY24" fmla="*/ 598403 h 737797"/>
                <a:gd name="connsiteX25" fmla="*/ 279712 w 442678"/>
                <a:gd name="connsiteY25" fmla="*/ 632834 h 737797"/>
                <a:gd name="connsiteX26" fmla="*/ 305008 w 442678"/>
                <a:gd name="connsiteY26" fmla="*/ 685534 h 737797"/>
                <a:gd name="connsiteX27" fmla="*/ 244579 w 442678"/>
                <a:gd name="connsiteY27" fmla="*/ 738233 h 737797"/>
                <a:gd name="connsiteX28" fmla="*/ 153935 w 442678"/>
                <a:gd name="connsiteY28" fmla="*/ 708019 h 737797"/>
                <a:gd name="connsiteX29" fmla="*/ 160962 w 442678"/>
                <a:gd name="connsiteY29" fmla="*/ 637752 h 737797"/>
                <a:gd name="connsiteX30" fmla="*/ 178528 w 442678"/>
                <a:gd name="connsiteY30" fmla="*/ 614565 h 737797"/>
                <a:gd name="connsiteX31" fmla="*/ 141990 w 442678"/>
                <a:gd name="connsiteY31" fmla="*/ 591377 h 737797"/>
                <a:gd name="connsiteX32" fmla="*/ 24645 w 442678"/>
                <a:gd name="connsiteY32" fmla="*/ 592079 h 737797"/>
                <a:gd name="connsiteX33" fmla="*/ 2160 w 442678"/>
                <a:gd name="connsiteY33" fmla="*/ 569594 h 737797"/>
                <a:gd name="connsiteX34" fmla="*/ 755 w 442678"/>
                <a:gd name="connsiteY34" fmla="*/ 370037 h 7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42678" h="737797">
                  <a:moveTo>
                    <a:pt x="755" y="370037"/>
                  </a:moveTo>
                  <a:cubicBezTo>
                    <a:pt x="755" y="304690"/>
                    <a:pt x="1457" y="238639"/>
                    <a:pt x="52" y="173292"/>
                  </a:cubicBezTo>
                  <a:cubicBezTo>
                    <a:pt x="-651" y="153617"/>
                    <a:pt x="5673" y="148698"/>
                    <a:pt x="24645" y="149401"/>
                  </a:cubicBezTo>
                  <a:cubicBezTo>
                    <a:pt x="60481" y="150806"/>
                    <a:pt x="95614" y="150104"/>
                    <a:pt x="131450" y="149401"/>
                  </a:cubicBezTo>
                  <a:cubicBezTo>
                    <a:pt x="140585" y="149401"/>
                    <a:pt x="150422" y="149401"/>
                    <a:pt x="158151" y="146590"/>
                  </a:cubicBezTo>
                  <a:cubicBezTo>
                    <a:pt x="178528" y="139564"/>
                    <a:pt x="181339" y="122700"/>
                    <a:pt x="166583" y="109349"/>
                  </a:cubicBezTo>
                  <a:cubicBezTo>
                    <a:pt x="127937" y="74919"/>
                    <a:pt x="133558" y="33461"/>
                    <a:pt x="180637" y="8868"/>
                  </a:cubicBezTo>
                  <a:cubicBezTo>
                    <a:pt x="216472" y="-10104"/>
                    <a:pt x="270578" y="2544"/>
                    <a:pt x="293063" y="35569"/>
                  </a:cubicBezTo>
                  <a:cubicBezTo>
                    <a:pt x="311332" y="61568"/>
                    <a:pt x="309224" y="80540"/>
                    <a:pt x="286036" y="103025"/>
                  </a:cubicBezTo>
                  <a:cubicBezTo>
                    <a:pt x="278307" y="110052"/>
                    <a:pt x="260740" y="112862"/>
                    <a:pt x="268470" y="129024"/>
                  </a:cubicBezTo>
                  <a:cubicBezTo>
                    <a:pt x="275496" y="143077"/>
                    <a:pt x="288144" y="149401"/>
                    <a:pt x="304305" y="149401"/>
                  </a:cubicBezTo>
                  <a:cubicBezTo>
                    <a:pt x="342952" y="148698"/>
                    <a:pt x="380896" y="150104"/>
                    <a:pt x="419543" y="148698"/>
                  </a:cubicBezTo>
                  <a:cubicBezTo>
                    <a:pt x="438514" y="147996"/>
                    <a:pt x="444136" y="153617"/>
                    <a:pt x="443433" y="172589"/>
                  </a:cubicBezTo>
                  <a:cubicBezTo>
                    <a:pt x="442027" y="211938"/>
                    <a:pt x="442730" y="251287"/>
                    <a:pt x="443433" y="289934"/>
                  </a:cubicBezTo>
                  <a:cubicBezTo>
                    <a:pt x="444136" y="309608"/>
                    <a:pt x="435001" y="322959"/>
                    <a:pt x="420245" y="333499"/>
                  </a:cubicBezTo>
                  <a:cubicBezTo>
                    <a:pt x="408300" y="341931"/>
                    <a:pt x="397760" y="341931"/>
                    <a:pt x="387220" y="329986"/>
                  </a:cubicBezTo>
                  <a:cubicBezTo>
                    <a:pt x="352789" y="293447"/>
                    <a:pt x="342952" y="292042"/>
                    <a:pt x="316953" y="315932"/>
                  </a:cubicBezTo>
                  <a:cubicBezTo>
                    <a:pt x="290955" y="339823"/>
                    <a:pt x="286739" y="389009"/>
                    <a:pt x="308521" y="415711"/>
                  </a:cubicBezTo>
                  <a:cubicBezTo>
                    <a:pt x="334520" y="447331"/>
                    <a:pt x="354897" y="448033"/>
                    <a:pt x="382301" y="417819"/>
                  </a:cubicBezTo>
                  <a:cubicBezTo>
                    <a:pt x="389328" y="410089"/>
                    <a:pt x="393544" y="395333"/>
                    <a:pt x="409705" y="401657"/>
                  </a:cubicBezTo>
                  <a:cubicBezTo>
                    <a:pt x="427272" y="408684"/>
                    <a:pt x="442027" y="419927"/>
                    <a:pt x="442730" y="438196"/>
                  </a:cubicBezTo>
                  <a:cubicBezTo>
                    <a:pt x="444838" y="485274"/>
                    <a:pt x="443433" y="533055"/>
                    <a:pt x="444136" y="580134"/>
                  </a:cubicBezTo>
                  <a:cubicBezTo>
                    <a:pt x="444136" y="594187"/>
                    <a:pt x="434298" y="590674"/>
                    <a:pt x="427272" y="590674"/>
                  </a:cubicBezTo>
                  <a:cubicBezTo>
                    <a:pt x="388625" y="590674"/>
                    <a:pt x="350681" y="590674"/>
                    <a:pt x="312035" y="590674"/>
                  </a:cubicBezTo>
                  <a:cubicBezTo>
                    <a:pt x="300792" y="590674"/>
                    <a:pt x="290252" y="590674"/>
                    <a:pt x="281118" y="598403"/>
                  </a:cubicBezTo>
                  <a:cubicBezTo>
                    <a:pt x="268470" y="608943"/>
                    <a:pt x="260740" y="619483"/>
                    <a:pt x="279712" y="632834"/>
                  </a:cubicBezTo>
                  <a:cubicBezTo>
                    <a:pt x="297279" y="645482"/>
                    <a:pt x="313440" y="661643"/>
                    <a:pt x="305008" y="685534"/>
                  </a:cubicBezTo>
                  <a:cubicBezTo>
                    <a:pt x="295171" y="713640"/>
                    <a:pt x="276199" y="734720"/>
                    <a:pt x="244579" y="738233"/>
                  </a:cubicBezTo>
                  <a:cubicBezTo>
                    <a:pt x="210148" y="742449"/>
                    <a:pt x="177123" y="740341"/>
                    <a:pt x="153935" y="708019"/>
                  </a:cubicBezTo>
                  <a:cubicBezTo>
                    <a:pt x="135666" y="682020"/>
                    <a:pt x="137072" y="660238"/>
                    <a:pt x="160962" y="637752"/>
                  </a:cubicBezTo>
                  <a:cubicBezTo>
                    <a:pt x="167988" y="630726"/>
                    <a:pt x="184150" y="627915"/>
                    <a:pt x="178528" y="614565"/>
                  </a:cubicBezTo>
                  <a:cubicBezTo>
                    <a:pt x="172205" y="599809"/>
                    <a:pt x="159557" y="590674"/>
                    <a:pt x="141990" y="591377"/>
                  </a:cubicBezTo>
                  <a:cubicBezTo>
                    <a:pt x="102641" y="592079"/>
                    <a:pt x="63292" y="590674"/>
                    <a:pt x="24645" y="592079"/>
                  </a:cubicBezTo>
                  <a:cubicBezTo>
                    <a:pt x="6376" y="592782"/>
                    <a:pt x="1457" y="587863"/>
                    <a:pt x="2160" y="569594"/>
                  </a:cubicBezTo>
                  <a:cubicBezTo>
                    <a:pt x="1457" y="503544"/>
                    <a:pt x="755" y="436791"/>
                    <a:pt x="755" y="370037"/>
                  </a:cubicBezTo>
                  <a:close/>
                </a:path>
              </a:pathLst>
            </a:custGeom>
            <a:grpFill/>
            <a:ln w="1905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1" name="Group 184">
            <a:extLst>
              <a:ext uri="{FF2B5EF4-FFF2-40B4-BE49-F238E27FC236}">
                <a16:creationId xmlns:a16="http://schemas.microsoft.com/office/drawing/2014/main" id="{547A1E4A-D478-4E97-B10F-9B45999F5FCB}"/>
              </a:ext>
            </a:extLst>
          </p:cNvPr>
          <p:cNvGrpSpPr/>
          <p:nvPr userDrawn="1"/>
        </p:nvGrpSpPr>
        <p:grpSpPr>
          <a:xfrm>
            <a:off x="419948" y="4850164"/>
            <a:ext cx="2782515" cy="889187"/>
            <a:chOff x="2670350" y="1534411"/>
            <a:chExt cx="6851301" cy="2189418"/>
          </a:xfrm>
          <a:solidFill>
            <a:schemeClr val="bg1">
              <a:lumMod val="50000"/>
            </a:schemeClr>
          </a:solidFill>
        </p:grpSpPr>
        <p:sp>
          <p:nvSpPr>
            <p:cNvPr id="52" name="Oval 21">
              <a:extLst>
                <a:ext uri="{FF2B5EF4-FFF2-40B4-BE49-F238E27FC236}">
                  <a16:creationId xmlns:a16="http://schemas.microsoft.com/office/drawing/2014/main" id="{C6FA58F2-CBEC-427C-BD7A-30F2E7B39BD7}"/>
                </a:ext>
              </a:extLst>
            </p:cNvPr>
            <p:cNvSpPr/>
            <p:nvPr/>
          </p:nvSpPr>
          <p:spPr>
            <a:xfrm rot="5400000">
              <a:off x="6157610" y="1570415"/>
              <a:ext cx="1620536" cy="2686291"/>
            </a:xfrm>
            <a:custGeom>
              <a:avLst/>
              <a:gdLst/>
              <a:ahLst/>
              <a:cxnLst/>
              <a:rect l="l" t="t" r="r" b="b"/>
              <a:pathLst>
                <a:path w="1368152" h="2298537">
                  <a:moveTo>
                    <a:pt x="684076" y="0"/>
                  </a:moveTo>
                  <a:cubicBezTo>
                    <a:pt x="803370" y="0"/>
                    <a:pt x="900076" y="96706"/>
                    <a:pt x="900076" y="216000"/>
                  </a:cubicBezTo>
                  <a:cubicBezTo>
                    <a:pt x="900076" y="287268"/>
                    <a:pt x="865561" y="350475"/>
                    <a:pt x="810076" y="386760"/>
                  </a:cubicBezTo>
                  <a:lnTo>
                    <a:pt x="810076" y="450517"/>
                  </a:lnTo>
                  <a:lnTo>
                    <a:pt x="1368152" y="450517"/>
                  </a:lnTo>
                  <a:lnTo>
                    <a:pt x="1368152" y="895744"/>
                  </a:lnTo>
                  <a:cubicBezTo>
                    <a:pt x="1331417" y="875468"/>
                    <a:pt x="1289090" y="864516"/>
                    <a:pt x="1244206" y="864516"/>
                  </a:cubicBezTo>
                  <a:cubicBezTo>
                    <a:pt x="1095089" y="864516"/>
                    <a:pt x="974206" y="985399"/>
                    <a:pt x="974206" y="1134516"/>
                  </a:cubicBezTo>
                  <a:cubicBezTo>
                    <a:pt x="974206" y="1283633"/>
                    <a:pt x="1095089" y="1404516"/>
                    <a:pt x="1244206" y="1404516"/>
                  </a:cubicBezTo>
                  <a:cubicBezTo>
                    <a:pt x="1289090" y="1404516"/>
                    <a:pt x="1331417" y="1393563"/>
                    <a:pt x="1368152" y="1373288"/>
                  </a:cubicBezTo>
                  <a:lnTo>
                    <a:pt x="1368152" y="1818517"/>
                  </a:lnTo>
                  <a:lnTo>
                    <a:pt x="810076" y="1818517"/>
                  </a:lnTo>
                  <a:lnTo>
                    <a:pt x="810076" y="1911777"/>
                  </a:lnTo>
                  <a:cubicBezTo>
                    <a:pt x="865561" y="1948062"/>
                    <a:pt x="900076" y="2011269"/>
                    <a:pt x="900076" y="2082537"/>
                  </a:cubicBezTo>
                  <a:cubicBezTo>
                    <a:pt x="900076" y="2201831"/>
                    <a:pt x="803370" y="2298537"/>
                    <a:pt x="684076" y="2298537"/>
                  </a:cubicBezTo>
                  <a:cubicBezTo>
                    <a:pt x="564782" y="2298537"/>
                    <a:pt x="468076" y="2201831"/>
                    <a:pt x="468076" y="2082537"/>
                  </a:cubicBezTo>
                  <a:cubicBezTo>
                    <a:pt x="468076" y="2011269"/>
                    <a:pt x="502591" y="1948062"/>
                    <a:pt x="558076" y="1911777"/>
                  </a:cubicBezTo>
                  <a:lnTo>
                    <a:pt x="558076" y="1818517"/>
                  </a:lnTo>
                  <a:lnTo>
                    <a:pt x="0" y="1818517"/>
                  </a:lnTo>
                  <a:lnTo>
                    <a:pt x="0" y="1368933"/>
                  </a:lnTo>
                  <a:cubicBezTo>
                    <a:pt x="39235" y="1391659"/>
                    <a:pt x="84862" y="1404516"/>
                    <a:pt x="133491" y="1404516"/>
                  </a:cubicBezTo>
                  <a:cubicBezTo>
                    <a:pt x="282608" y="1404516"/>
                    <a:pt x="403491" y="1283633"/>
                    <a:pt x="403491" y="1134516"/>
                  </a:cubicBezTo>
                  <a:cubicBezTo>
                    <a:pt x="403491" y="985399"/>
                    <a:pt x="282608" y="864516"/>
                    <a:pt x="133491" y="864516"/>
                  </a:cubicBezTo>
                  <a:cubicBezTo>
                    <a:pt x="84862" y="864516"/>
                    <a:pt x="39235" y="877372"/>
                    <a:pt x="0" y="900098"/>
                  </a:cubicBezTo>
                  <a:lnTo>
                    <a:pt x="0" y="450517"/>
                  </a:lnTo>
                  <a:lnTo>
                    <a:pt x="558076" y="450517"/>
                  </a:lnTo>
                  <a:lnTo>
                    <a:pt x="558076" y="386760"/>
                  </a:lnTo>
                  <a:cubicBezTo>
                    <a:pt x="502591" y="350475"/>
                    <a:pt x="468076" y="287268"/>
                    <a:pt x="468076" y="216000"/>
                  </a:cubicBezTo>
                  <a:cubicBezTo>
                    <a:pt x="468076" y="96706"/>
                    <a:pt x="564782" y="0"/>
                    <a:pt x="684076" y="0"/>
                  </a:cubicBezTo>
                  <a:close/>
                </a:path>
              </a:pathLst>
            </a:custGeom>
            <a:grpFill/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3" name="Oval 21">
              <a:extLst>
                <a:ext uri="{FF2B5EF4-FFF2-40B4-BE49-F238E27FC236}">
                  <a16:creationId xmlns:a16="http://schemas.microsoft.com/office/drawing/2014/main" id="{5CA51E2A-982A-421C-822C-BABC4DD28F68}"/>
                </a:ext>
              </a:extLst>
            </p:cNvPr>
            <p:cNvSpPr/>
            <p:nvPr/>
          </p:nvSpPr>
          <p:spPr>
            <a:xfrm rot="16200000">
              <a:off x="2937315" y="1836328"/>
              <a:ext cx="1620536" cy="2154466"/>
            </a:xfrm>
            <a:custGeom>
              <a:avLst/>
              <a:gdLst/>
              <a:ahLst/>
              <a:cxnLst/>
              <a:rect l="l" t="t" r="r" b="b"/>
              <a:pathLst>
                <a:path w="1449013" h="1952472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4" name="Oval 21">
              <a:extLst>
                <a:ext uri="{FF2B5EF4-FFF2-40B4-BE49-F238E27FC236}">
                  <a16:creationId xmlns:a16="http://schemas.microsoft.com/office/drawing/2014/main" id="{6853F4FD-AF8C-4920-85F4-C653F63945D3}"/>
                </a:ext>
              </a:extLst>
            </p:cNvPr>
            <p:cNvSpPr/>
            <p:nvPr/>
          </p:nvSpPr>
          <p:spPr>
            <a:xfrm rot="10800000">
              <a:off x="4427358" y="1534411"/>
              <a:ext cx="1598922" cy="2183591"/>
            </a:xfrm>
            <a:custGeom>
              <a:avLst/>
              <a:gdLst/>
              <a:ahLst/>
              <a:cxnLst/>
              <a:rect l="l" t="t" r="r" b="b"/>
              <a:pathLst>
                <a:path w="1449013" h="1952472">
                  <a:moveTo>
                    <a:pt x="1449013" y="0"/>
                  </a:moveTo>
                  <a:lnTo>
                    <a:pt x="1449013" y="466741"/>
                  </a:lnTo>
                  <a:cubicBezTo>
                    <a:pt x="1410107" y="445266"/>
                    <a:pt x="1365278" y="433666"/>
                    <a:pt x="1317741" y="433666"/>
                  </a:cubicBezTo>
                  <a:cubicBezTo>
                    <a:pt x="1159811" y="433666"/>
                    <a:pt x="1031784" y="561696"/>
                    <a:pt x="1031784" y="719630"/>
                  </a:cubicBezTo>
                  <a:cubicBezTo>
                    <a:pt x="1031784" y="877563"/>
                    <a:pt x="1159811" y="1005593"/>
                    <a:pt x="1317741" y="1005593"/>
                  </a:cubicBezTo>
                  <a:cubicBezTo>
                    <a:pt x="1365278" y="1005593"/>
                    <a:pt x="1410107" y="993993"/>
                    <a:pt x="1449013" y="972519"/>
                  </a:cubicBezTo>
                  <a:lnTo>
                    <a:pt x="1449013" y="1444072"/>
                  </a:lnTo>
                  <a:lnTo>
                    <a:pt x="857954" y="1444072"/>
                  </a:lnTo>
                  <a:lnTo>
                    <a:pt x="857954" y="1542845"/>
                  </a:lnTo>
                  <a:cubicBezTo>
                    <a:pt x="916718" y="1581276"/>
                    <a:pt x="953273" y="1648220"/>
                    <a:pt x="953273" y="1723701"/>
                  </a:cubicBezTo>
                  <a:cubicBezTo>
                    <a:pt x="953273" y="1850048"/>
                    <a:pt x="850851" y="1952472"/>
                    <a:pt x="724507" y="1952472"/>
                  </a:cubicBezTo>
                  <a:cubicBezTo>
                    <a:pt x="598162" y="1952472"/>
                    <a:pt x="495741" y="1850048"/>
                    <a:pt x="495741" y="1723701"/>
                  </a:cubicBezTo>
                  <a:cubicBezTo>
                    <a:pt x="495741" y="1648220"/>
                    <a:pt x="532295" y="1581276"/>
                    <a:pt x="591060" y="1542845"/>
                  </a:cubicBezTo>
                  <a:lnTo>
                    <a:pt x="591060" y="1444072"/>
                  </a:lnTo>
                  <a:lnTo>
                    <a:pt x="0" y="1444072"/>
                  </a:lnTo>
                  <a:lnTo>
                    <a:pt x="0" y="967906"/>
                  </a:lnTo>
                  <a:cubicBezTo>
                    <a:pt x="41554" y="991976"/>
                    <a:pt x="89878" y="1005593"/>
                    <a:pt x="141381" y="1005593"/>
                  </a:cubicBezTo>
                  <a:cubicBezTo>
                    <a:pt x="299311" y="1005593"/>
                    <a:pt x="427338" y="877563"/>
                    <a:pt x="427338" y="719630"/>
                  </a:cubicBezTo>
                  <a:cubicBezTo>
                    <a:pt x="427338" y="561696"/>
                    <a:pt x="299311" y="433666"/>
                    <a:pt x="141381" y="433666"/>
                  </a:cubicBezTo>
                  <a:cubicBezTo>
                    <a:pt x="89878" y="433666"/>
                    <a:pt x="41554" y="447283"/>
                    <a:pt x="0" y="47135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5" name="Oval 21">
              <a:extLst>
                <a:ext uri="{FF2B5EF4-FFF2-40B4-BE49-F238E27FC236}">
                  <a16:creationId xmlns:a16="http://schemas.microsoft.com/office/drawing/2014/main" id="{EFFE5AE6-AAFD-420C-B881-EF55FA29063B}"/>
                </a:ext>
              </a:extLst>
            </p:cNvPr>
            <p:cNvSpPr/>
            <p:nvPr/>
          </p:nvSpPr>
          <p:spPr>
            <a:xfrm rot="10800000">
              <a:off x="7922729" y="1534466"/>
              <a:ext cx="1598922" cy="2183538"/>
            </a:xfrm>
            <a:custGeom>
              <a:avLst/>
              <a:gdLst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427338 w 1449013"/>
                <a:gd name="connsiteY2" fmla="*/ 719582 h 1952424"/>
                <a:gd name="connsiteX3" fmla="*/ 141381 w 1449013"/>
                <a:gd name="connsiteY3" fmla="*/ 433619 h 1952424"/>
                <a:gd name="connsiteX4" fmla="*/ 0 w 1449013"/>
                <a:gd name="connsiteY4" fmla="*/ 471304 h 1952424"/>
                <a:gd name="connsiteX5" fmla="*/ 0 w 1449013"/>
                <a:gd name="connsiteY5" fmla="*/ 0 h 1952424"/>
                <a:gd name="connsiteX6" fmla="*/ 1449013 w 1449013"/>
                <a:gd name="connsiteY6" fmla="*/ 0 h 1952424"/>
                <a:gd name="connsiteX7" fmla="*/ 1449013 w 1449013"/>
                <a:gd name="connsiteY7" fmla="*/ 466693 h 1952424"/>
                <a:gd name="connsiteX8" fmla="*/ 1317742 w 1449013"/>
                <a:gd name="connsiteY8" fmla="*/ 433619 h 1952424"/>
                <a:gd name="connsiteX9" fmla="*/ 1031784 w 1449013"/>
                <a:gd name="connsiteY9" fmla="*/ 719582 h 1952424"/>
                <a:gd name="connsiteX10" fmla="*/ 1317742 w 1449013"/>
                <a:gd name="connsiteY10" fmla="*/ 1005545 h 1952424"/>
                <a:gd name="connsiteX11" fmla="*/ 1449013 w 1449013"/>
                <a:gd name="connsiteY11" fmla="*/ 972471 h 1952424"/>
                <a:gd name="connsiteX12" fmla="*/ 1449013 w 1449013"/>
                <a:gd name="connsiteY12" fmla="*/ 1444024 h 1952424"/>
                <a:gd name="connsiteX13" fmla="*/ 857954 w 1449013"/>
                <a:gd name="connsiteY13" fmla="*/ 1444024 h 1952424"/>
                <a:gd name="connsiteX14" fmla="*/ 857954 w 1449013"/>
                <a:gd name="connsiteY14" fmla="*/ 1542797 h 1952424"/>
                <a:gd name="connsiteX15" fmla="*/ 953273 w 1449013"/>
                <a:gd name="connsiteY15" fmla="*/ 1723653 h 1952424"/>
                <a:gd name="connsiteX16" fmla="*/ 724507 w 1449013"/>
                <a:gd name="connsiteY16" fmla="*/ 1952424 h 1952424"/>
                <a:gd name="connsiteX17" fmla="*/ 495741 w 1449013"/>
                <a:gd name="connsiteY17" fmla="*/ 1723653 h 1952424"/>
                <a:gd name="connsiteX18" fmla="*/ 591060 w 1449013"/>
                <a:gd name="connsiteY18" fmla="*/ 1542797 h 1952424"/>
                <a:gd name="connsiteX19" fmla="*/ 591060 w 1449013"/>
                <a:gd name="connsiteY19" fmla="*/ 1444024 h 1952424"/>
                <a:gd name="connsiteX20" fmla="*/ 0 w 1449013"/>
                <a:gd name="connsiteY20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141381 w 1449013"/>
                <a:gd name="connsiteY2" fmla="*/ 433619 h 1952424"/>
                <a:gd name="connsiteX3" fmla="*/ 0 w 1449013"/>
                <a:gd name="connsiteY3" fmla="*/ 471304 h 1952424"/>
                <a:gd name="connsiteX4" fmla="*/ 0 w 1449013"/>
                <a:gd name="connsiteY4" fmla="*/ 0 h 1952424"/>
                <a:gd name="connsiteX5" fmla="*/ 1449013 w 1449013"/>
                <a:gd name="connsiteY5" fmla="*/ 0 h 1952424"/>
                <a:gd name="connsiteX6" fmla="*/ 1449013 w 1449013"/>
                <a:gd name="connsiteY6" fmla="*/ 466693 h 1952424"/>
                <a:gd name="connsiteX7" fmla="*/ 1317742 w 1449013"/>
                <a:gd name="connsiteY7" fmla="*/ 433619 h 1952424"/>
                <a:gd name="connsiteX8" fmla="*/ 1031784 w 1449013"/>
                <a:gd name="connsiteY8" fmla="*/ 719582 h 1952424"/>
                <a:gd name="connsiteX9" fmla="*/ 1317742 w 1449013"/>
                <a:gd name="connsiteY9" fmla="*/ 1005545 h 1952424"/>
                <a:gd name="connsiteX10" fmla="*/ 1449013 w 1449013"/>
                <a:gd name="connsiteY10" fmla="*/ 972471 h 1952424"/>
                <a:gd name="connsiteX11" fmla="*/ 1449013 w 1449013"/>
                <a:gd name="connsiteY11" fmla="*/ 1444024 h 1952424"/>
                <a:gd name="connsiteX12" fmla="*/ 857954 w 1449013"/>
                <a:gd name="connsiteY12" fmla="*/ 1444024 h 1952424"/>
                <a:gd name="connsiteX13" fmla="*/ 857954 w 1449013"/>
                <a:gd name="connsiteY13" fmla="*/ 1542797 h 1952424"/>
                <a:gd name="connsiteX14" fmla="*/ 953273 w 1449013"/>
                <a:gd name="connsiteY14" fmla="*/ 1723653 h 1952424"/>
                <a:gd name="connsiteX15" fmla="*/ 724507 w 1449013"/>
                <a:gd name="connsiteY15" fmla="*/ 1952424 h 1952424"/>
                <a:gd name="connsiteX16" fmla="*/ 495741 w 1449013"/>
                <a:gd name="connsiteY16" fmla="*/ 1723653 h 1952424"/>
                <a:gd name="connsiteX17" fmla="*/ 591060 w 1449013"/>
                <a:gd name="connsiteY17" fmla="*/ 1542797 h 1952424"/>
                <a:gd name="connsiteX18" fmla="*/ 591060 w 1449013"/>
                <a:gd name="connsiteY18" fmla="*/ 1444024 h 1952424"/>
                <a:gd name="connsiteX19" fmla="*/ 0 w 1449013"/>
                <a:gd name="connsiteY19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0 w 1449013"/>
                <a:gd name="connsiteY2" fmla="*/ 471304 h 1952424"/>
                <a:gd name="connsiteX3" fmla="*/ 0 w 1449013"/>
                <a:gd name="connsiteY3" fmla="*/ 0 h 1952424"/>
                <a:gd name="connsiteX4" fmla="*/ 1449013 w 1449013"/>
                <a:gd name="connsiteY4" fmla="*/ 0 h 1952424"/>
                <a:gd name="connsiteX5" fmla="*/ 1449013 w 1449013"/>
                <a:gd name="connsiteY5" fmla="*/ 466693 h 1952424"/>
                <a:gd name="connsiteX6" fmla="*/ 1317742 w 1449013"/>
                <a:gd name="connsiteY6" fmla="*/ 433619 h 1952424"/>
                <a:gd name="connsiteX7" fmla="*/ 1031784 w 1449013"/>
                <a:gd name="connsiteY7" fmla="*/ 719582 h 1952424"/>
                <a:gd name="connsiteX8" fmla="*/ 1317742 w 1449013"/>
                <a:gd name="connsiteY8" fmla="*/ 1005545 h 1952424"/>
                <a:gd name="connsiteX9" fmla="*/ 1449013 w 1449013"/>
                <a:gd name="connsiteY9" fmla="*/ 972471 h 1952424"/>
                <a:gd name="connsiteX10" fmla="*/ 1449013 w 1449013"/>
                <a:gd name="connsiteY10" fmla="*/ 1444024 h 1952424"/>
                <a:gd name="connsiteX11" fmla="*/ 857954 w 1449013"/>
                <a:gd name="connsiteY11" fmla="*/ 1444024 h 1952424"/>
                <a:gd name="connsiteX12" fmla="*/ 857954 w 1449013"/>
                <a:gd name="connsiteY12" fmla="*/ 1542797 h 1952424"/>
                <a:gd name="connsiteX13" fmla="*/ 953273 w 1449013"/>
                <a:gd name="connsiteY13" fmla="*/ 1723653 h 1952424"/>
                <a:gd name="connsiteX14" fmla="*/ 724507 w 1449013"/>
                <a:gd name="connsiteY14" fmla="*/ 1952424 h 1952424"/>
                <a:gd name="connsiteX15" fmla="*/ 495741 w 1449013"/>
                <a:gd name="connsiteY15" fmla="*/ 1723653 h 1952424"/>
                <a:gd name="connsiteX16" fmla="*/ 591060 w 1449013"/>
                <a:gd name="connsiteY16" fmla="*/ 1542797 h 1952424"/>
                <a:gd name="connsiteX17" fmla="*/ 591060 w 1449013"/>
                <a:gd name="connsiteY17" fmla="*/ 1444024 h 1952424"/>
                <a:gd name="connsiteX18" fmla="*/ 0 w 1449013"/>
                <a:gd name="connsiteY18" fmla="*/ 1444024 h 1952424"/>
                <a:gd name="connsiteX0" fmla="*/ 0 w 1449013"/>
                <a:gd name="connsiteY0" fmla="*/ 1444024 h 1952424"/>
                <a:gd name="connsiteX1" fmla="*/ 0 w 1449013"/>
                <a:gd name="connsiteY1" fmla="*/ 967858 h 1952424"/>
                <a:gd name="connsiteX2" fmla="*/ 0 w 1449013"/>
                <a:gd name="connsiteY2" fmla="*/ 0 h 1952424"/>
                <a:gd name="connsiteX3" fmla="*/ 1449013 w 1449013"/>
                <a:gd name="connsiteY3" fmla="*/ 0 h 1952424"/>
                <a:gd name="connsiteX4" fmla="*/ 1449013 w 1449013"/>
                <a:gd name="connsiteY4" fmla="*/ 466693 h 1952424"/>
                <a:gd name="connsiteX5" fmla="*/ 1317742 w 1449013"/>
                <a:gd name="connsiteY5" fmla="*/ 433619 h 1952424"/>
                <a:gd name="connsiteX6" fmla="*/ 1031784 w 1449013"/>
                <a:gd name="connsiteY6" fmla="*/ 719582 h 1952424"/>
                <a:gd name="connsiteX7" fmla="*/ 1317742 w 1449013"/>
                <a:gd name="connsiteY7" fmla="*/ 1005545 h 1952424"/>
                <a:gd name="connsiteX8" fmla="*/ 1449013 w 1449013"/>
                <a:gd name="connsiteY8" fmla="*/ 972471 h 1952424"/>
                <a:gd name="connsiteX9" fmla="*/ 1449013 w 1449013"/>
                <a:gd name="connsiteY9" fmla="*/ 1444024 h 1952424"/>
                <a:gd name="connsiteX10" fmla="*/ 857954 w 1449013"/>
                <a:gd name="connsiteY10" fmla="*/ 1444024 h 1952424"/>
                <a:gd name="connsiteX11" fmla="*/ 857954 w 1449013"/>
                <a:gd name="connsiteY11" fmla="*/ 1542797 h 1952424"/>
                <a:gd name="connsiteX12" fmla="*/ 953273 w 1449013"/>
                <a:gd name="connsiteY12" fmla="*/ 1723653 h 1952424"/>
                <a:gd name="connsiteX13" fmla="*/ 724507 w 1449013"/>
                <a:gd name="connsiteY13" fmla="*/ 1952424 h 1952424"/>
                <a:gd name="connsiteX14" fmla="*/ 495741 w 1449013"/>
                <a:gd name="connsiteY14" fmla="*/ 1723653 h 1952424"/>
                <a:gd name="connsiteX15" fmla="*/ 591060 w 1449013"/>
                <a:gd name="connsiteY15" fmla="*/ 1542797 h 1952424"/>
                <a:gd name="connsiteX16" fmla="*/ 591060 w 1449013"/>
                <a:gd name="connsiteY16" fmla="*/ 1444024 h 1952424"/>
                <a:gd name="connsiteX17" fmla="*/ 0 w 1449013"/>
                <a:gd name="connsiteY17" fmla="*/ 1444024 h 1952424"/>
                <a:gd name="connsiteX0" fmla="*/ 0 w 1449013"/>
                <a:gd name="connsiteY0" fmla="*/ 1444024 h 1952424"/>
                <a:gd name="connsiteX1" fmla="*/ 0 w 1449013"/>
                <a:gd name="connsiteY1" fmla="*/ 0 h 1952424"/>
                <a:gd name="connsiteX2" fmla="*/ 1449013 w 1449013"/>
                <a:gd name="connsiteY2" fmla="*/ 0 h 1952424"/>
                <a:gd name="connsiteX3" fmla="*/ 1449013 w 1449013"/>
                <a:gd name="connsiteY3" fmla="*/ 466693 h 1952424"/>
                <a:gd name="connsiteX4" fmla="*/ 1317742 w 1449013"/>
                <a:gd name="connsiteY4" fmla="*/ 433619 h 1952424"/>
                <a:gd name="connsiteX5" fmla="*/ 1031784 w 1449013"/>
                <a:gd name="connsiteY5" fmla="*/ 719582 h 1952424"/>
                <a:gd name="connsiteX6" fmla="*/ 1317742 w 1449013"/>
                <a:gd name="connsiteY6" fmla="*/ 1005545 h 1952424"/>
                <a:gd name="connsiteX7" fmla="*/ 1449013 w 1449013"/>
                <a:gd name="connsiteY7" fmla="*/ 972471 h 1952424"/>
                <a:gd name="connsiteX8" fmla="*/ 1449013 w 1449013"/>
                <a:gd name="connsiteY8" fmla="*/ 1444024 h 1952424"/>
                <a:gd name="connsiteX9" fmla="*/ 857954 w 1449013"/>
                <a:gd name="connsiteY9" fmla="*/ 1444024 h 1952424"/>
                <a:gd name="connsiteX10" fmla="*/ 857954 w 1449013"/>
                <a:gd name="connsiteY10" fmla="*/ 1542797 h 1952424"/>
                <a:gd name="connsiteX11" fmla="*/ 953273 w 1449013"/>
                <a:gd name="connsiteY11" fmla="*/ 1723653 h 1952424"/>
                <a:gd name="connsiteX12" fmla="*/ 724507 w 1449013"/>
                <a:gd name="connsiteY12" fmla="*/ 1952424 h 1952424"/>
                <a:gd name="connsiteX13" fmla="*/ 495741 w 1449013"/>
                <a:gd name="connsiteY13" fmla="*/ 1723653 h 1952424"/>
                <a:gd name="connsiteX14" fmla="*/ 591060 w 1449013"/>
                <a:gd name="connsiteY14" fmla="*/ 1542797 h 1952424"/>
                <a:gd name="connsiteX15" fmla="*/ 591060 w 1449013"/>
                <a:gd name="connsiteY15" fmla="*/ 1444024 h 1952424"/>
                <a:gd name="connsiteX16" fmla="*/ 0 w 1449013"/>
                <a:gd name="connsiteY16" fmla="*/ 1444024 h 195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49013" h="1952424">
                  <a:moveTo>
                    <a:pt x="0" y="1444024"/>
                  </a:moveTo>
                  <a:lnTo>
                    <a:pt x="0" y="0"/>
                  </a:lnTo>
                  <a:lnTo>
                    <a:pt x="1449013" y="0"/>
                  </a:lnTo>
                  <a:lnTo>
                    <a:pt x="1449013" y="466693"/>
                  </a:lnTo>
                  <a:cubicBezTo>
                    <a:pt x="1410107" y="445218"/>
                    <a:pt x="1365278" y="433619"/>
                    <a:pt x="1317742" y="433619"/>
                  </a:cubicBezTo>
                  <a:cubicBezTo>
                    <a:pt x="1159811" y="433619"/>
                    <a:pt x="1031784" y="561649"/>
                    <a:pt x="1031784" y="719582"/>
                  </a:cubicBezTo>
                  <a:cubicBezTo>
                    <a:pt x="1031784" y="877515"/>
                    <a:pt x="1159811" y="1005545"/>
                    <a:pt x="1317742" y="1005545"/>
                  </a:cubicBezTo>
                  <a:cubicBezTo>
                    <a:pt x="1365278" y="1005545"/>
                    <a:pt x="1410107" y="993945"/>
                    <a:pt x="1449013" y="972471"/>
                  </a:cubicBezTo>
                  <a:lnTo>
                    <a:pt x="1449013" y="1444024"/>
                  </a:lnTo>
                  <a:lnTo>
                    <a:pt x="857954" y="1444024"/>
                  </a:lnTo>
                  <a:lnTo>
                    <a:pt x="857954" y="1542797"/>
                  </a:lnTo>
                  <a:cubicBezTo>
                    <a:pt x="916718" y="1581228"/>
                    <a:pt x="953273" y="1648172"/>
                    <a:pt x="953273" y="1723653"/>
                  </a:cubicBezTo>
                  <a:cubicBezTo>
                    <a:pt x="953273" y="1850000"/>
                    <a:pt x="850851" y="1952424"/>
                    <a:pt x="724507" y="1952424"/>
                  </a:cubicBezTo>
                  <a:cubicBezTo>
                    <a:pt x="598162" y="1952424"/>
                    <a:pt x="495741" y="1850000"/>
                    <a:pt x="495741" y="1723653"/>
                  </a:cubicBezTo>
                  <a:cubicBezTo>
                    <a:pt x="495741" y="1648172"/>
                    <a:pt x="532295" y="1581228"/>
                    <a:pt x="591060" y="1542797"/>
                  </a:cubicBezTo>
                  <a:lnTo>
                    <a:pt x="591060" y="1444024"/>
                  </a:lnTo>
                  <a:lnTo>
                    <a:pt x="0" y="1444024"/>
                  </a:lnTo>
                  <a:close/>
                </a:path>
              </a:pathLst>
            </a:custGeom>
            <a:grpFill/>
            <a:ln w="6350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156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58" name="Round Same Side Corner Rectangle 9">
            <a:extLst>
              <a:ext uri="{FF2B5EF4-FFF2-40B4-BE49-F238E27FC236}">
                <a16:creationId xmlns:a16="http://schemas.microsoft.com/office/drawing/2014/main" id="{EED35C50-83F1-466C-98B6-5A1A30E67FFB}"/>
              </a:ext>
            </a:extLst>
          </p:cNvPr>
          <p:cNvSpPr/>
          <p:nvPr/>
        </p:nvSpPr>
        <p:spPr>
          <a:xfrm rot="8594075">
            <a:off x="9223197" y="1091915"/>
            <a:ext cx="2264815" cy="3648088"/>
          </a:xfrm>
          <a:custGeom>
            <a:avLst/>
            <a:gdLst/>
            <a:ahLst/>
            <a:cxnLst/>
            <a:rect l="l" t="t" r="r" b="b"/>
            <a:pathLst>
              <a:path w="2808349" h="4523596">
                <a:moveTo>
                  <a:pt x="567373" y="3851649"/>
                </a:moveTo>
                <a:cubicBezTo>
                  <a:pt x="971771" y="4313801"/>
                  <a:pt x="1674249" y="4360621"/>
                  <a:pt x="2136401" y="3956223"/>
                </a:cubicBezTo>
                <a:cubicBezTo>
                  <a:pt x="2598554" y="3551825"/>
                  <a:pt x="2645373" y="2849347"/>
                  <a:pt x="2240976" y="2387195"/>
                </a:cubicBezTo>
                <a:cubicBezTo>
                  <a:pt x="1836578" y="1925042"/>
                  <a:pt x="1134100" y="1878223"/>
                  <a:pt x="671947" y="2282621"/>
                </a:cubicBezTo>
                <a:cubicBezTo>
                  <a:pt x="209795" y="2687018"/>
                  <a:pt x="162975" y="3389496"/>
                  <a:pt x="567373" y="3851649"/>
                </a:cubicBezTo>
                <a:close/>
                <a:moveTo>
                  <a:pt x="347455" y="4044083"/>
                </a:moveTo>
                <a:cubicBezTo>
                  <a:pt x="-163221" y="3460474"/>
                  <a:pt x="-104097" y="2573380"/>
                  <a:pt x="479512" y="2062703"/>
                </a:cubicBezTo>
                <a:cubicBezTo>
                  <a:pt x="688143" y="1880145"/>
                  <a:pt x="935556" y="1770404"/>
                  <a:pt x="1190892" y="1732712"/>
                </a:cubicBezTo>
                <a:lnTo>
                  <a:pt x="1190892" y="228600"/>
                </a:lnTo>
                <a:cubicBezTo>
                  <a:pt x="1190892" y="102348"/>
                  <a:pt x="1293240" y="0"/>
                  <a:pt x="1419492" y="0"/>
                </a:cubicBezTo>
                <a:cubicBezTo>
                  <a:pt x="1545744" y="0"/>
                  <a:pt x="1648092" y="102348"/>
                  <a:pt x="1648092" y="228600"/>
                </a:cubicBezTo>
                <a:lnTo>
                  <a:pt x="1648092" y="1737288"/>
                </a:lnTo>
                <a:cubicBezTo>
                  <a:pt x="1952641" y="1790115"/>
                  <a:pt x="2241503" y="1944038"/>
                  <a:pt x="2460893" y="2194760"/>
                </a:cubicBezTo>
                <a:cubicBezTo>
                  <a:pt x="2971570" y="2778370"/>
                  <a:pt x="2912446" y="3665464"/>
                  <a:pt x="2328836" y="4176140"/>
                </a:cubicBezTo>
                <a:cubicBezTo>
                  <a:pt x="1745226" y="4686817"/>
                  <a:pt x="858132" y="4627693"/>
                  <a:pt x="347455" y="4044083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8100000" scaled="1"/>
              <a:tileRect/>
            </a:gradFill>
          </a:ln>
          <a:effectLst>
            <a:outerShdw blurRad="127000" dist="127000" dir="8100000" algn="tr" rotWithShape="0">
              <a:prstClr val="black">
                <a:alpha val="33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2701" dirty="0"/>
          </a:p>
        </p:txBody>
      </p:sp>
      <p:grpSp>
        <p:nvGrpSpPr>
          <p:cNvPr id="90" name="Group 173">
            <a:extLst>
              <a:ext uri="{FF2B5EF4-FFF2-40B4-BE49-F238E27FC236}">
                <a16:creationId xmlns:a16="http://schemas.microsoft.com/office/drawing/2014/main" id="{78BBA32C-FA61-4DDD-BCEC-BDCFA185D31F}"/>
              </a:ext>
            </a:extLst>
          </p:cNvPr>
          <p:cNvGrpSpPr/>
          <p:nvPr userDrawn="1"/>
        </p:nvGrpSpPr>
        <p:grpSpPr>
          <a:xfrm rot="1067839">
            <a:off x="5182345" y="4543207"/>
            <a:ext cx="1420220" cy="1416516"/>
            <a:chOff x="5137988" y="1148280"/>
            <a:chExt cx="1160378" cy="1157352"/>
          </a:xfrm>
        </p:grpSpPr>
        <p:sp>
          <p:nvSpPr>
            <p:cNvPr id="91" name="Isosceles Triangle 49">
              <a:extLst>
                <a:ext uri="{FF2B5EF4-FFF2-40B4-BE49-F238E27FC236}">
                  <a16:creationId xmlns:a16="http://schemas.microsoft.com/office/drawing/2014/main" id="{7DE57916-80F5-420F-A9A1-CE0E3853E33E}"/>
                </a:ext>
              </a:extLst>
            </p:cNvPr>
            <p:cNvSpPr/>
            <p:nvPr/>
          </p:nvSpPr>
          <p:spPr>
            <a:xfrm rot="3965908" flipH="1">
              <a:off x="5478651" y="1283059"/>
              <a:ext cx="479323" cy="1160106"/>
            </a:xfrm>
            <a:custGeom>
              <a:avLst/>
              <a:gdLst>
                <a:gd name="connsiteX0" fmla="*/ 0 w 786242"/>
                <a:gd name="connsiteY0" fmla="*/ 2640853 h 2640853"/>
                <a:gd name="connsiteX1" fmla="*/ 655356 w 786242"/>
                <a:gd name="connsiteY1" fmla="*/ 0 h 2640853"/>
                <a:gd name="connsiteX2" fmla="*/ 786242 w 786242"/>
                <a:gd name="connsiteY2" fmla="*/ 2640853 h 2640853"/>
                <a:gd name="connsiteX3" fmla="*/ 0 w 786242"/>
                <a:gd name="connsiteY3" fmla="*/ 2640853 h 2640853"/>
                <a:gd name="connsiteX0" fmla="*/ 0 w 1038544"/>
                <a:gd name="connsiteY0" fmla="*/ 2513590 h 2513590"/>
                <a:gd name="connsiteX1" fmla="*/ 1038544 w 1038544"/>
                <a:gd name="connsiteY1" fmla="*/ 0 h 2513590"/>
                <a:gd name="connsiteX2" fmla="*/ 786242 w 1038544"/>
                <a:gd name="connsiteY2" fmla="*/ 2513590 h 2513590"/>
                <a:gd name="connsiteX3" fmla="*/ 0 w 1038544"/>
                <a:gd name="connsiteY3" fmla="*/ 2513590 h 2513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544" h="2513590">
                  <a:moveTo>
                    <a:pt x="0" y="2513590"/>
                  </a:moveTo>
                  <a:lnTo>
                    <a:pt x="1038544" y="0"/>
                  </a:lnTo>
                  <a:lnTo>
                    <a:pt x="786242" y="2513590"/>
                  </a:lnTo>
                  <a:lnTo>
                    <a:pt x="0" y="251359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Isosceles Triangle 47">
              <a:extLst>
                <a:ext uri="{FF2B5EF4-FFF2-40B4-BE49-F238E27FC236}">
                  <a16:creationId xmlns:a16="http://schemas.microsoft.com/office/drawing/2014/main" id="{8EA9B0ED-DD02-4646-BFCA-A36C6D719BF6}"/>
                </a:ext>
              </a:extLst>
            </p:cNvPr>
            <p:cNvSpPr/>
            <p:nvPr/>
          </p:nvSpPr>
          <p:spPr>
            <a:xfrm rot="1861541">
              <a:off x="5137988" y="1148280"/>
              <a:ext cx="790741" cy="999463"/>
            </a:xfrm>
            <a:custGeom>
              <a:avLst/>
              <a:gdLst>
                <a:gd name="connsiteX0" fmla="*/ 0 w 487152"/>
                <a:gd name="connsiteY0" fmla="*/ 2193673 h 2193673"/>
                <a:gd name="connsiteX1" fmla="*/ 406056 w 487152"/>
                <a:gd name="connsiteY1" fmla="*/ 0 h 2193673"/>
                <a:gd name="connsiteX2" fmla="*/ 487152 w 487152"/>
                <a:gd name="connsiteY2" fmla="*/ 2193673 h 2193673"/>
                <a:gd name="connsiteX3" fmla="*/ 0 w 487152"/>
                <a:gd name="connsiteY3" fmla="*/ 2193673 h 2193673"/>
                <a:gd name="connsiteX0" fmla="*/ 0 w 1646657"/>
                <a:gd name="connsiteY0" fmla="*/ 2168619 h 2168619"/>
                <a:gd name="connsiteX1" fmla="*/ 1646657 w 1646657"/>
                <a:gd name="connsiteY1" fmla="*/ 0 h 2168619"/>
                <a:gd name="connsiteX2" fmla="*/ 487152 w 1646657"/>
                <a:gd name="connsiteY2" fmla="*/ 2168619 h 2168619"/>
                <a:gd name="connsiteX3" fmla="*/ 0 w 1646657"/>
                <a:gd name="connsiteY3" fmla="*/ 2168619 h 2168619"/>
                <a:gd name="connsiteX0" fmla="*/ 0 w 1655693"/>
                <a:gd name="connsiteY0" fmla="*/ 2153103 h 2153103"/>
                <a:gd name="connsiteX1" fmla="*/ 1655693 w 1655693"/>
                <a:gd name="connsiteY1" fmla="*/ 0 h 2153103"/>
                <a:gd name="connsiteX2" fmla="*/ 487152 w 1655693"/>
                <a:gd name="connsiteY2" fmla="*/ 2153103 h 2153103"/>
                <a:gd name="connsiteX3" fmla="*/ 0 w 1655693"/>
                <a:gd name="connsiteY3" fmla="*/ 2153103 h 2153103"/>
                <a:gd name="connsiteX0" fmla="*/ 0 w 1658686"/>
                <a:gd name="connsiteY0" fmla="*/ 2165526 h 2165526"/>
                <a:gd name="connsiteX1" fmla="*/ 1658686 w 1658686"/>
                <a:gd name="connsiteY1" fmla="*/ 0 h 2165526"/>
                <a:gd name="connsiteX2" fmla="*/ 487152 w 1658686"/>
                <a:gd name="connsiteY2" fmla="*/ 2165526 h 2165526"/>
                <a:gd name="connsiteX3" fmla="*/ 0 w 1658686"/>
                <a:gd name="connsiteY3" fmla="*/ 2165526 h 2165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8686" h="2165526">
                  <a:moveTo>
                    <a:pt x="0" y="2165526"/>
                  </a:moveTo>
                  <a:lnTo>
                    <a:pt x="1658686" y="0"/>
                  </a:lnTo>
                  <a:lnTo>
                    <a:pt x="487152" y="2165526"/>
                  </a:lnTo>
                  <a:lnTo>
                    <a:pt x="0" y="216552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Isosceles Triangle 47">
              <a:extLst>
                <a:ext uri="{FF2B5EF4-FFF2-40B4-BE49-F238E27FC236}">
                  <a16:creationId xmlns:a16="http://schemas.microsoft.com/office/drawing/2014/main" id="{723FFC2F-0229-4B7C-B5A0-A921B0D5C7F9}"/>
                </a:ext>
              </a:extLst>
            </p:cNvPr>
            <p:cNvSpPr/>
            <p:nvPr/>
          </p:nvSpPr>
          <p:spPr>
            <a:xfrm rot="16200000" flipV="1">
              <a:off x="5272724" y="1450290"/>
              <a:ext cx="872754" cy="837930"/>
            </a:xfrm>
            <a:custGeom>
              <a:avLst/>
              <a:gdLst>
                <a:gd name="connsiteX0" fmla="*/ 0 w 487152"/>
                <a:gd name="connsiteY0" fmla="*/ 2193673 h 2193673"/>
                <a:gd name="connsiteX1" fmla="*/ 406056 w 487152"/>
                <a:gd name="connsiteY1" fmla="*/ 0 h 2193673"/>
                <a:gd name="connsiteX2" fmla="*/ 487152 w 487152"/>
                <a:gd name="connsiteY2" fmla="*/ 2193673 h 2193673"/>
                <a:gd name="connsiteX3" fmla="*/ 0 w 487152"/>
                <a:gd name="connsiteY3" fmla="*/ 2193673 h 2193673"/>
                <a:gd name="connsiteX0" fmla="*/ 0 w 1646657"/>
                <a:gd name="connsiteY0" fmla="*/ 2168619 h 2168619"/>
                <a:gd name="connsiteX1" fmla="*/ 1646657 w 1646657"/>
                <a:gd name="connsiteY1" fmla="*/ 0 h 2168619"/>
                <a:gd name="connsiteX2" fmla="*/ 487152 w 1646657"/>
                <a:gd name="connsiteY2" fmla="*/ 2168619 h 2168619"/>
                <a:gd name="connsiteX3" fmla="*/ 0 w 1646657"/>
                <a:gd name="connsiteY3" fmla="*/ 2168619 h 2168619"/>
                <a:gd name="connsiteX0" fmla="*/ 0 w 1848251"/>
                <a:gd name="connsiteY0" fmla="*/ 1806481 h 1806481"/>
                <a:gd name="connsiteX1" fmla="*/ 1848251 w 1848251"/>
                <a:gd name="connsiteY1" fmla="*/ 0 h 1806481"/>
                <a:gd name="connsiteX2" fmla="*/ 487152 w 1848251"/>
                <a:gd name="connsiteY2" fmla="*/ 1806481 h 1806481"/>
                <a:gd name="connsiteX3" fmla="*/ 0 w 1848251"/>
                <a:gd name="connsiteY3" fmla="*/ 1806481 h 1806481"/>
                <a:gd name="connsiteX0" fmla="*/ 0 w 1830721"/>
                <a:gd name="connsiteY0" fmla="*/ 1815534 h 1815534"/>
                <a:gd name="connsiteX1" fmla="*/ 1830721 w 1830721"/>
                <a:gd name="connsiteY1" fmla="*/ 0 h 1815534"/>
                <a:gd name="connsiteX2" fmla="*/ 487152 w 1830721"/>
                <a:gd name="connsiteY2" fmla="*/ 1815534 h 1815534"/>
                <a:gd name="connsiteX3" fmla="*/ 0 w 1830721"/>
                <a:gd name="connsiteY3" fmla="*/ 1815534 h 1815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0721" h="1815534">
                  <a:moveTo>
                    <a:pt x="0" y="1815534"/>
                  </a:moveTo>
                  <a:lnTo>
                    <a:pt x="1830721" y="0"/>
                  </a:lnTo>
                  <a:lnTo>
                    <a:pt x="487152" y="1815534"/>
                  </a:lnTo>
                  <a:lnTo>
                    <a:pt x="0" y="181553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Isosceles Triangle 177">
              <a:extLst>
                <a:ext uri="{FF2B5EF4-FFF2-40B4-BE49-F238E27FC236}">
                  <a16:creationId xmlns:a16="http://schemas.microsoft.com/office/drawing/2014/main" id="{409E4A8E-C197-4ACC-A9C0-5DA93430A1D0}"/>
                </a:ext>
              </a:extLst>
            </p:cNvPr>
            <p:cNvSpPr/>
            <p:nvPr/>
          </p:nvSpPr>
          <p:spPr>
            <a:xfrm rot="1786633">
              <a:off x="5502366" y="1257945"/>
              <a:ext cx="500435" cy="1012454"/>
            </a:xfrm>
            <a:prstGeom prst="triangle">
              <a:avLst>
                <a:gd name="adj" fmla="val 8335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83">
            <a:extLst>
              <a:ext uri="{FF2B5EF4-FFF2-40B4-BE49-F238E27FC236}">
                <a16:creationId xmlns:a16="http://schemas.microsoft.com/office/drawing/2014/main" id="{60734529-9F25-42C8-94FF-E99D960B0044}"/>
              </a:ext>
            </a:extLst>
          </p:cNvPr>
          <p:cNvGrpSpPr/>
          <p:nvPr userDrawn="1"/>
        </p:nvGrpSpPr>
        <p:grpSpPr>
          <a:xfrm>
            <a:off x="7399035" y="3951858"/>
            <a:ext cx="2558649" cy="2557337"/>
            <a:chOff x="4574848" y="1897856"/>
            <a:chExt cx="3028217" cy="3026664"/>
          </a:xfrm>
        </p:grpSpPr>
        <p:sp>
          <p:nvSpPr>
            <p:cNvPr id="96" name="Freeform: Shape 84">
              <a:extLst>
                <a:ext uri="{FF2B5EF4-FFF2-40B4-BE49-F238E27FC236}">
                  <a16:creationId xmlns:a16="http://schemas.microsoft.com/office/drawing/2014/main" id="{935F8659-B251-40AD-B348-9873BFDC7B7A}"/>
                </a:ext>
              </a:extLst>
            </p:cNvPr>
            <p:cNvSpPr/>
            <p:nvPr/>
          </p:nvSpPr>
          <p:spPr>
            <a:xfrm>
              <a:off x="4575624" y="1897856"/>
              <a:ext cx="3026664" cy="3026664"/>
            </a:xfrm>
            <a:custGeom>
              <a:avLst/>
              <a:gdLst>
                <a:gd name="connsiteX0" fmla="*/ 3057049 w 3057525"/>
                <a:gd name="connsiteY0" fmla="*/ 1532096 h 3057525"/>
                <a:gd name="connsiteX1" fmla="*/ 1532096 w 3057525"/>
                <a:gd name="connsiteY1" fmla="*/ 3057049 h 3057525"/>
                <a:gd name="connsiteX2" fmla="*/ 7144 w 3057525"/>
                <a:gd name="connsiteY2" fmla="*/ 1532096 h 3057525"/>
                <a:gd name="connsiteX3" fmla="*/ 1532096 w 3057525"/>
                <a:gd name="connsiteY3" fmla="*/ 7144 h 3057525"/>
                <a:gd name="connsiteX4" fmla="*/ 3057049 w 3057525"/>
                <a:gd name="connsiteY4" fmla="*/ 1532096 h 305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525" h="3057525">
                  <a:moveTo>
                    <a:pt x="3057049" y="1532096"/>
                  </a:moveTo>
                  <a:cubicBezTo>
                    <a:pt x="3057049" y="2374304"/>
                    <a:pt x="2374304" y="3057049"/>
                    <a:pt x="1532096" y="3057049"/>
                  </a:cubicBezTo>
                  <a:cubicBezTo>
                    <a:pt x="689888" y="3057049"/>
                    <a:pt x="7144" y="2374304"/>
                    <a:pt x="7144" y="1532096"/>
                  </a:cubicBezTo>
                  <a:cubicBezTo>
                    <a:pt x="7144" y="689888"/>
                    <a:pt x="689888" y="7144"/>
                    <a:pt x="1532096" y="7144"/>
                  </a:cubicBezTo>
                  <a:cubicBezTo>
                    <a:pt x="2374304" y="7144"/>
                    <a:pt x="3057049" y="689888"/>
                    <a:pt x="3057049" y="153209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85">
              <a:extLst>
                <a:ext uri="{FF2B5EF4-FFF2-40B4-BE49-F238E27FC236}">
                  <a16:creationId xmlns:a16="http://schemas.microsoft.com/office/drawing/2014/main" id="{8C38674F-5D2E-4E9E-8882-5D3B840D4FFA}"/>
                </a:ext>
              </a:extLst>
            </p:cNvPr>
            <p:cNvSpPr/>
            <p:nvPr/>
          </p:nvSpPr>
          <p:spPr>
            <a:xfrm>
              <a:off x="4574848" y="1907000"/>
              <a:ext cx="3028217" cy="2962327"/>
            </a:xfrm>
            <a:custGeom>
              <a:avLst/>
              <a:gdLst>
                <a:gd name="connsiteX0" fmla="*/ 2863236 w 3028217"/>
                <a:gd name="connsiteY0" fmla="*/ 2049564 h 2962327"/>
                <a:gd name="connsiteX1" fmla="*/ 2844662 w 3028217"/>
                <a:gd name="connsiteY1" fmla="*/ 2065518 h 2962327"/>
                <a:gd name="connsiteX2" fmla="*/ 2847519 w 3028217"/>
                <a:gd name="connsiteY2" fmla="*/ 2116953 h 2962327"/>
                <a:gd name="connsiteX3" fmla="*/ 2887525 w 3028217"/>
                <a:gd name="connsiteY3" fmla="*/ 2084568 h 2962327"/>
                <a:gd name="connsiteX4" fmla="*/ 2890382 w 3028217"/>
                <a:gd name="connsiteY4" fmla="*/ 2078853 h 2962327"/>
                <a:gd name="connsiteX5" fmla="*/ 2890382 w 3028217"/>
                <a:gd name="connsiteY5" fmla="*/ 2057898 h 2962327"/>
                <a:gd name="connsiteX6" fmla="*/ 2863236 w 3028217"/>
                <a:gd name="connsiteY6" fmla="*/ 2049564 h 2962327"/>
                <a:gd name="connsiteX7" fmla="*/ 2453184 w 3028217"/>
                <a:gd name="connsiteY7" fmla="*/ 1703568 h 2962327"/>
                <a:gd name="connsiteX8" fmla="*/ 2444611 w 3028217"/>
                <a:gd name="connsiteY8" fmla="*/ 1714046 h 2962327"/>
                <a:gd name="connsiteX9" fmla="*/ 2467471 w 3028217"/>
                <a:gd name="connsiteY9" fmla="*/ 1740716 h 2962327"/>
                <a:gd name="connsiteX10" fmla="*/ 2482711 w 3028217"/>
                <a:gd name="connsiteY10" fmla="*/ 1728333 h 2962327"/>
                <a:gd name="connsiteX11" fmla="*/ 2453184 w 3028217"/>
                <a:gd name="connsiteY11" fmla="*/ 1703568 h 2962327"/>
                <a:gd name="connsiteX12" fmla="*/ 802501 w 3028217"/>
                <a:gd name="connsiteY12" fmla="*/ 1583553 h 2962327"/>
                <a:gd name="connsiteX13" fmla="*/ 812026 w 3028217"/>
                <a:gd name="connsiteY13" fmla="*/ 1589268 h 2962327"/>
                <a:gd name="connsiteX14" fmla="*/ 802501 w 3028217"/>
                <a:gd name="connsiteY14" fmla="*/ 1599745 h 2962327"/>
                <a:gd name="connsiteX15" fmla="*/ 792024 w 3028217"/>
                <a:gd name="connsiteY15" fmla="*/ 1594030 h 2962327"/>
                <a:gd name="connsiteX16" fmla="*/ 802501 w 3028217"/>
                <a:gd name="connsiteY16" fmla="*/ 1583553 h 2962327"/>
                <a:gd name="connsiteX17" fmla="*/ 573901 w 3028217"/>
                <a:gd name="connsiteY17" fmla="*/ 1577838 h 2962327"/>
                <a:gd name="connsiteX18" fmla="*/ 592951 w 3028217"/>
                <a:gd name="connsiteY18" fmla="*/ 1589268 h 2962327"/>
                <a:gd name="connsiteX19" fmla="*/ 584379 w 3028217"/>
                <a:gd name="connsiteY19" fmla="*/ 1596888 h 2962327"/>
                <a:gd name="connsiteX20" fmla="*/ 565329 w 3028217"/>
                <a:gd name="connsiteY20" fmla="*/ 1587363 h 2962327"/>
                <a:gd name="connsiteX21" fmla="*/ 573901 w 3028217"/>
                <a:gd name="connsiteY21" fmla="*/ 1577838 h 2962327"/>
                <a:gd name="connsiteX22" fmla="*/ 698678 w 3028217"/>
                <a:gd name="connsiteY22" fmla="*/ 1550216 h 2962327"/>
                <a:gd name="connsiteX23" fmla="*/ 763448 w 3028217"/>
                <a:gd name="connsiteY23" fmla="*/ 1592126 h 2962327"/>
                <a:gd name="connsiteX24" fmla="*/ 678676 w 3028217"/>
                <a:gd name="connsiteY24" fmla="*/ 1592126 h 2962327"/>
                <a:gd name="connsiteX25" fmla="*/ 698678 w 3028217"/>
                <a:gd name="connsiteY25" fmla="*/ 1550216 h 2962327"/>
                <a:gd name="connsiteX26" fmla="*/ 492939 w 3028217"/>
                <a:gd name="connsiteY26" fmla="*/ 1460681 h 2962327"/>
                <a:gd name="connsiteX27" fmla="*/ 562471 w 3028217"/>
                <a:gd name="connsiteY27" fmla="*/ 1479731 h 2962327"/>
                <a:gd name="connsiteX28" fmla="*/ 646291 w 3028217"/>
                <a:gd name="connsiteY28" fmla="*/ 1537833 h 2962327"/>
                <a:gd name="connsiteX29" fmla="*/ 577711 w 3028217"/>
                <a:gd name="connsiteY29" fmla="*/ 1525451 h 2962327"/>
                <a:gd name="connsiteX30" fmla="*/ 527229 w 3028217"/>
                <a:gd name="connsiteY30" fmla="*/ 1487351 h 2962327"/>
                <a:gd name="connsiteX31" fmla="*/ 525032 w 3028217"/>
                <a:gd name="connsiteY31" fmla="*/ 1486533 h 2962327"/>
                <a:gd name="connsiteX32" fmla="*/ 527229 w 3028217"/>
                <a:gd name="connsiteY32" fmla="*/ 1488303 h 2962327"/>
                <a:gd name="connsiteX33" fmla="*/ 451029 w 3028217"/>
                <a:gd name="connsiteY33" fmla="*/ 1494971 h 2962327"/>
                <a:gd name="connsiteX34" fmla="*/ 492939 w 3028217"/>
                <a:gd name="connsiteY34" fmla="*/ 1460681 h 2962327"/>
                <a:gd name="connsiteX35" fmla="*/ 592475 w 3028217"/>
                <a:gd name="connsiteY35" fmla="*/ 1413889 h 2962327"/>
                <a:gd name="connsiteX36" fmla="*/ 596761 w 3028217"/>
                <a:gd name="connsiteY36" fmla="*/ 1414961 h 2962327"/>
                <a:gd name="connsiteX37" fmla="*/ 595809 w 3028217"/>
                <a:gd name="connsiteY37" fmla="*/ 1447346 h 2962327"/>
                <a:gd name="connsiteX38" fmla="*/ 588189 w 3028217"/>
                <a:gd name="connsiteY38" fmla="*/ 1414961 h 2962327"/>
                <a:gd name="connsiteX39" fmla="*/ 592475 w 3028217"/>
                <a:gd name="connsiteY39" fmla="*/ 1413889 h 2962327"/>
                <a:gd name="connsiteX40" fmla="*/ 2633206 w 3028217"/>
                <a:gd name="connsiteY40" fmla="*/ 1174931 h 2962327"/>
                <a:gd name="connsiteX41" fmla="*/ 2673211 w 3028217"/>
                <a:gd name="connsiteY41" fmla="*/ 1180646 h 2962327"/>
                <a:gd name="connsiteX42" fmla="*/ 2633206 w 3028217"/>
                <a:gd name="connsiteY42" fmla="*/ 1174931 h 2962327"/>
                <a:gd name="connsiteX43" fmla="*/ 2477948 w 3028217"/>
                <a:gd name="connsiteY43" fmla="*/ 1095873 h 2962327"/>
                <a:gd name="connsiteX44" fmla="*/ 2484616 w 3028217"/>
                <a:gd name="connsiteY44" fmla="*/ 1110160 h 2962327"/>
                <a:gd name="connsiteX45" fmla="*/ 2464613 w 3028217"/>
                <a:gd name="connsiteY45" fmla="*/ 1135878 h 2962327"/>
                <a:gd name="connsiteX46" fmla="*/ 2444611 w 3028217"/>
                <a:gd name="connsiteY46" fmla="*/ 1144450 h 2962327"/>
                <a:gd name="connsiteX47" fmla="*/ 2415083 w 3028217"/>
                <a:gd name="connsiteY47" fmla="*/ 1119685 h 2962327"/>
                <a:gd name="connsiteX48" fmla="*/ 2446516 w 3028217"/>
                <a:gd name="connsiteY48" fmla="*/ 1114923 h 2962327"/>
                <a:gd name="connsiteX49" fmla="*/ 2477948 w 3028217"/>
                <a:gd name="connsiteY49" fmla="*/ 1095873 h 2962327"/>
                <a:gd name="connsiteX50" fmla="*/ 2344599 w 3028217"/>
                <a:gd name="connsiteY50" fmla="*/ 1039676 h 2962327"/>
                <a:gd name="connsiteX51" fmla="*/ 2355076 w 3028217"/>
                <a:gd name="connsiteY51" fmla="*/ 1066346 h 2962327"/>
                <a:gd name="connsiteX52" fmla="*/ 2341741 w 3028217"/>
                <a:gd name="connsiteY52" fmla="*/ 1092063 h 2962327"/>
                <a:gd name="connsiteX53" fmla="*/ 2328406 w 3028217"/>
                <a:gd name="connsiteY53" fmla="*/ 1065393 h 2962327"/>
                <a:gd name="connsiteX54" fmla="*/ 2344599 w 3028217"/>
                <a:gd name="connsiteY54" fmla="*/ 1039676 h 2962327"/>
                <a:gd name="connsiteX55" fmla="*/ 699631 w 3028217"/>
                <a:gd name="connsiteY55" fmla="*/ 966334 h 2962327"/>
                <a:gd name="connsiteX56" fmla="*/ 616764 w 3028217"/>
                <a:gd name="connsiteY56" fmla="*/ 992051 h 2962327"/>
                <a:gd name="connsiteX57" fmla="*/ 699631 w 3028217"/>
                <a:gd name="connsiteY57" fmla="*/ 966334 h 2962327"/>
                <a:gd name="connsiteX58" fmla="*/ 2786559 w 3028217"/>
                <a:gd name="connsiteY58" fmla="*/ 938711 h 2962327"/>
                <a:gd name="connsiteX59" fmla="*/ 2814181 w 3028217"/>
                <a:gd name="connsiteY59" fmla="*/ 938711 h 2962327"/>
                <a:gd name="connsiteX60" fmla="*/ 2814181 w 3028217"/>
                <a:gd name="connsiteY60" fmla="*/ 945378 h 2962327"/>
                <a:gd name="connsiteX61" fmla="*/ 2786559 w 3028217"/>
                <a:gd name="connsiteY61" fmla="*/ 938711 h 2962327"/>
                <a:gd name="connsiteX62" fmla="*/ 737731 w 3028217"/>
                <a:gd name="connsiteY62" fmla="*/ 935019 h 2962327"/>
                <a:gd name="connsiteX63" fmla="*/ 702489 w 3028217"/>
                <a:gd name="connsiteY63" fmla="*/ 951093 h 2962327"/>
                <a:gd name="connsiteX64" fmla="*/ 770116 w 3028217"/>
                <a:gd name="connsiteY64" fmla="*/ 936805 h 2962327"/>
                <a:gd name="connsiteX65" fmla="*/ 737731 w 3028217"/>
                <a:gd name="connsiteY65" fmla="*/ 935019 h 2962327"/>
                <a:gd name="connsiteX66" fmla="*/ 619383 w 3028217"/>
                <a:gd name="connsiteY66" fmla="*/ 880251 h 2962327"/>
                <a:gd name="connsiteX67" fmla="*/ 608191 w 3028217"/>
                <a:gd name="connsiteY67" fmla="*/ 882513 h 2962327"/>
                <a:gd name="connsiteX68" fmla="*/ 541516 w 3028217"/>
                <a:gd name="connsiteY68" fmla="*/ 968238 h 2962327"/>
                <a:gd name="connsiteX69" fmla="*/ 558661 w 3028217"/>
                <a:gd name="connsiteY69" fmla="*/ 975858 h 2962327"/>
                <a:gd name="connsiteX70" fmla="*/ 578664 w 3028217"/>
                <a:gd name="connsiteY70" fmla="*/ 949188 h 2962327"/>
                <a:gd name="connsiteX71" fmla="*/ 623431 w 3028217"/>
                <a:gd name="connsiteY71" fmla="*/ 890133 h 2962327"/>
                <a:gd name="connsiteX72" fmla="*/ 619383 w 3028217"/>
                <a:gd name="connsiteY72" fmla="*/ 880251 h 2962327"/>
                <a:gd name="connsiteX73" fmla="*/ 659626 w 3028217"/>
                <a:gd name="connsiteY73" fmla="*/ 872036 h 2962327"/>
                <a:gd name="connsiteX74" fmla="*/ 647244 w 3028217"/>
                <a:gd name="connsiteY74" fmla="*/ 879656 h 2962327"/>
                <a:gd name="connsiteX75" fmla="*/ 657721 w 3028217"/>
                <a:gd name="connsiteY75" fmla="*/ 950141 h 2962327"/>
                <a:gd name="connsiteX76" fmla="*/ 683439 w 3028217"/>
                <a:gd name="connsiteY76" fmla="*/ 913946 h 2962327"/>
                <a:gd name="connsiteX77" fmla="*/ 711061 w 3028217"/>
                <a:gd name="connsiteY77" fmla="*/ 910136 h 2962327"/>
                <a:gd name="connsiteX78" fmla="*/ 709156 w 3028217"/>
                <a:gd name="connsiteY78" fmla="*/ 891086 h 2962327"/>
                <a:gd name="connsiteX79" fmla="*/ 659626 w 3028217"/>
                <a:gd name="connsiteY79" fmla="*/ 872036 h 2962327"/>
                <a:gd name="connsiteX80" fmla="*/ 620410 w 3028217"/>
                <a:gd name="connsiteY80" fmla="*/ 803828 h 2962327"/>
                <a:gd name="connsiteX81" fmla="*/ 603429 w 3028217"/>
                <a:gd name="connsiteY81" fmla="*/ 807266 h 2962327"/>
                <a:gd name="connsiteX82" fmla="*/ 532944 w 3028217"/>
                <a:gd name="connsiteY82" fmla="*/ 841556 h 2962327"/>
                <a:gd name="connsiteX83" fmla="*/ 541516 w 3028217"/>
                <a:gd name="connsiteY83" fmla="*/ 855843 h 2962327"/>
                <a:gd name="connsiteX84" fmla="*/ 602476 w 3028217"/>
                <a:gd name="connsiteY84" fmla="*/ 859653 h 2962327"/>
                <a:gd name="connsiteX85" fmla="*/ 652959 w 3028217"/>
                <a:gd name="connsiteY85" fmla="*/ 835841 h 2962327"/>
                <a:gd name="connsiteX86" fmla="*/ 620410 w 3028217"/>
                <a:gd name="connsiteY86" fmla="*/ 803828 h 2962327"/>
                <a:gd name="connsiteX87" fmla="*/ 2051228 w 3028217"/>
                <a:gd name="connsiteY87" fmla="*/ 690108 h 2962327"/>
                <a:gd name="connsiteX88" fmla="*/ 2074088 w 3028217"/>
                <a:gd name="connsiteY88" fmla="*/ 722493 h 2962327"/>
                <a:gd name="connsiteX89" fmla="*/ 2021701 w 3028217"/>
                <a:gd name="connsiteY89" fmla="*/ 782500 h 2962327"/>
                <a:gd name="connsiteX90" fmla="*/ 2000746 w 3028217"/>
                <a:gd name="connsiteY90" fmla="*/ 772023 h 2962327"/>
                <a:gd name="connsiteX91" fmla="*/ 2036941 w 3028217"/>
                <a:gd name="connsiteY91" fmla="*/ 698680 h 2962327"/>
                <a:gd name="connsiteX92" fmla="*/ 2051228 w 3028217"/>
                <a:gd name="connsiteY92" fmla="*/ 690108 h 2962327"/>
                <a:gd name="connsiteX93" fmla="*/ 2111236 w 3028217"/>
                <a:gd name="connsiteY93" fmla="*/ 608669 h 2962327"/>
                <a:gd name="connsiteX94" fmla="*/ 2113141 w 3028217"/>
                <a:gd name="connsiteY94" fmla="*/ 623433 h 2962327"/>
                <a:gd name="connsiteX95" fmla="*/ 2111236 w 3028217"/>
                <a:gd name="connsiteY95" fmla="*/ 626290 h 2962327"/>
                <a:gd name="connsiteX96" fmla="*/ 2159814 w 3028217"/>
                <a:gd name="connsiteY96" fmla="*/ 711063 h 2962327"/>
                <a:gd name="connsiteX97" fmla="*/ 2199819 w 3028217"/>
                <a:gd name="connsiteY97" fmla="*/ 758688 h 2962327"/>
                <a:gd name="connsiteX98" fmla="*/ 2176959 w 3028217"/>
                <a:gd name="connsiteY98" fmla="*/ 800598 h 2962327"/>
                <a:gd name="connsiteX99" fmla="*/ 2092186 w 3028217"/>
                <a:gd name="connsiteY99" fmla="*/ 814885 h 2962327"/>
                <a:gd name="connsiteX100" fmla="*/ 2092186 w 3028217"/>
                <a:gd name="connsiteY100" fmla="*/ 777738 h 2962327"/>
                <a:gd name="connsiteX101" fmla="*/ 2111236 w 3028217"/>
                <a:gd name="connsiteY101" fmla="*/ 740590 h 2962327"/>
                <a:gd name="connsiteX102" fmla="*/ 2110284 w 3028217"/>
                <a:gd name="connsiteY102" fmla="*/ 710110 h 2962327"/>
                <a:gd name="connsiteX103" fmla="*/ 2076946 w 3028217"/>
                <a:gd name="connsiteY103" fmla="*/ 669153 h 2962327"/>
                <a:gd name="connsiteX104" fmla="*/ 2097901 w 3028217"/>
                <a:gd name="connsiteY104" fmla="*/ 611050 h 2962327"/>
                <a:gd name="connsiteX105" fmla="*/ 2111236 w 3028217"/>
                <a:gd name="connsiteY105" fmla="*/ 608669 h 2962327"/>
                <a:gd name="connsiteX106" fmla="*/ 927279 w 3028217"/>
                <a:gd name="connsiteY106" fmla="*/ 479605 h 2962327"/>
                <a:gd name="connsiteX107" fmla="*/ 933946 w 3028217"/>
                <a:gd name="connsiteY107" fmla="*/ 486273 h 2962327"/>
                <a:gd name="connsiteX108" fmla="*/ 929184 w 3028217"/>
                <a:gd name="connsiteY108" fmla="*/ 493893 h 2962327"/>
                <a:gd name="connsiteX109" fmla="*/ 919659 w 3028217"/>
                <a:gd name="connsiteY109" fmla="*/ 488178 h 2962327"/>
                <a:gd name="connsiteX110" fmla="*/ 927279 w 3028217"/>
                <a:gd name="connsiteY110" fmla="*/ 479605 h 2962327"/>
                <a:gd name="connsiteX111" fmla="*/ 1938089 w 3028217"/>
                <a:gd name="connsiteY111" fmla="*/ 417931 h 2962327"/>
                <a:gd name="connsiteX112" fmla="*/ 1959789 w 3028217"/>
                <a:gd name="connsiteY112" fmla="*/ 441505 h 2962327"/>
                <a:gd name="connsiteX113" fmla="*/ 1940739 w 3028217"/>
                <a:gd name="connsiteY113" fmla="*/ 466270 h 2962327"/>
                <a:gd name="connsiteX114" fmla="*/ 1842631 w 3028217"/>
                <a:gd name="connsiteY114" fmla="*/ 480558 h 2962327"/>
                <a:gd name="connsiteX115" fmla="*/ 1832154 w 3028217"/>
                <a:gd name="connsiteY115" fmla="*/ 458650 h 2962327"/>
                <a:gd name="connsiteX116" fmla="*/ 1833106 w 3028217"/>
                <a:gd name="connsiteY116" fmla="*/ 431980 h 2962327"/>
                <a:gd name="connsiteX117" fmla="*/ 1845489 w 3028217"/>
                <a:gd name="connsiteY117" fmla="*/ 423408 h 2962327"/>
                <a:gd name="connsiteX118" fmla="*/ 1857871 w 3028217"/>
                <a:gd name="connsiteY118" fmla="*/ 432933 h 2962327"/>
                <a:gd name="connsiteX119" fmla="*/ 1926451 w 3028217"/>
                <a:gd name="connsiteY119" fmla="*/ 418645 h 2962327"/>
                <a:gd name="connsiteX120" fmla="*/ 1938089 w 3028217"/>
                <a:gd name="connsiteY120" fmla="*/ 417931 h 2962327"/>
                <a:gd name="connsiteX121" fmla="*/ 904419 w 3028217"/>
                <a:gd name="connsiteY121" fmla="*/ 389118 h 2962327"/>
                <a:gd name="connsiteX122" fmla="*/ 938709 w 3028217"/>
                <a:gd name="connsiteY122" fmla="*/ 433886 h 2962327"/>
                <a:gd name="connsiteX123" fmla="*/ 942519 w 3028217"/>
                <a:gd name="connsiteY123" fmla="*/ 446268 h 2962327"/>
                <a:gd name="connsiteX124" fmla="*/ 931089 w 3028217"/>
                <a:gd name="connsiteY124" fmla="*/ 449125 h 2962327"/>
                <a:gd name="connsiteX125" fmla="*/ 878701 w 3028217"/>
                <a:gd name="connsiteY125" fmla="*/ 449125 h 2962327"/>
                <a:gd name="connsiteX126" fmla="*/ 856794 w 3028217"/>
                <a:gd name="connsiteY126" fmla="*/ 443411 h 2962327"/>
                <a:gd name="connsiteX127" fmla="*/ 867271 w 3028217"/>
                <a:gd name="connsiteY127" fmla="*/ 412930 h 2962327"/>
                <a:gd name="connsiteX128" fmla="*/ 904419 w 3028217"/>
                <a:gd name="connsiteY128" fmla="*/ 389118 h 2962327"/>
                <a:gd name="connsiteX129" fmla="*/ 1062534 w 3028217"/>
                <a:gd name="connsiteY129" fmla="*/ 340541 h 2962327"/>
                <a:gd name="connsiteX130" fmla="*/ 1083489 w 3028217"/>
                <a:gd name="connsiteY130" fmla="*/ 353876 h 2962327"/>
                <a:gd name="connsiteX131" fmla="*/ 1053961 w 3028217"/>
                <a:gd name="connsiteY131" fmla="*/ 360543 h 2962327"/>
                <a:gd name="connsiteX132" fmla="*/ 1062534 w 3028217"/>
                <a:gd name="connsiteY132" fmla="*/ 340541 h 2962327"/>
                <a:gd name="connsiteX133" fmla="*/ 2471113 w 3028217"/>
                <a:gd name="connsiteY133" fmla="*/ 336025 h 2962327"/>
                <a:gd name="connsiteX134" fmla="*/ 2521763 w 3028217"/>
                <a:gd name="connsiteY134" fmla="*/ 370068 h 2962327"/>
                <a:gd name="connsiteX135" fmla="*/ 2848471 w 3028217"/>
                <a:gd name="connsiteY135" fmla="*/ 785358 h 2962327"/>
                <a:gd name="connsiteX136" fmla="*/ 2920861 w 3028217"/>
                <a:gd name="connsiteY136" fmla="*/ 940616 h 2962327"/>
                <a:gd name="connsiteX137" fmla="*/ 2926576 w 3028217"/>
                <a:gd name="connsiteY137" fmla="*/ 977763 h 2962327"/>
                <a:gd name="connsiteX138" fmla="*/ 2847518 w 3028217"/>
                <a:gd name="connsiteY138" fmla="*/ 938711 h 2962327"/>
                <a:gd name="connsiteX139" fmla="*/ 2864663 w 3028217"/>
                <a:gd name="connsiteY139" fmla="*/ 890133 h 2962327"/>
                <a:gd name="connsiteX140" fmla="*/ 2810371 w 3028217"/>
                <a:gd name="connsiteY140" fmla="*/ 908231 h 2962327"/>
                <a:gd name="connsiteX141" fmla="*/ 2757031 w 3028217"/>
                <a:gd name="connsiteY141" fmla="*/ 904421 h 2962327"/>
                <a:gd name="connsiteX142" fmla="*/ 2728456 w 3028217"/>
                <a:gd name="connsiteY142" fmla="*/ 916803 h 2962327"/>
                <a:gd name="connsiteX143" fmla="*/ 2707501 w 3028217"/>
                <a:gd name="connsiteY143" fmla="*/ 971096 h 2962327"/>
                <a:gd name="connsiteX144" fmla="*/ 2706548 w 3028217"/>
                <a:gd name="connsiteY144" fmla="*/ 1011101 h 2962327"/>
                <a:gd name="connsiteX145" fmla="*/ 2712263 w 3028217"/>
                <a:gd name="connsiteY145" fmla="*/ 1044438 h 2962327"/>
                <a:gd name="connsiteX146" fmla="*/ 2750438 w 3028217"/>
                <a:gd name="connsiteY146" fmla="*/ 1026892 h 2962327"/>
                <a:gd name="connsiteX147" fmla="*/ 2757317 w 3028217"/>
                <a:gd name="connsiteY147" fmla="*/ 1029909 h 2962327"/>
                <a:gd name="connsiteX148" fmla="*/ 2760842 w 3028217"/>
                <a:gd name="connsiteY148" fmla="*/ 1028246 h 2962327"/>
                <a:gd name="connsiteX149" fmla="*/ 2785607 w 3028217"/>
                <a:gd name="connsiteY149" fmla="*/ 1010148 h 2962327"/>
                <a:gd name="connsiteX150" fmla="*/ 2804538 w 3028217"/>
                <a:gd name="connsiteY150" fmla="*/ 1006457 h 2962327"/>
                <a:gd name="connsiteX151" fmla="*/ 2822755 w 3028217"/>
                <a:gd name="connsiteY151" fmla="*/ 1009196 h 2962327"/>
                <a:gd name="connsiteX152" fmla="*/ 2938959 w 3028217"/>
                <a:gd name="connsiteY152" fmla="*/ 1031103 h 2962327"/>
                <a:gd name="connsiteX153" fmla="*/ 2959915 w 3028217"/>
                <a:gd name="connsiteY153" fmla="*/ 1058726 h 2962327"/>
                <a:gd name="connsiteX154" fmla="*/ 3021827 w 3028217"/>
                <a:gd name="connsiteY154" fmla="*/ 1368288 h 2962327"/>
                <a:gd name="connsiteX155" fmla="*/ 3027542 w 3028217"/>
                <a:gd name="connsiteY155" fmla="*/ 1562598 h 2962327"/>
                <a:gd name="connsiteX156" fmla="*/ 3020874 w 3028217"/>
                <a:gd name="connsiteY156" fmla="*/ 1594983 h 2962327"/>
                <a:gd name="connsiteX157" fmla="*/ 2958009 w 3028217"/>
                <a:gd name="connsiteY157" fmla="*/ 1512116 h 2962327"/>
                <a:gd name="connsiteX158" fmla="*/ 2918005 w 3028217"/>
                <a:gd name="connsiteY158" fmla="*/ 1446393 h 2962327"/>
                <a:gd name="connsiteX159" fmla="*/ 2860855 w 3028217"/>
                <a:gd name="connsiteY159" fmla="*/ 1371146 h 2962327"/>
                <a:gd name="connsiteX160" fmla="*/ 2831327 w 3028217"/>
                <a:gd name="connsiteY160" fmla="*/ 1343523 h 2962327"/>
                <a:gd name="connsiteX161" fmla="*/ 2856092 w 3028217"/>
                <a:gd name="connsiteY161" fmla="*/ 1380671 h 2962327"/>
                <a:gd name="connsiteX162" fmla="*/ 2930387 w 3028217"/>
                <a:gd name="connsiteY162" fmla="*/ 1514021 h 2962327"/>
                <a:gd name="connsiteX163" fmla="*/ 2939912 w 3028217"/>
                <a:gd name="connsiteY163" fmla="*/ 1546406 h 2962327"/>
                <a:gd name="connsiteX164" fmla="*/ 2962772 w 3028217"/>
                <a:gd name="connsiteY164" fmla="*/ 1597841 h 2962327"/>
                <a:gd name="connsiteX165" fmla="*/ 2999919 w 3028217"/>
                <a:gd name="connsiteY165" fmla="*/ 1683566 h 2962327"/>
                <a:gd name="connsiteX166" fmla="*/ 3012302 w 3028217"/>
                <a:gd name="connsiteY166" fmla="*/ 1740716 h 2962327"/>
                <a:gd name="connsiteX167" fmla="*/ 2886572 w 3028217"/>
                <a:gd name="connsiteY167" fmla="*/ 2158864 h 2962327"/>
                <a:gd name="connsiteX168" fmla="*/ 2841805 w 3028217"/>
                <a:gd name="connsiteY168" fmla="*/ 2246493 h 2962327"/>
                <a:gd name="connsiteX169" fmla="*/ 2821802 w 3028217"/>
                <a:gd name="connsiteY169" fmla="*/ 2266496 h 2962327"/>
                <a:gd name="connsiteX170" fmla="*/ 2808467 w 3028217"/>
                <a:gd name="connsiteY170" fmla="*/ 2240778 h 2962327"/>
                <a:gd name="connsiteX171" fmla="*/ 2785607 w 3028217"/>
                <a:gd name="connsiteY171" fmla="*/ 2172198 h 2962327"/>
                <a:gd name="connsiteX172" fmla="*/ 2805609 w 3028217"/>
                <a:gd name="connsiteY172" fmla="*/ 2234111 h 2962327"/>
                <a:gd name="connsiteX173" fmla="*/ 2821802 w 3028217"/>
                <a:gd name="connsiteY173" fmla="*/ 2273164 h 2962327"/>
                <a:gd name="connsiteX174" fmla="*/ 2708455 w 3028217"/>
                <a:gd name="connsiteY174" fmla="*/ 2451281 h 2962327"/>
                <a:gd name="connsiteX175" fmla="*/ 2551292 w 3028217"/>
                <a:gd name="connsiteY175" fmla="*/ 2622731 h 2962327"/>
                <a:gd name="connsiteX176" fmla="*/ 2476997 w 3028217"/>
                <a:gd name="connsiteY176" fmla="*/ 2687501 h 2962327"/>
                <a:gd name="connsiteX177" fmla="*/ 2463662 w 3028217"/>
                <a:gd name="connsiteY177" fmla="*/ 2655116 h 2962327"/>
                <a:gd name="connsiteX178" fmla="*/ 2425562 w 3028217"/>
                <a:gd name="connsiteY178" fmla="*/ 2533196 h 2962327"/>
                <a:gd name="connsiteX179" fmla="*/ 2439849 w 3028217"/>
                <a:gd name="connsiteY179" fmla="*/ 2375081 h 2962327"/>
                <a:gd name="connsiteX180" fmla="*/ 2449374 w 3028217"/>
                <a:gd name="connsiteY180" fmla="*/ 2301739 h 2962327"/>
                <a:gd name="connsiteX181" fmla="*/ 2430324 w 3028217"/>
                <a:gd name="connsiteY181" fmla="*/ 2210298 h 2962327"/>
                <a:gd name="connsiteX182" fmla="*/ 2396987 w 3028217"/>
                <a:gd name="connsiteY182" fmla="*/ 2144576 h 2962327"/>
                <a:gd name="connsiteX183" fmla="*/ 2370317 w 3028217"/>
                <a:gd name="connsiteY183" fmla="*/ 2012178 h 2962327"/>
                <a:gd name="connsiteX184" fmla="*/ 2374127 w 3028217"/>
                <a:gd name="connsiteY184" fmla="*/ 1992176 h 2962327"/>
                <a:gd name="connsiteX185" fmla="*/ 2319834 w 3028217"/>
                <a:gd name="connsiteY185" fmla="*/ 1944551 h 2962327"/>
                <a:gd name="connsiteX186" fmla="*/ 2282687 w 3028217"/>
                <a:gd name="connsiteY186" fmla="*/ 1931216 h 2962327"/>
                <a:gd name="connsiteX187" fmla="*/ 2200772 w 3028217"/>
                <a:gd name="connsiteY187" fmla="*/ 1905498 h 2962327"/>
                <a:gd name="connsiteX188" fmla="*/ 2157909 w 3028217"/>
                <a:gd name="connsiteY188" fmla="*/ 1926453 h 2962327"/>
                <a:gd name="connsiteX189" fmla="*/ 2106474 w 3028217"/>
                <a:gd name="connsiteY189" fmla="*/ 1931216 h 2962327"/>
                <a:gd name="connsiteX190" fmla="*/ 2040752 w 3028217"/>
                <a:gd name="connsiteY190" fmla="*/ 1937883 h 2962327"/>
                <a:gd name="connsiteX191" fmla="*/ 1974077 w 3028217"/>
                <a:gd name="connsiteY191" fmla="*/ 1924548 h 2962327"/>
                <a:gd name="connsiteX192" fmla="*/ 1919784 w 3028217"/>
                <a:gd name="connsiteY192" fmla="*/ 1877876 h 2962327"/>
                <a:gd name="connsiteX193" fmla="*/ 1896924 w 3028217"/>
                <a:gd name="connsiteY193" fmla="*/ 1849301 h 2962327"/>
                <a:gd name="connsiteX194" fmla="*/ 1839774 w 3028217"/>
                <a:gd name="connsiteY194" fmla="*/ 1762623 h 2962327"/>
                <a:gd name="connsiteX195" fmla="*/ 1822629 w 3028217"/>
                <a:gd name="connsiteY195" fmla="*/ 1676898 h 2962327"/>
                <a:gd name="connsiteX196" fmla="*/ 1829297 w 3028217"/>
                <a:gd name="connsiteY196" fmla="*/ 1537833 h 2962327"/>
                <a:gd name="connsiteX197" fmla="*/ 1828344 w 3028217"/>
                <a:gd name="connsiteY197" fmla="*/ 1514973 h 2962327"/>
                <a:gd name="connsiteX198" fmla="*/ 1909307 w 3028217"/>
                <a:gd name="connsiteY198" fmla="*/ 1373051 h 2962327"/>
                <a:gd name="connsiteX199" fmla="*/ 1929309 w 3028217"/>
                <a:gd name="connsiteY199" fmla="*/ 1361621 h 2962327"/>
                <a:gd name="connsiteX200" fmla="*/ 1977887 w 3028217"/>
                <a:gd name="connsiteY200" fmla="*/ 1293041 h 2962327"/>
                <a:gd name="connsiteX201" fmla="*/ 2019797 w 3028217"/>
                <a:gd name="connsiteY201" fmla="*/ 1227318 h 2962327"/>
                <a:gd name="connsiteX202" fmla="*/ 2051229 w 3028217"/>
                <a:gd name="connsiteY202" fmla="*/ 1178741 h 2962327"/>
                <a:gd name="connsiteX203" fmla="*/ 2083614 w 3028217"/>
                <a:gd name="connsiteY203" fmla="*/ 1172073 h 2962327"/>
                <a:gd name="connsiteX204" fmla="*/ 2161719 w 3028217"/>
                <a:gd name="connsiteY204" fmla="*/ 1162548 h 2962327"/>
                <a:gd name="connsiteX205" fmla="*/ 2266494 w 3028217"/>
                <a:gd name="connsiteY205" fmla="*/ 1136831 h 2962327"/>
                <a:gd name="connsiteX206" fmla="*/ 2331264 w 3028217"/>
                <a:gd name="connsiteY206" fmla="*/ 1133021 h 2962327"/>
                <a:gd name="connsiteX207" fmla="*/ 2387462 w 3028217"/>
                <a:gd name="connsiteY207" fmla="*/ 1197791 h 2962327"/>
                <a:gd name="connsiteX208" fmla="*/ 2400797 w 3028217"/>
                <a:gd name="connsiteY208" fmla="*/ 1229223 h 2962327"/>
                <a:gd name="connsiteX209" fmla="*/ 2517002 w 3028217"/>
                <a:gd name="connsiteY209" fmla="*/ 1283516 h 2962327"/>
                <a:gd name="connsiteX210" fmla="*/ 2556055 w 3028217"/>
                <a:gd name="connsiteY210" fmla="*/ 1266371 h 2962327"/>
                <a:gd name="connsiteX211" fmla="*/ 2617967 w 3028217"/>
                <a:gd name="connsiteY211" fmla="*/ 1241606 h 2962327"/>
                <a:gd name="connsiteX212" fmla="*/ 2701787 w 3028217"/>
                <a:gd name="connsiteY212" fmla="*/ 1271133 h 2962327"/>
                <a:gd name="connsiteX213" fmla="*/ 2823707 w 3028217"/>
                <a:gd name="connsiteY213" fmla="*/ 1270181 h 2962327"/>
                <a:gd name="connsiteX214" fmla="*/ 2842757 w 3028217"/>
                <a:gd name="connsiteY214" fmla="*/ 1253988 h 2962327"/>
                <a:gd name="connsiteX215" fmla="*/ 2857997 w 3028217"/>
                <a:gd name="connsiteY215" fmla="*/ 1191123 h 2962327"/>
                <a:gd name="connsiteX216" fmla="*/ 2824659 w 3028217"/>
                <a:gd name="connsiteY216" fmla="*/ 1163501 h 2962327"/>
                <a:gd name="connsiteX217" fmla="*/ 2781797 w 3028217"/>
                <a:gd name="connsiteY217" fmla="*/ 1153023 h 2962327"/>
                <a:gd name="connsiteX218" fmla="*/ 2778142 w 3028217"/>
                <a:gd name="connsiteY218" fmla="*/ 1149005 h 2962327"/>
                <a:gd name="connsiteX219" fmla="*/ 2758579 w 3028217"/>
                <a:gd name="connsiteY219" fmla="*/ 1157637 h 2962327"/>
                <a:gd name="connsiteX220" fmla="*/ 2684641 w 3028217"/>
                <a:gd name="connsiteY220" fmla="*/ 1122543 h 2962327"/>
                <a:gd name="connsiteX221" fmla="*/ 2664638 w 3028217"/>
                <a:gd name="connsiteY221" fmla="*/ 1083491 h 2962327"/>
                <a:gd name="connsiteX222" fmla="*/ 2646541 w 3028217"/>
                <a:gd name="connsiteY222" fmla="*/ 1054916 h 2962327"/>
                <a:gd name="connsiteX223" fmla="*/ 2610346 w 3028217"/>
                <a:gd name="connsiteY223" fmla="*/ 1080633 h 2962327"/>
                <a:gd name="connsiteX224" fmla="*/ 2609202 w 3028217"/>
                <a:gd name="connsiteY224" fmla="*/ 1082346 h 2962327"/>
                <a:gd name="connsiteX225" fmla="*/ 2613204 w 3028217"/>
                <a:gd name="connsiteY225" fmla="*/ 1086348 h 2962327"/>
                <a:gd name="connsiteX226" fmla="*/ 2632254 w 3028217"/>
                <a:gd name="connsiteY226" fmla="*/ 1108255 h 2962327"/>
                <a:gd name="connsiteX227" fmla="*/ 2609394 w 3028217"/>
                <a:gd name="connsiteY227" fmla="*/ 1145403 h 2962327"/>
                <a:gd name="connsiteX228" fmla="*/ 2584629 w 3028217"/>
                <a:gd name="connsiteY228" fmla="*/ 1132068 h 2962327"/>
                <a:gd name="connsiteX229" fmla="*/ 2566055 w 3028217"/>
                <a:gd name="connsiteY229" fmla="*/ 1095397 h 2962327"/>
                <a:gd name="connsiteX230" fmla="*/ 2558490 w 3028217"/>
                <a:gd name="connsiteY230" fmla="*/ 1083461 h 2962327"/>
                <a:gd name="connsiteX231" fmla="*/ 2545576 w 3028217"/>
                <a:gd name="connsiteY231" fmla="*/ 1071108 h 2962327"/>
                <a:gd name="connsiteX232" fmla="*/ 2536051 w 3028217"/>
                <a:gd name="connsiteY232" fmla="*/ 1061583 h 2962327"/>
                <a:gd name="connsiteX233" fmla="*/ 2429371 w 3028217"/>
                <a:gd name="connsiteY233" fmla="*/ 952046 h 2962327"/>
                <a:gd name="connsiteX234" fmla="*/ 2417941 w 3028217"/>
                <a:gd name="connsiteY234" fmla="*/ 944426 h 2962327"/>
                <a:gd name="connsiteX235" fmla="*/ 2407463 w 3028217"/>
                <a:gd name="connsiteY235" fmla="*/ 947283 h 2962327"/>
                <a:gd name="connsiteX236" fmla="*/ 2469376 w 3028217"/>
                <a:gd name="connsiteY236" fmla="*/ 1014911 h 2962327"/>
                <a:gd name="connsiteX237" fmla="*/ 2509381 w 3028217"/>
                <a:gd name="connsiteY237" fmla="*/ 1044438 h 2962327"/>
                <a:gd name="connsiteX238" fmla="*/ 2504618 w 3028217"/>
                <a:gd name="connsiteY238" fmla="*/ 1057773 h 2962327"/>
                <a:gd name="connsiteX239" fmla="*/ 2488426 w 3028217"/>
                <a:gd name="connsiteY239" fmla="*/ 1077776 h 2962327"/>
                <a:gd name="connsiteX240" fmla="*/ 2476996 w 3028217"/>
                <a:gd name="connsiteY240" fmla="*/ 1084443 h 2962327"/>
                <a:gd name="connsiteX241" fmla="*/ 2356028 w 3028217"/>
                <a:gd name="connsiteY241" fmla="*/ 985383 h 2962327"/>
                <a:gd name="connsiteX242" fmla="*/ 2317928 w 3028217"/>
                <a:gd name="connsiteY242" fmla="*/ 978716 h 2962327"/>
                <a:gd name="connsiteX243" fmla="*/ 2295068 w 3028217"/>
                <a:gd name="connsiteY243" fmla="*/ 993003 h 2962327"/>
                <a:gd name="connsiteX244" fmla="*/ 2196008 w 3028217"/>
                <a:gd name="connsiteY244" fmla="*/ 1057773 h 2962327"/>
                <a:gd name="connsiteX245" fmla="*/ 2181721 w 3028217"/>
                <a:gd name="connsiteY245" fmla="*/ 1087301 h 2962327"/>
                <a:gd name="connsiteX246" fmla="*/ 2105521 w 3028217"/>
                <a:gd name="connsiteY246" fmla="*/ 1157786 h 2962327"/>
                <a:gd name="connsiteX247" fmla="*/ 2053133 w 3028217"/>
                <a:gd name="connsiteY247" fmla="*/ 1155881 h 2962327"/>
                <a:gd name="connsiteX248" fmla="*/ 2036941 w 3028217"/>
                <a:gd name="connsiteY248" fmla="*/ 1136831 h 2962327"/>
                <a:gd name="connsiteX249" fmla="*/ 2008366 w 3028217"/>
                <a:gd name="connsiteY249" fmla="*/ 1131116 h 2962327"/>
                <a:gd name="connsiteX250" fmla="*/ 2001698 w 3028217"/>
                <a:gd name="connsiteY250" fmla="*/ 1074918 h 2962327"/>
                <a:gd name="connsiteX251" fmla="*/ 2008366 w 3028217"/>
                <a:gd name="connsiteY251" fmla="*/ 1001576 h 2962327"/>
                <a:gd name="connsiteX252" fmla="*/ 2035988 w 3028217"/>
                <a:gd name="connsiteY252" fmla="*/ 977763 h 2962327"/>
                <a:gd name="connsiteX253" fmla="*/ 2107426 w 3028217"/>
                <a:gd name="connsiteY253" fmla="*/ 983478 h 2962327"/>
                <a:gd name="connsiteX254" fmla="*/ 2148383 w 3028217"/>
                <a:gd name="connsiteY254" fmla="*/ 975858 h 2962327"/>
                <a:gd name="connsiteX255" fmla="*/ 2150288 w 3028217"/>
                <a:gd name="connsiteY255" fmla="*/ 913946 h 2962327"/>
                <a:gd name="connsiteX256" fmla="*/ 2112188 w 3028217"/>
                <a:gd name="connsiteY256" fmla="*/ 876798 h 2962327"/>
                <a:gd name="connsiteX257" fmla="*/ 2096948 w 3028217"/>
                <a:gd name="connsiteY257" fmla="*/ 862511 h 2962327"/>
                <a:gd name="connsiteX258" fmla="*/ 2118856 w 3028217"/>
                <a:gd name="connsiteY258" fmla="*/ 849176 h 2962327"/>
                <a:gd name="connsiteX259" fmla="*/ 2206486 w 3028217"/>
                <a:gd name="connsiteY259" fmla="*/ 810123 h 2962327"/>
                <a:gd name="connsiteX260" fmla="*/ 2308403 w 3028217"/>
                <a:gd name="connsiteY260" fmla="*/ 731066 h 2962327"/>
                <a:gd name="connsiteX261" fmla="*/ 2321738 w 3028217"/>
                <a:gd name="connsiteY261" fmla="*/ 708206 h 2962327"/>
                <a:gd name="connsiteX262" fmla="*/ 2311261 w 3028217"/>
                <a:gd name="connsiteY262" fmla="*/ 679631 h 2962327"/>
                <a:gd name="connsiteX263" fmla="*/ 2320786 w 3028217"/>
                <a:gd name="connsiteY263" fmla="*/ 643436 h 2962327"/>
                <a:gd name="connsiteX264" fmla="*/ 2338883 w 3028217"/>
                <a:gd name="connsiteY264" fmla="*/ 638673 h 2962327"/>
                <a:gd name="connsiteX265" fmla="*/ 2343646 w 3028217"/>
                <a:gd name="connsiteY265" fmla="*/ 675821 h 2962327"/>
                <a:gd name="connsiteX266" fmla="*/ 2348408 w 3028217"/>
                <a:gd name="connsiteY266" fmla="*/ 699633 h 2962327"/>
                <a:gd name="connsiteX267" fmla="*/ 2376031 w 3028217"/>
                <a:gd name="connsiteY267" fmla="*/ 706301 h 2962327"/>
                <a:gd name="connsiteX268" fmla="*/ 2385556 w 3028217"/>
                <a:gd name="connsiteY268" fmla="*/ 704396 h 2962327"/>
                <a:gd name="connsiteX269" fmla="*/ 2454136 w 3028217"/>
                <a:gd name="connsiteY269" fmla="*/ 698681 h 2962327"/>
                <a:gd name="connsiteX270" fmla="*/ 2476996 w 3028217"/>
                <a:gd name="connsiteY270" fmla="*/ 692013 h 2962327"/>
                <a:gd name="connsiteX271" fmla="*/ 2517953 w 3028217"/>
                <a:gd name="connsiteY271" fmla="*/ 648198 h 2962327"/>
                <a:gd name="connsiteX272" fmla="*/ 2563673 w 3028217"/>
                <a:gd name="connsiteY272" fmla="*/ 626291 h 2962327"/>
                <a:gd name="connsiteX273" fmla="*/ 2554148 w 3028217"/>
                <a:gd name="connsiteY273" fmla="*/ 585333 h 2962327"/>
                <a:gd name="connsiteX274" fmla="*/ 2572928 w 3028217"/>
                <a:gd name="connsiteY274" fmla="*/ 573708 h 2962327"/>
                <a:gd name="connsiteX275" fmla="*/ 2586098 w 3028217"/>
                <a:gd name="connsiteY275" fmla="*/ 571735 h 2962327"/>
                <a:gd name="connsiteX276" fmla="*/ 2586726 w 3028217"/>
                <a:gd name="connsiteY276" fmla="*/ 571671 h 2962327"/>
                <a:gd name="connsiteX277" fmla="*/ 2624633 w 3028217"/>
                <a:gd name="connsiteY277" fmla="*/ 568188 h 2962327"/>
                <a:gd name="connsiteX278" fmla="*/ 2630348 w 3028217"/>
                <a:gd name="connsiteY278" fmla="*/ 563426 h 2962327"/>
                <a:gd name="connsiteX279" fmla="*/ 2633206 w 3028217"/>
                <a:gd name="connsiteY279" fmla="*/ 563426 h 2962327"/>
                <a:gd name="connsiteX280" fmla="*/ 2626538 w 3028217"/>
                <a:gd name="connsiteY280" fmla="*/ 563426 h 2962327"/>
                <a:gd name="connsiteX281" fmla="*/ 2593082 w 3028217"/>
                <a:gd name="connsiteY281" fmla="*/ 570689 h 2962327"/>
                <a:gd name="connsiteX282" fmla="*/ 2586098 w 3028217"/>
                <a:gd name="connsiteY282" fmla="*/ 571735 h 2962327"/>
                <a:gd name="connsiteX283" fmla="*/ 2574151 w 3028217"/>
                <a:gd name="connsiteY283" fmla="*/ 572951 h 2962327"/>
                <a:gd name="connsiteX284" fmla="*/ 2572928 w 3028217"/>
                <a:gd name="connsiteY284" fmla="*/ 573708 h 2962327"/>
                <a:gd name="connsiteX285" fmla="*/ 2558911 w 3028217"/>
                <a:gd name="connsiteY285" fmla="*/ 575808 h 2962327"/>
                <a:gd name="connsiteX286" fmla="*/ 2506523 w 3028217"/>
                <a:gd name="connsiteY286" fmla="*/ 541518 h 2962327"/>
                <a:gd name="connsiteX287" fmla="*/ 2512238 w 3028217"/>
                <a:gd name="connsiteY287" fmla="*/ 480558 h 2962327"/>
                <a:gd name="connsiteX288" fmla="*/ 2533193 w 3028217"/>
                <a:gd name="connsiteY288" fmla="*/ 458651 h 2962327"/>
                <a:gd name="connsiteX289" fmla="*/ 2534146 w 3028217"/>
                <a:gd name="connsiteY289" fmla="*/ 440553 h 2962327"/>
                <a:gd name="connsiteX290" fmla="*/ 2513191 w 3028217"/>
                <a:gd name="connsiteY290" fmla="*/ 445316 h 2962327"/>
                <a:gd name="connsiteX291" fmla="*/ 2464613 w 3028217"/>
                <a:gd name="connsiteY291" fmla="*/ 509133 h 2962327"/>
                <a:gd name="connsiteX292" fmla="*/ 2467471 w 3028217"/>
                <a:gd name="connsiteY292" fmla="*/ 551996 h 2962327"/>
                <a:gd name="connsiteX293" fmla="*/ 2468423 w 3028217"/>
                <a:gd name="connsiteY293" fmla="*/ 597716 h 2962327"/>
                <a:gd name="connsiteX294" fmla="*/ 2453183 w 3028217"/>
                <a:gd name="connsiteY294" fmla="*/ 638673 h 2962327"/>
                <a:gd name="connsiteX295" fmla="*/ 2423656 w 3028217"/>
                <a:gd name="connsiteY295" fmla="*/ 676773 h 2962327"/>
                <a:gd name="connsiteX296" fmla="*/ 2389366 w 3028217"/>
                <a:gd name="connsiteY296" fmla="*/ 683441 h 2962327"/>
                <a:gd name="connsiteX297" fmla="*/ 2383651 w 3028217"/>
                <a:gd name="connsiteY297" fmla="*/ 659628 h 2962327"/>
                <a:gd name="connsiteX298" fmla="*/ 2367458 w 3028217"/>
                <a:gd name="connsiteY298" fmla="*/ 627243 h 2962327"/>
                <a:gd name="connsiteX299" fmla="*/ 2308403 w 3028217"/>
                <a:gd name="connsiteY299" fmla="*/ 612003 h 2962327"/>
                <a:gd name="connsiteX300" fmla="*/ 2270303 w 3028217"/>
                <a:gd name="connsiteY300" fmla="*/ 571046 h 2962327"/>
                <a:gd name="connsiteX301" fmla="*/ 2260778 w 3028217"/>
                <a:gd name="connsiteY301" fmla="*/ 543423 h 2962327"/>
                <a:gd name="connsiteX302" fmla="*/ 2259826 w 3028217"/>
                <a:gd name="connsiteY302" fmla="*/ 522468 h 2962327"/>
                <a:gd name="connsiteX303" fmla="*/ 2390318 w 3028217"/>
                <a:gd name="connsiteY303" fmla="*/ 385308 h 2962327"/>
                <a:gd name="connsiteX304" fmla="*/ 2416988 w 3028217"/>
                <a:gd name="connsiteY304" fmla="*/ 357686 h 2962327"/>
                <a:gd name="connsiteX305" fmla="*/ 2417941 w 3028217"/>
                <a:gd name="connsiteY305" fmla="*/ 351971 h 2962327"/>
                <a:gd name="connsiteX306" fmla="*/ 2424608 w 3028217"/>
                <a:gd name="connsiteY306" fmla="*/ 353876 h 2962327"/>
                <a:gd name="connsiteX307" fmla="*/ 2452245 w 3028217"/>
                <a:gd name="connsiteY307" fmla="*/ 336582 h 2962327"/>
                <a:gd name="connsiteX308" fmla="*/ 2471113 w 3028217"/>
                <a:gd name="connsiteY308" fmla="*/ 336025 h 2962327"/>
                <a:gd name="connsiteX309" fmla="*/ 761544 w 3028217"/>
                <a:gd name="connsiteY309" fmla="*/ 194808 h 2962327"/>
                <a:gd name="connsiteX310" fmla="*/ 773926 w 3028217"/>
                <a:gd name="connsiteY310" fmla="*/ 216716 h 2962327"/>
                <a:gd name="connsiteX311" fmla="*/ 773926 w 3028217"/>
                <a:gd name="connsiteY311" fmla="*/ 278628 h 2962327"/>
                <a:gd name="connsiteX312" fmla="*/ 687249 w 3028217"/>
                <a:gd name="connsiteY312" fmla="*/ 293868 h 2962327"/>
                <a:gd name="connsiteX313" fmla="*/ 671056 w 3028217"/>
                <a:gd name="connsiteY313" fmla="*/ 292916 h 2962327"/>
                <a:gd name="connsiteX314" fmla="*/ 640576 w 3028217"/>
                <a:gd name="connsiteY314" fmla="*/ 298631 h 2962327"/>
                <a:gd name="connsiteX315" fmla="*/ 603429 w 3028217"/>
                <a:gd name="connsiteY315" fmla="*/ 291011 h 2962327"/>
                <a:gd name="connsiteX316" fmla="*/ 715824 w 3028217"/>
                <a:gd name="connsiteY316" fmla="*/ 211953 h 2962327"/>
                <a:gd name="connsiteX317" fmla="*/ 727254 w 3028217"/>
                <a:gd name="connsiteY317" fmla="*/ 215763 h 2962327"/>
                <a:gd name="connsiteX318" fmla="*/ 761544 w 3028217"/>
                <a:gd name="connsiteY318" fmla="*/ 194808 h 2962327"/>
                <a:gd name="connsiteX319" fmla="*/ 873343 w 3028217"/>
                <a:gd name="connsiteY319" fmla="*/ 184331 h 2962327"/>
                <a:gd name="connsiteX320" fmla="*/ 891083 w 3028217"/>
                <a:gd name="connsiteY320" fmla="*/ 191951 h 2962327"/>
                <a:gd name="connsiteX321" fmla="*/ 888226 w 3028217"/>
                <a:gd name="connsiteY321" fmla="*/ 217668 h 2962327"/>
                <a:gd name="connsiteX322" fmla="*/ 879241 w 3028217"/>
                <a:gd name="connsiteY322" fmla="*/ 234820 h 2962327"/>
                <a:gd name="connsiteX323" fmla="*/ 895370 w 3028217"/>
                <a:gd name="connsiteY323" fmla="*/ 235036 h 2962327"/>
                <a:gd name="connsiteX324" fmla="*/ 899656 w 3028217"/>
                <a:gd name="connsiteY324" fmla="*/ 266246 h 2962327"/>
                <a:gd name="connsiteX325" fmla="*/ 892988 w 3028217"/>
                <a:gd name="connsiteY325" fmla="*/ 303393 h 2962327"/>
                <a:gd name="connsiteX326" fmla="*/ 905371 w 3028217"/>
                <a:gd name="connsiteY326" fmla="*/ 303393 h 2962327"/>
                <a:gd name="connsiteX327" fmla="*/ 915848 w 3028217"/>
                <a:gd name="connsiteY327" fmla="*/ 337683 h 2962327"/>
                <a:gd name="connsiteX328" fmla="*/ 946328 w 3028217"/>
                <a:gd name="connsiteY328" fmla="*/ 324348 h 2962327"/>
                <a:gd name="connsiteX329" fmla="*/ 973409 w 3028217"/>
                <a:gd name="connsiteY329" fmla="*/ 303804 h 2962327"/>
                <a:gd name="connsiteX330" fmla="*/ 975260 w 3028217"/>
                <a:gd name="connsiteY330" fmla="*/ 292796 h 2962327"/>
                <a:gd name="connsiteX331" fmla="*/ 965378 w 3028217"/>
                <a:gd name="connsiteY331" fmla="*/ 281485 h 2962327"/>
                <a:gd name="connsiteX332" fmla="*/ 962521 w 3028217"/>
                <a:gd name="connsiteY332" fmla="*/ 233860 h 2962327"/>
                <a:gd name="connsiteX333" fmla="*/ 1013956 w 3028217"/>
                <a:gd name="connsiteY333" fmla="*/ 203380 h 2962327"/>
                <a:gd name="connsiteX334" fmla="*/ 1028243 w 3028217"/>
                <a:gd name="connsiteY334" fmla="*/ 200165 h 2962327"/>
                <a:gd name="connsiteX335" fmla="*/ 1042531 w 3028217"/>
                <a:gd name="connsiteY335" fmla="*/ 206238 h 2962327"/>
                <a:gd name="connsiteX336" fmla="*/ 1016813 w 3028217"/>
                <a:gd name="connsiteY336" fmla="*/ 234813 h 2962327"/>
                <a:gd name="connsiteX337" fmla="*/ 1075868 w 3028217"/>
                <a:gd name="connsiteY337" fmla="*/ 204333 h 2962327"/>
                <a:gd name="connsiteX338" fmla="*/ 1095871 w 3028217"/>
                <a:gd name="connsiteY338" fmla="*/ 204333 h 2962327"/>
                <a:gd name="connsiteX339" fmla="*/ 1099681 w 3028217"/>
                <a:gd name="connsiteY339" fmla="*/ 232908 h 2962327"/>
                <a:gd name="connsiteX340" fmla="*/ 1133971 w 3028217"/>
                <a:gd name="connsiteY340" fmla="*/ 231003 h 2962327"/>
                <a:gd name="connsiteX341" fmla="*/ 1151116 w 3028217"/>
                <a:gd name="connsiteY341" fmla="*/ 238623 h 2962327"/>
                <a:gd name="connsiteX342" fmla="*/ 1205408 w 3028217"/>
                <a:gd name="connsiteY342" fmla="*/ 287200 h 2962327"/>
                <a:gd name="connsiteX343" fmla="*/ 1198741 w 3028217"/>
                <a:gd name="connsiteY343" fmla="*/ 334825 h 2962327"/>
                <a:gd name="connsiteX344" fmla="*/ 1248271 w 3028217"/>
                <a:gd name="connsiteY344" fmla="*/ 377688 h 2962327"/>
                <a:gd name="connsiteX345" fmla="*/ 1246366 w 3028217"/>
                <a:gd name="connsiteY345" fmla="*/ 402453 h 2962327"/>
                <a:gd name="connsiteX346" fmla="*/ 1187311 w 3028217"/>
                <a:gd name="connsiteY346" fmla="*/ 402453 h 2962327"/>
                <a:gd name="connsiteX347" fmla="*/ 1171118 w 3028217"/>
                <a:gd name="connsiteY347" fmla="*/ 396738 h 2962327"/>
                <a:gd name="connsiteX348" fmla="*/ 1171118 w 3028217"/>
                <a:gd name="connsiteY348" fmla="*/ 431028 h 2962327"/>
                <a:gd name="connsiteX349" fmla="*/ 1151116 w 3028217"/>
                <a:gd name="connsiteY349" fmla="*/ 479605 h 2962327"/>
                <a:gd name="connsiteX350" fmla="*/ 1136828 w 3028217"/>
                <a:gd name="connsiteY350" fmla="*/ 476748 h 2962327"/>
                <a:gd name="connsiteX351" fmla="*/ 1136828 w 3028217"/>
                <a:gd name="connsiteY351" fmla="*/ 487225 h 2962327"/>
                <a:gd name="connsiteX352" fmla="*/ 1118731 w 3028217"/>
                <a:gd name="connsiteY352" fmla="*/ 497703 h 2962327"/>
                <a:gd name="connsiteX353" fmla="*/ 1066343 w 3028217"/>
                <a:gd name="connsiteY353" fmla="*/ 455793 h 2962327"/>
                <a:gd name="connsiteX354" fmla="*/ 1016813 w 3028217"/>
                <a:gd name="connsiteY354" fmla="*/ 433885 h 2962327"/>
                <a:gd name="connsiteX355" fmla="*/ 996811 w 3028217"/>
                <a:gd name="connsiteY355" fmla="*/ 428170 h 2962327"/>
                <a:gd name="connsiteX356" fmla="*/ 1013003 w 3028217"/>
                <a:gd name="connsiteY356" fmla="*/ 411978 h 2962327"/>
                <a:gd name="connsiteX357" fmla="*/ 1109206 w 3028217"/>
                <a:gd name="connsiteY357" fmla="*/ 369115 h 2962327"/>
                <a:gd name="connsiteX358" fmla="*/ 1089203 w 3028217"/>
                <a:gd name="connsiteY358" fmla="*/ 307203 h 2962327"/>
                <a:gd name="connsiteX359" fmla="*/ 1077773 w 3028217"/>
                <a:gd name="connsiteY359" fmla="*/ 291010 h 2962327"/>
                <a:gd name="connsiteX360" fmla="*/ 1016813 w 3028217"/>
                <a:gd name="connsiteY360" fmla="*/ 292915 h 2962327"/>
                <a:gd name="connsiteX361" fmla="*/ 1007169 w 3028217"/>
                <a:gd name="connsiteY361" fmla="*/ 296011 h 2962327"/>
                <a:gd name="connsiteX362" fmla="*/ 1007866 w 3028217"/>
                <a:gd name="connsiteY362" fmla="*/ 302667 h 2962327"/>
                <a:gd name="connsiteX363" fmla="*/ 1009193 w 3028217"/>
                <a:gd name="connsiteY363" fmla="*/ 303393 h 2962327"/>
                <a:gd name="connsiteX364" fmla="*/ 962521 w 3028217"/>
                <a:gd name="connsiteY364" fmla="*/ 370068 h 2962327"/>
                <a:gd name="connsiteX365" fmla="*/ 905371 w 3028217"/>
                <a:gd name="connsiteY365" fmla="*/ 371973 h 2962327"/>
                <a:gd name="connsiteX366" fmla="*/ 868223 w 3028217"/>
                <a:gd name="connsiteY366" fmla="*/ 410073 h 2962327"/>
                <a:gd name="connsiteX367" fmla="*/ 836791 w 3028217"/>
                <a:gd name="connsiteY367" fmla="*/ 426266 h 2962327"/>
                <a:gd name="connsiteX368" fmla="*/ 816788 w 3028217"/>
                <a:gd name="connsiteY368" fmla="*/ 424361 h 2962327"/>
                <a:gd name="connsiteX369" fmla="*/ 677723 w 3028217"/>
                <a:gd name="connsiteY369" fmla="*/ 507228 h 2962327"/>
                <a:gd name="connsiteX370" fmla="*/ 668198 w 3028217"/>
                <a:gd name="connsiteY370" fmla="*/ 553901 h 2962327"/>
                <a:gd name="connsiteX371" fmla="*/ 662483 w 3028217"/>
                <a:gd name="connsiteY371" fmla="*/ 586286 h 2962327"/>
                <a:gd name="connsiteX372" fmla="*/ 716776 w 3028217"/>
                <a:gd name="connsiteY372" fmla="*/ 612956 h 2962327"/>
                <a:gd name="connsiteX373" fmla="*/ 771068 w 3028217"/>
                <a:gd name="connsiteY373" fmla="*/ 645341 h 2962327"/>
                <a:gd name="connsiteX374" fmla="*/ 782498 w 3028217"/>
                <a:gd name="connsiteY374" fmla="*/ 667248 h 2962327"/>
                <a:gd name="connsiteX375" fmla="*/ 772973 w 3028217"/>
                <a:gd name="connsiteY375" fmla="*/ 726303 h 2962327"/>
                <a:gd name="connsiteX376" fmla="*/ 805358 w 3028217"/>
                <a:gd name="connsiteY376" fmla="*/ 736781 h 2962327"/>
                <a:gd name="connsiteX377" fmla="*/ 828218 w 3028217"/>
                <a:gd name="connsiteY377" fmla="*/ 689156 h 2962327"/>
                <a:gd name="connsiteX378" fmla="*/ 858698 w 3028217"/>
                <a:gd name="connsiteY378" fmla="*/ 652961 h 2962327"/>
                <a:gd name="connsiteX379" fmla="*/ 901561 w 3028217"/>
                <a:gd name="connsiteY379" fmla="*/ 573903 h 2962327"/>
                <a:gd name="connsiteX380" fmla="*/ 904418 w 3028217"/>
                <a:gd name="connsiteY380" fmla="*/ 561521 h 2962327"/>
                <a:gd name="connsiteX381" fmla="*/ 953948 w 3028217"/>
                <a:gd name="connsiteY381" fmla="*/ 491988 h 2962327"/>
                <a:gd name="connsiteX382" fmla="*/ 968236 w 3028217"/>
                <a:gd name="connsiteY382" fmla="*/ 478653 h 2962327"/>
                <a:gd name="connsiteX383" fmla="*/ 1049198 w 3028217"/>
                <a:gd name="connsiteY383" fmla="*/ 512943 h 2962327"/>
                <a:gd name="connsiteX384" fmla="*/ 1063486 w 3028217"/>
                <a:gd name="connsiteY384" fmla="*/ 539613 h 2962327"/>
                <a:gd name="connsiteX385" fmla="*/ 1067296 w 3028217"/>
                <a:gd name="connsiteY385" fmla="*/ 583428 h 2962327"/>
                <a:gd name="connsiteX386" fmla="*/ 1112063 w 3028217"/>
                <a:gd name="connsiteY386" fmla="*/ 568188 h 2962327"/>
                <a:gd name="connsiteX387" fmla="*/ 1146353 w 3028217"/>
                <a:gd name="connsiteY387" fmla="*/ 580571 h 2962327"/>
                <a:gd name="connsiteX388" fmla="*/ 1151116 w 3028217"/>
                <a:gd name="connsiteY388" fmla="*/ 616766 h 2962327"/>
                <a:gd name="connsiteX389" fmla="*/ 1193026 w 3028217"/>
                <a:gd name="connsiteY389" fmla="*/ 684393 h 2962327"/>
                <a:gd name="connsiteX390" fmla="*/ 1182905 w 3028217"/>
                <a:gd name="connsiteY390" fmla="*/ 697847 h 2962327"/>
                <a:gd name="connsiteX391" fmla="*/ 1179024 w 3028217"/>
                <a:gd name="connsiteY391" fmla="*/ 699159 h 2962327"/>
                <a:gd name="connsiteX392" fmla="*/ 1177845 w 3028217"/>
                <a:gd name="connsiteY392" fmla="*/ 699023 h 2962327"/>
                <a:gd name="connsiteX393" fmla="*/ 1166356 w 3028217"/>
                <a:gd name="connsiteY393" fmla="*/ 703443 h 2962327"/>
                <a:gd name="connsiteX394" fmla="*/ 1179024 w 3028217"/>
                <a:gd name="connsiteY394" fmla="*/ 699159 h 2962327"/>
                <a:gd name="connsiteX395" fmla="*/ 1188263 w 3028217"/>
                <a:gd name="connsiteY395" fmla="*/ 700229 h 2962327"/>
                <a:gd name="connsiteX396" fmla="*/ 1207313 w 3028217"/>
                <a:gd name="connsiteY396" fmla="*/ 712016 h 2962327"/>
                <a:gd name="connsiteX397" fmla="*/ 1205051 w 3028217"/>
                <a:gd name="connsiteY397" fmla="*/ 754402 h 2962327"/>
                <a:gd name="connsiteX398" fmla="*/ 1180854 w 3028217"/>
                <a:gd name="connsiteY398" fmla="*/ 787924 h 2962327"/>
                <a:gd name="connsiteX399" fmla="*/ 1187073 w 3028217"/>
                <a:gd name="connsiteY399" fmla="*/ 807504 h 2962327"/>
                <a:gd name="connsiteX400" fmla="*/ 1206361 w 3028217"/>
                <a:gd name="connsiteY400" fmla="*/ 814886 h 2962327"/>
                <a:gd name="connsiteX401" fmla="*/ 1213981 w 3028217"/>
                <a:gd name="connsiteY401" fmla="*/ 828221 h 2962327"/>
                <a:gd name="connsiteX402" fmla="*/ 1172071 w 3028217"/>
                <a:gd name="connsiteY402" fmla="*/ 862511 h 2962327"/>
                <a:gd name="connsiteX403" fmla="*/ 1115874 w 3028217"/>
                <a:gd name="connsiteY403" fmla="*/ 854891 h 2962327"/>
                <a:gd name="connsiteX404" fmla="*/ 1148259 w 3028217"/>
                <a:gd name="connsiteY404" fmla="*/ 807266 h 2962327"/>
                <a:gd name="connsiteX405" fmla="*/ 1173024 w 3028217"/>
                <a:gd name="connsiteY405" fmla="*/ 780596 h 2962327"/>
                <a:gd name="connsiteX406" fmla="*/ 1173125 w 3028217"/>
                <a:gd name="connsiteY406" fmla="*/ 780684 h 2962327"/>
                <a:gd name="connsiteX407" fmla="*/ 1174333 w 3028217"/>
                <a:gd name="connsiteY407" fmla="*/ 770475 h 2962327"/>
                <a:gd name="connsiteX408" fmla="*/ 1163498 w 3028217"/>
                <a:gd name="connsiteY408" fmla="*/ 767261 h 2962327"/>
                <a:gd name="connsiteX409" fmla="*/ 1124446 w 3028217"/>
                <a:gd name="connsiteY409" fmla="*/ 787263 h 2962327"/>
                <a:gd name="connsiteX410" fmla="*/ 1043483 w 3028217"/>
                <a:gd name="connsiteY410" fmla="*/ 789168 h 2962327"/>
                <a:gd name="connsiteX411" fmla="*/ 993953 w 3028217"/>
                <a:gd name="connsiteY411" fmla="*/ 794883 h 2962327"/>
                <a:gd name="connsiteX412" fmla="*/ 959663 w 3028217"/>
                <a:gd name="connsiteY412" fmla="*/ 814886 h 2962327"/>
                <a:gd name="connsiteX413" fmla="*/ 929183 w 3028217"/>
                <a:gd name="connsiteY413" fmla="*/ 839651 h 2962327"/>
                <a:gd name="connsiteX414" fmla="*/ 925100 w 3028217"/>
                <a:gd name="connsiteY414" fmla="*/ 843462 h 2962327"/>
                <a:gd name="connsiteX415" fmla="*/ 915848 w 3028217"/>
                <a:gd name="connsiteY415" fmla="*/ 851081 h 2962327"/>
                <a:gd name="connsiteX416" fmla="*/ 912991 w 3028217"/>
                <a:gd name="connsiteY416" fmla="*/ 851081 h 2962327"/>
                <a:gd name="connsiteX417" fmla="*/ 914896 w 3028217"/>
                <a:gd name="connsiteY417" fmla="*/ 852986 h 2962327"/>
                <a:gd name="connsiteX418" fmla="*/ 925100 w 3028217"/>
                <a:gd name="connsiteY418" fmla="*/ 843462 h 2962327"/>
                <a:gd name="connsiteX419" fmla="*/ 932041 w 3028217"/>
                <a:gd name="connsiteY419" fmla="*/ 837746 h 2962327"/>
                <a:gd name="connsiteX420" fmla="*/ 972998 w 3028217"/>
                <a:gd name="connsiteY420" fmla="*/ 820601 h 2962327"/>
                <a:gd name="connsiteX421" fmla="*/ 992048 w 3028217"/>
                <a:gd name="connsiteY421" fmla="*/ 814886 h 2962327"/>
                <a:gd name="connsiteX422" fmla="*/ 1023481 w 3028217"/>
                <a:gd name="connsiteY422" fmla="*/ 819648 h 2962327"/>
                <a:gd name="connsiteX423" fmla="*/ 1005383 w 3028217"/>
                <a:gd name="connsiteY423" fmla="*/ 842508 h 2962327"/>
                <a:gd name="connsiteX424" fmla="*/ 1006336 w 3028217"/>
                <a:gd name="connsiteY424" fmla="*/ 854891 h 2962327"/>
                <a:gd name="connsiteX425" fmla="*/ 1005383 w 3028217"/>
                <a:gd name="connsiteY425" fmla="*/ 889181 h 2962327"/>
                <a:gd name="connsiteX426" fmla="*/ 984428 w 3028217"/>
                <a:gd name="connsiteY426" fmla="*/ 910136 h 2962327"/>
                <a:gd name="connsiteX427" fmla="*/ 952043 w 3028217"/>
                <a:gd name="connsiteY427" fmla="*/ 916803 h 2962327"/>
                <a:gd name="connsiteX428" fmla="*/ 899656 w 3028217"/>
                <a:gd name="connsiteY428" fmla="*/ 938711 h 2962327"/>
                <a:gd name="connsiteX429" fmla="*/ 855841 w 3028217"/>
                <a:gd name="connsiteY429" fmla="*/ 985383 h 2962327"/>
                <a:gd name="connsiteX430" fmla="*/ 831076 w 3028217"/>
                <a:gd name="connsiteY430" fmla="*/ 1003481 h 2962327"/>
                <a:gd name="connsiteX431" fmla="*/ 738683 w 3028217"/>
                <a:gd name="connsiteY431" fmla="*/ 1081586 h 2962327"/>
                <a:gd name="connsiteX432" fmla="*/ 711061 w 3028217"/>
                <a:gd name="connsiteY432" fmla="*/ 1115876 h 2962327"/>
                <a:gd name="connsiteX433" fmla="*/ 666293 w 3028217"/>
                <a:gd name="connsiteY433" fmla="*/ 1175883 h 2962327"/>
                <a:gd name="connsiteX434" fmla="*/ 585331 w 3028217"/>
                <a:gd name="connsiteY434" fmla="*/ 1230176 h 2962327"/>
                <a:gd name="connsiteX435" fmla="*/ 559613 w 3028217"/>
                <a:gd name="connsiteY435" fmla="*/ 1297803 h 2962327"/>
                <a:gd name="connsiteX436" fmla="*/ 557708 w 3028217"/>
                <a:gd name="connsiteY436" fmla="*/ 1386386 h 2962327"/>
                <a:gd name="connsiteX437" fmla="*/ 542468 w 3028217"/>
                <a:gd name="connsiteY437" fmla="*/ 1407341 h 2962327"/>
                <a:gd name="connsiteX438" fmla="*/ 528181 w 3028217"/>
                <a:gd name="connsiteY438" fmla="*/ 1387338 h 2962327"/>
                <a:gd name="connsiteX439" fmla="*/ 519608 w 3028217"/>
                <a:gd name="connsiteY439" fmla="*/ 1320663 h 2962327"/>
                <a:gd name="connsiteX440" fmla="*/ 488176 w 3028217"/>
                <a:gd name="connsiteY440" fmla="*/ 1283516 h 2962327"/>
                <a:gd name="connsiteX441" fmla="*/ 429121 w 3028217"/>
                <a:gd name="connsiteY441" fmla="*/ 1267323 h 2962327"/>
                <a:gd name="connsiteX442" fmla="*/ 409118 w 3028217"/>
                <a:gd name="connsiteY442" fmla="*/ 1268276 h 2962327"/>
                <a:gd name="connsiteX443" fmla="*/ 336728 w 3028217"/>
                <a:gd name="connsiteY443" fmla="*/ 1284468 h 2962327"/>
                <a:gd name="connsiteX444" fmla="*/ 215761 w 3028217"/>
                <a:gd name="connsiteY444" fmla="*/ 1373051 h 2962327"/>
                <a:gd name="connsiteX445" fmla="*/ 189091 w 3028217"/>
                <a:gd name="connsiteY445" fmla="*/ 1441631 h 2962327"/>
                <a:gd name="connsiteX446" fmla="*/ 196711 w 3028217"/>
                <a:gd name="connsiteY446" fmla="*/ 1544501 h 2962327"/>
                <a:gd name="connsiteX447" fmla="*/ 244336 w 3028217"/>
                <a:gd name="connsiteY447" fmla="*/ 1573076 h 2962327"/>
                <a:gd name="connsiteX448" fmla="*/ 320536 w 3028217"/>
                <a:gd name="connsiteY448" fmla="*/ 1514973 h 2962327"/>
                <a:gd name="connsiteX449" fmla="*/ 387211 w 3028217"/>
                <a:gd name="connsiteY449" fmla="*/ 1494971 h 2962327"/>
                <a:gd name="connsiteX450" fmla="*/ 389116 w 3028217"/>
                <a:gd name="connsiteY450" fmla="*/ 1515926 h 2962327"/>
                <a:gd name="connsiteX451" fmla="*/ 340538 w 3028217"/>
                <a:gd name="connsiteY451" fmla="*/ 1624511 h 2962327"/>
                <a:gd name="connsiteX452" fmla="*/ 354826 w 3028217"/>
                <a:gd name="connsiteY452" fmla="*/ 1644513 h 2962327"/>
                <a:gd name="connsiteX453" fmla="*/ 410071 w 3028217"/>
                <a:gd name="connsiteY453" fmla="*/ 1645466 h 2962327"/>
                <a:gd name="connsiteX454" fmla="*/ 439598 w 3028217"/>
                <a:gd name="connsiteY454" fmla="*/ 1687376 h 2962327"/>
                <a:gd name="connsiteX455" fmla="*/ 426263 w 3028217"/>
                <a:gd name="connsiteY455" fmla="*/ 1743573 h 2962327"/>
                <a:gd name="connsiteX456" fmla="*/ 450076 w 3028217"/>
                <a:gd name="connsiteY456" fmla="*/ 1813106 h 2962327"/>
                <a:gd name="connsiteX457" fmla="*/ 499606 w 3028217"/>
                <a:gd name="connsiteY457" fmla="*/ 1812153 h 2962327"/>
                <a:gd name="connsiteX458" fmla="*/ 536753 w 3028217"/>
                <a:gd name="connsiteY458" fmla="*/ 1818821 h 2962327"/>
                <a:gd name="connsiteX459" fmla="*/ 577711 w 3028217"/>
                <a:gd name="connsiteY459" fmla="*/ 1813106 h 2962327"/>
                <a:gd name="connsiteX460" fmla="*/ 661531 w 3028217"/>
                <a:gd name="connsiteY460" fmla="*/ 1754051 h 2962327"/>
                <a:gd name="connsiteX461" fmla="*/ 672008 w 3028217"/>
                <a:gd name="connsiteY461" fmla="*/ 1763576 h 2962327"/>
                <a:gd name="connsiteX462" fmla="*/ 695821 w 3028217"/>
                <a:gd name="connsiteY462" fmla="*/ 1768338 h 2962327"/>
                <a:gd name="connsiteX463" fmla="*/ 741541 w 3028217"/>
                <a:gd name="connsiteY463" fmla="*/ 1772148 h 2962327"/>
                <a:gd name="connsiteX464" fmla="*/ 832028 w 3028217"/>
                <a:gd name="connsiteY464" fmla="*/ 1788341 h 2962327"/>
                <a:gd name="connsiteX465" fmla="*/ 865366 w 3028217"/>
                <a:gd name="connsiteY465" fmla="*/ 1796913 h 2962327"/>
                <a:gd name="connsiteX466" fmla="*/ 910133 w 3028217"/>
                <a:gd name="connsiteY466" fmla="*/ 1838823 h 2962327"/>
                <a:gd name="connsiteX467" fmla="*/ 1047293 w 3028217"/>
                <a:gd name="connsiteY467" fmla="*/ 1918833 h 2962327"/>
                <a:gd name="connsiteX468" fmla="*/ 1116826 w 3028217"/>
                <a:gd name="connsiteY468" fmla="*/ 2036943 h 2962327"/>
                <a:gd name="connsiteX469" fmla="*/ 1106348 w 3028217"/>
                <a:gd name="connsiteY469" fmla="*/ 2056946 h 2962327"/>
                <a:gd name="connsiteX470" fmla="*/ 1104443 w 3028217"/>
                <a:gd name="connsiteY470" fmla="*/ 2099808 h 2962327"/>
                <a:gd name="connsiteX471" fmla="*/ 1124446 w 3028217"/>
                <a:gd name="connsiteY471" fmla="*/ 2102666 h 2962327"/>
                <a:gd name="connsiteX472" fmla="*/ 1193026 w 3028217"/>
                <a:gd name="connsiteY472" fmla="*/ 2077901 h 2962327"/>
                <a:gd name="connsiteX473" fmla="*/ 1280656 w 3028217"/>
                <a:gd name="connsiteY473" fmla="*/ 2123621 h 2962327"/>
                <a:gd name="connsiteX474" fmla="*/ 1387336 w 3028217"/>
                <a:gd name="connsiteY474" fmla="*/ 2172198 h 2962327"/>
                <a:gd name="connsiteX475" fmla="*/ 1434008 w 3028217"/>
                <a:gd name="connsiteY475" fmla="*/ 2199821 h 2962327"/>
                <a:gd name="connsiteX476" fmla="*/ 1430198 w 3028217"/>
                <a:gd name="connsiteY476" fmla="*/ 2282688 h 2962327"/>
                <a:gd name="connsiteX477" fmla="*/ 1370191 w 3028217"/>
                <a:gd name="connsiteY477" fmla="*/ 2373176 h 2962327"/>
                <a:gd name="connsiteX478" fmla="*/ 1358761 w 3028217"/>
                <a:gd name="connsiteY478" fmla="*/ 2423658 h 2962327"/>
                <a:gd name="connsiteX479" fmla="*/ 1327328 w 3028217"/>
                <a:gd name="connsiteY479" fmla="*/ 2600823 h 2962327"/>
                <a:gd name="connsiteX480" fmla="*/ 1293991 w 3028217"/>
                <a:gd name="connsiteY480" fmla="*/ 2626541 h 2962327"/>
                <a:gd name="connsiteX481" fmla="*/ 1218743 w 3028217"/>
                <a:gd name="connsiteY481" fmla="*/ 2661783 h 2962327"/>
                <a:gd name="connsiteX482" fmla="*/ 1193026 w 3028217"/>
                <a:gd name="connsiteY482" fmla="*/ 2710361 h 2962327"/>
                <a:gd name="connsiteX483" fmla="*/ 1164451 w 3028217"/>
                <a:gd name="connsiteY483" fmla="*/ 2832281 h 2962327"/>
                <a:gd name="connsiteX484" fmla="*/ 1122541 w 3028217"/>
                <a:gd name="connsiteY484" fmla="*/ 2910386 h 2962327"/>
                <a:gd name="connsiteX485" fmla="*/ 1095871 w 3028217"/>
                <a:gd name="connsiteY485" fmla="*/ 2929436 h 2962327"/>
                <a:gd name="connsiteX486" fmla="*/ 1061581 w 3028217"/>
                <a:gd name="connsiteY486" fmla="*/ 2922768 h 2962327"/>
                <a:gd name="connsiteX487" fmla="*/ 1047293 w 3028217"/>
                <a:gd name="connsiteY487" fmla="*/ 2929436 h 2962327"/>
                <a:gd name="connsiteX488" fmla="*/ 1061581 w 3028217"/>
                <a:gd name="connsiteY488" fmla="*/ 2956106 h 2962327"/>
                <a:gd name="connsiteX489" fmla="*/ 1040626 w 3028217"/>
                <a:gd name="connsiteY489" fmla="*/ 2959916 h 2962327"/>
                <a:gd name="connsiteX490" fmla="*/ 783451 w 3028217"/>
                <a:gd name="connsiteY490" fmla="*/ 2850378 h 2962327"/>
                <a:gd name="connsiteX491" fmla="*/ 752971 w 3028217"/>
                <a:gd name="connsiteY491" fmla="*/ 2805611 h 2962327"/>
                <a:gd name="connsiteX492" fmla="*/ 737731 w 3028217"/>
                <a:gd name="connsiteY492" fmla="*/ 2765606 h 2962327"/>
                <a:gd name="connsiteX493" fmla="*/ 721538 w 3028217"/>
                <a:gd name="connsiteY493" fmla="*/ 2564628 h 2962327"/>
                <a:gd name="connsiteX494" fmla="*/ 670103 w 3028217"/>
                <a:gd name="connsiteY494" fmla="*/ 2492238 h 2962327"/>
                <a:gd name="connsiteX495" fmla="*/ 539611 w 3028217"/>
                <a:gd name="connsiteY495" fmla="*/ 2337933 h 2962327"/>
                <a:gd name="connsiteX496" fmla="*/ 473888 w 3028217"/>
                <a:gd name="connsiteY496" fmla="*/ 2221728 h 2962327"/>
                <a:gd name="connsiteX497" fmla="*/ 468173 w 3028217"/>
                <a:gd name="connsiteY497" fmla="*/ 2148386 h 2962327"/>
                <a:gd name="connsiteX498" fmla="*/ 471983 w 3028217"/>
                <a:gd name="connsiteY498" fmla="*/ 2122668 h 2962327"/>
                <a:gd name="connsiteX499" fmla="*/ 493891 w 3028217"/>
                <a:gd name="connsiteY499" fmla="*/ 2021703 h 2962327"/>
                <a:gd name="connsiteX500" fmla="*/ 538658 w 3028217"/>
                <a:gd name="connsiteY500" fmla="*/ 1907403 h 2962327"/>
                <a:gd name="connsiteX501" fmla="*/ 524371 w 3028217"/>
                <a:gd name="connsiteY501" fmla="*/ 1854063 h 2962327"/>
                <a:gd name="connsiteX502" fmla="*/ 499606 w 3028217"/>
                <a:gd name="connsiteY502" fmla="*/ 1853111 h 2962327"/>
                <a:gd name="connsiteX503" fmla="*/ 459601 w 3028217"/>
                <a:gd name="connsiteY503" fmla="*/ 1860731 h 2962327"/>
                <a:gd name="connsiteX504" fmla="*/ 408166 w 3028217"/>
                <a:gd name="connsiteY504" fmla="*/ 1827393 h 2962327"/>
                <a:gd name="connsiteX505" fmla="*/ 354826 w 3028217"/>
                <a:gd name="connsiteY505" fmla="*/ 1742621 h 2962327"/>
                <a:gd name="connsiteX506" fmla="*/ 322441 w 3028217"/>
                <a:gd name="connsiteY506" fmla="*/ 1715951 h 2962327"/>
                <a:gd name="connsiteX507" fmla="*/ 234811 w 3028217"/>
                <a:gd name="connsiteY507" fmla="*/ 1658801 h 2962327"/>
                <a:gd name="connsiteX508" fmla="*/ 206236 w 3028217"/>
                <a:gd name="connsiteY508" fmla="*/ 1644513 h 2962327"/>
                <a:gd name="connsiteX509" fmla="*/ 116701 w 3028217"/>
                <a:gd name="connsiteY509" fmla="*/ 1622606 h 2962327"/>
                <a:gd name="connsiteX510" fmla="*/ 28118 w 3028217"/>
                <a:gd name="connsiteY510" fmla="*/ 1557836 h 2962327"/>
                <a:gd name="connsiteX511" fmla="*/ 12878 w 3028217"/>
                <a:gd name="connsiteY511" fmla="*/ 1499733 h 2962327"/>
                <a:gd name="connsiteX512" fmla="*/ 10021 w 3028217"/>
                <a:gd name="connsiteY512" fmla="*/ 1446393 h 2962327"/>
                <a:gd name="connsiteX513" fmla="*/ 5258 w 3028217"/>
                <a:gd name="connsiteY513" fmla="*/ 1410198 h 2962327"/>
                <a:gd name="connsiteX514" fmla="*/ 45263 w 3028217"/>
                <a:gd name="connsiteY514" fmla="*/ 1105398 h 2962327"/>
                <a:gd name="connsiteX515" fmla="*/ 304343 w 3028217"/>
                <a:gd name="connsiteY515" fmla="*/ 581523 h 2962327"/>
                <a:gd name="connsiteX516" fmla="*/ 548183 w 3028217"/>
                <a:gd name="connsiteY516" fmla="*/ 329111 h 2962327"/>
                <a:gd name="connsiteX517" fmla="*/ 617716 w 3028217"/>
                <a:gd name="connsiteY517" fmla="*/ 317681 h 2962327"/>
                <a:gd name="connsiteX518" fmla="*/ 631051 w 3028217"/>
                <a:gd name="connsiteY518" fmla="*/ 309108 h 2962327"/>
                <a:gd name="connsiteX519" fmla="*/ 692011 w 3028217"/>
                <a:gd name="connsiteY519" fmla="*/ 299583 h 2962327"/>
                <a:gd name="connsiteX520" fmla="*/ 756781 w 3028217"/>
                <a:gd name="connsiteY520" fmla="*/ 316728 h 2962327"/>
                <a:gd name="connsiteX521" fmla="*/ 780593 w 3028217"/>
                <a:gd name="connsiteY521" fmla="*/ 315776 h 2962327"/>
                <a:gd name="connsiteX522" fmla="*/ 797738 w 3028217"/>
                <a:gd name="connsiteY522" fmla="*/ 314823 h 2962327"/>
                <a:gd name="connsiteX523" fmla="*/ 831076 w 3028217"/>
                <a:gd name="connsiteY523" fmla="*/ 316728 h 2962327"/>
                <a:gd name="connsiteX524" fmla="*/ 841553 w 3028217"/>
                <a:gd name="connsiteY524" fmla="*/ 277676 h 2962327"/>
                <a:gd name="connsiteX525" fmla="*/ 852031 w 3028217"/>
                <a:gd name="connsiteY525" fmla="*/ 259578 h 2962327"/>
                <a:gd name="connsiteX526" fmla="*/ 867152 w 3028217"/>
                <a:gd name="connsiteY526" fmla="*/ 248624 h 2962327"/>
                <a:gd name="connsiteX527" fmla="*/ 876026 w 3028217"/>
                <a:gd name="connsiteY527" fmla="*/ 238011 h 2962327"/>
                <a:gd name="connsiteX528" fmla="*/ 858921 w 3028217"/>
                <a:gd name="connsiteY528" fmla="*/ 241392 h 2962327"/>
                <a:gd name="connsiteX529" fmla="*/ 821551 w 3028217"/>
                <a:gd name="connsiteY529" fmla="*/ 210048 h 2962327"/>
                <a:gd name="connsiteX530" fmla="*/ 857746 w 3028217"/>
                <a:gd name="connsiteY530" fmla="*/ 190998 h 2962327"/>
                <a:gd name="connsiteX531" fmla="*/ 873343 w 3028217"/>
                <a:gd name="connsiteY531" fmla="*/ 184331 h 2962327"/>
                <a:gd name="connsiteX532" fmla="*/ 798215 w 3028217"/>
                <a:gd name="connsiteY532" fmla="*/ 181949 h 2962327"/>
                <a:gd name="connsiteX533" fmla="*/ 805359 w 3028217"/>
                <a:gd name="connsiteY533" fmla="*/ 187188 h 2962327"/>
                <a:gd name="connsiteX534" fmla="*/ 795834 w 3028217"/>
                <a:gd name="connsiteY534" fmla="*/ 196713 h 2962327"/>
                <a:gd name="connsiteX535" fmla="*/ 788214 w 3028217"/>
                <a:gd name="connsiteY535" fmla="*/ 182426 h 2962327"/>
                <a:gd name="connsiteX536" fmla="*/ 798215 w 3028217"/>
                <a:gd name="connsiteY536" fmla="*/ 181949 h 2962327"/>
                <a:gd name="connsiteX537" fmla="*/ 938708 w 3028217"/>
                <a:gd name="connsiteY537" fmla="*/ 121466 h 2962327"/>
                <a:gd name="connsiteX538" fmla="*/ 952043 w 3028217"/>
                <a:gd name="connsiteY538" fmla="*/ 141468 h 2962327"/>
                <a:gd name="connsiteX539" fmla="*/ 951037 w 3028217"/>
                <a:gd name="connsiteY539" fmla="*/ 142501 h 2962327"/>
                <a:gd name="connsiteX540" fmla="*/ 953949 w 3028217"/>
                <a:gd name="connsiteY540" fmla="*/ 140516 h 2962327"/>
                <a:gd name="connsiteX541" fmla="*/ 952996 w 3028217"/>
                <a:gd name="connsiteY541" fmla="*/ 148136 h 2962327"/>
                <a:gd name="connsiteX542" fmla="*/ 952996 w 3028217"/>
                <a:gd name="connsiteY542" fmla="*/ 169091 h 2962327"/>
                <a:gd name="connsiteX543" fmla="*/ 944424 w 3028217"/>
                <a:gd name="connsiteY543" fmla="*/ 159804 h 2962327"/>
                <a:gd name="connsiteX544" fmla="*/ 933131 w 3028217"/>
                <a:gd name="connsiteY544" fmla="*/ 154863 h 2962327"/>
                <a:gd name="connsiteX545" fmla="*/ 931088 w 3028217"/>
                <a:gd name="connsiteY545" fmla="*/ 155756 h 2962327"/>
                <a:gd name="connsiteX546" fmla="*/ 930136 w 3028217"/>
                <a:gd name="connsiteY546" fmla="*/ 155756 h 2962327"/>
                <a:gd name="connsiteX547" fmla="*/ 918706 w 3028217"/>
                <a:gd name="connsiteY547" fmla="*/ 144326 h 2962327"/>
                <a:gd name="connsiteX548" fmla="*/ 931088 w 3028217"/>
                <a:gd name="connsiteY548" fmla="*/ 122418 h 2962327"/>
                <a:gd name="connsiteX549" fmla="*/ 938708 w 3028217"/>
                <a:gd name="connsiteY549" fmla="*/ 121466 h 2962327"/>
                <a:gd name="connsiteX550" fmla="*/ 925373 w 3028217"/>
                <a:gd name="connsiteY550" fmla="*/ 107178 h 2962327"/>
                <a:gd name="connsiteX551" fmla="*/ 938708 w 3028217"/>
                <a:gd name="connsiteY551" fmla="*/ 121465 h 2962327"/>
                <a:gd name="connsiteX552" fmla="*/ 935851 w 3028217"/>
                <a:gd name="connsiteY552" fmla="*/ 121465 h 2962327"/>
                <a:gd name="connsiteX553" fmla="*/ 932993 w 3028217"/>
                <a:gd name="connsiteY553" fmla="*/ 121465 h 2962327"/>
                <a:gd name="connsiteX554" fmla="*/ 901561 w 3028217"/>
                <a:gd name="connsiteY554" fmla="*/ 123370 h 2962327"/>
                <a:gd name="connsiteX555" fmla="*/ 925373 w 3028217"/>
                <a:gd name="connsiteY555" fmla="*/ 107178 h 2962327"/>
                <a:gd name="connsiteX556" fmla="*/ 1021576 w 3028217"/>
                <a:gd name="connsiteY556" fmla="*/ 71936 h 2962327"/>
                <a:gd name="connsiteX557" fmla="*/ 1031101 w 3028217"/>
                <a:gd name="connsiteY557" fmla="*/ 97653 h 2962327"/>
                <a:gd name="connsiteX558" fmla="*/ 1000621 w 3028217"/>
                <a:gd name="connsiteY558" fmla="*/ 92891 h 2962327"/>
                <a:gd name="connsiteX559" fmla="*/ 1007288 w 3028217"/>
                <a:gd name="connsiteY559" fmla="*/ 79556 h 2962327"/>
                <a:gd name="connsiteX560" fmla="*/ 1021576 w 3028217"/>
                <a:gd name="connsiteY560" fmla="*/ 71936 h 2962327"/>
                <a:gd name="connsiteX561" fmla="*/ 1113849 w 3028217"/>
                <a:gd name="connsiteY561" fmla="*/ 40265 h 2962327"/>
                <a:gd name="connsiteX562" fmla="*/ 1159689 w 3028217"/>
                <a:gd name="connsiteY562" fmla="*/ 51933 h 2962327"/>
                <a:gd name="connsiteX563" fmla="*/ 1151116 w 3028217"/>
                <a:gd name="connsiteY563" fmla="*/ 84318 h 2962327"/>
                <a:gd name="connsiteX564" fmla="*/ 1111111 w 3028217"/>
                <a:gd name="connsiteY564" fmla="*/ 92891 h 2962327"/>
                <a:gd name="connsiteX565" fmla="*/ 1070153 w 3028217"/>
                <a:gd name="connsiteY565" fmla="*/ 58601 h 2962327"/>
                <a:gd name="connsiteX566" fmla="*/ 1113849 w 3028217"/>
                <a:gd name="connsiteY566" fmla="*/ 40265 h 2962327"/>
                <a:gd name="connsiteX567" fmla="*/ 1400760 w 3028217"/>
                <a:gd name="connsiteY567" fmla="*/ 96 h 2962327"/>
                <a:gd name="connsiteX568" fmla="*/ 1476871 w 3028217"/>
                <a:gd name="connsiteY568" fmla="*/ 5260 h 2962327"/>
                <a:gd name="connsiteX569" fmla="*/ 1611174 w 3028217"/>
                <a:gd name="connsiteY569" fmla="*/ 9070 h 2962327"/>
                <a:gd name="connsiteX570" fmla="*/ 1619746 w 3028217"/>
                <a:gd name="connsiteY570" fmla="*/ 17643 h 2962327"/>
                <a:gd name="connsiteX571" fmla="*/ 1646416 w 3028217"/>
                <a:gd name="connsiteY571" fmla="*/ 28120 h 2962327"/>
                <a:gd name="connsiteX572" fmla="*/ 1667371 w 3028217"/>
                <a:gd name="connsiteY572" fmla="*/ 31930 h 2962327"/>
                <a:gd name="connsiteX573" fmla="*/ 1742261 w 3028217"/>
                <a:gd name="connsiteY573" fmla="*/ 11690 h 2962327"/>
                <a:gd name="connsiteX574" fmla="*/ 1820723 w 3028217"/>
                <a:gd name="connsiteY574" fmla="*/ 30025 h 2962327"/>
                <a:gd name="connsiteX575" fmla="*/ 1901686 w 3028217"/>
                <a:gd name="connsiteY575" fmla="*/ 45265 h 2962327"/>
                <a:gd name="connsiteX576" fmla="*/ 1894066 w 3028217"/>
                <a:gd name="connsiteY576" fmla="*/ 69078 h 2962327"/>
                <a:gd name="connsiteX577" fmla="*/ 1955978 w 3028217"/>
                <a:gd name="connsiteY577" fmla="*/ 55743 h 2962327"/>
                <a:gd name="connsiteX578" fmla="*/ 1954073 w 3028217"/>
                <a:gd name="connsiteY578" fmla="*/ 71935 h 2962327"/>
                <a:gd name="connsiteX579" fmla="*/ 1935976 w 3028217"/>
                <a:gd name="connsiteY579" fmla="*/ 103368 h 2962327"/>
                <a:gd name="connsiteX580" fmla="*/ 1949311 w 3028217"/>
                <a:gd name="connsiteY580" fmla="*/ 161470 h 2962327"/>
                <a:gd name="connsiteX581" fmla="*/ 1894066 w 3028217"/>
                <a:gd name="connsiteY581" fmla="*/ 171948 h 2962327"/>
                <a:gd name="connsiteX582" fmla="*/ 1913116 w 3028217"/>
                <a:gd name="connsiteY582" fmla="*/ 183378 h 2962327"/>
                <a:gd name="connsiteX583" fmla="*/ 1907401 w 3028217"/>
                <a:gd name="connsiteY583" fmla="*/ 196713 h 2962327"/>
                <a:gd name="connsiteX584" fmla="*/ 1873111 w 3028217"/>
                <a:gd name="connsiteY584" fmla="*/ 245290 h 2962327"/>
                <a:gd name="connsiteX585" fmla="*/ 1866443 w 3028217"/>
                <a:gd name="connsiteY585" fmla="*/ 267198 h 2962327"/>
                <a:gd name="connsiteX586" fmla="*/ 1851203 w 3028217"/>
                <a:gd name="connsiteY586" fmla="*/ 270055 h 2962327"/>
                <a:gd name="connsiteX587" fmla="*/ 1866443 w 3028217"/>
                <a:gd name="connsiteY587" fmla="*/ 313870 h 2962327"/>
                <a:gd name="connsiteX588" fmla="*/ 1843583 w 3028217"/>
                <a:gd name="connsiteY588" fmla="*/ 319585 h 2962327"/>
                <a:gd name="connsiteX589" fmla="*/ 1819771 w 3028217"/>
                <a:gd name="connsiteY589" fmla="*/ 300535 h 2962327"/>
                <a:gd name="connsiteX590" fmla="*/ 1788338 w 3028217"/>
                <a:gd name="connsiteY590" fmla="*/ 313870 h 2962327"/>
                <a:gd name="connsiteX591" fmla="*/ 1800721 w 3028217"/>
                <a:gd name="connsiteY591" fmla="*/ 315775 h 2962327"/>
                <a:gd name="connsiteX592" fmla="*/ 1823581 w 3028217"/>
                <a:gd name="connsiteY592" fmla="*/ 314823 h 2962327"/>
                <a:gd name="connsiteX593" fmla="*/ 1833106 w 3028217"/>
                <a:gd name="connsiteY593" fmla="*/ 317680 h 2962327"/>
                <a:gd name="connsiteX594" fmla="*/ 1838821 w 3028217"/>
                <a:gd name="connsiteY594" fmla="*/ 334825 h 2962327"/>
                <a:gd name="connsiteX595" fmla="*/ 1715948 w 3028217"/>
                <a:gd name="connsiteY595" fmla="*/ 370068 h 2962327"/>
                <a:gd name="connsiteX596" fmla="*/ 1691183 w 3028217"/>
                <a:gd name="connsiteY596" fmla="*/ 379593 h 2962327"/>
                <a:gd name="connsiteX597" fmla="*/ 1586408 w 3028217"/>
                <a:gd name="connsiteY597" fmla="*/ 430075 h 2962327"/>
                <a:gd name="connsiteX598" fmla="*/ 1542593 w 3028217"/>
                <a:gd name="connsiteY598" fmla="*/ 468175 h 2962327"/>
                <a:gd name="connsiteX599" fmla="*/ 1480681 w 3028217"/>
                <a:gd name="connsiteY599" fmla="*/ 555805 h 2962327"/>
                <a:gd name="connsiteX600" fmla="*/ 1462583 w 3028217"/>
                <a:gd name="connsiteY600" fmla="*/ 562473 h 2962327"/>
                <a:gd name="connsiteX601" fmla="*/ 1385431 w 3028217"/>
                <a:gd name="connsiteY601" fmla="*/ 462460 h 2962327"/>
                <a:gd name="connsiteX602" fmla="*/ 1379716 w 3028217"/>
                <a:gd name="connsiteY602" fmla="*/ 398643 h 2962327"/>
                <a:gd name="connsiteX603" fmla="*/ 1441628 w 3028217"/>
                <a:gd name="connsiteY603" fmla="*/ 335778 h 2962327"/>
                <a:gd name="connsiteX604" fmla="*/ 1449248 w 3028217"/>
                <a:gd name="connsiteY604" fmla="*/ 321490 h 2962327"/>
                <a:gd name="connsiteX605" fmla="*/ 1461631 w 3028217"/>
                <a:gd name="connsiteY605" fmla="*/ 300535 h 2962327"/>
                <a:gd name="connsiteX606" fmla="*/ 1412101 w 3028217"/>
                <a:gd name="connsiteY606" fmla="*/ 280533 h 2962327"/>
                <a:gd name="connsiteX607" fmla="*/ 1434961 w 3028217"/>
                <a:gd name="connsiteY607" fmla="*/ 215763 h 2962327"/>
                <a:gd name="connsiteX608" fmla="*/ 1371143 w 3028217"/>
                <a:gd name="connsiteY608" fmla="*/ 160518 h 2962327"/>
                <a:gd name="connsiteX609" fmla="*/ 1331138 w 3028217"/>
                <a:gd name="connsiteY609" fmla="*/ 162423 h 2962327"/>
                <a:gd name="connsiteX610" fmla="*/ 1303516 w 3028217"/>
                <a:gd name="connsiteY610" fmla="*/ 150040 h 2962327"/>
                <a:gd name="connsiteX611" fmla="*/ 1313993 w 3028217"/>
                <a:gd name="connsiteY611" fmla="*/ 130038 h 2962327"/>
                <a:gd name="connsiteX612" fmla="*/ 1313041 w 3028217"/>
                <a:gd name="connsiteY612" fmla="*/ 121465 h 2962327"/>
                <a:gd name="connsiteX613" fmla="*/ 1323518 w 3028217"/>
                <a:gd name="connsiteY613" fmla="*/ 96700 h 2962327"/>
                <a:gd name="connsiteX614" fmla="*/ 1387336 w 3028217"/>
                <a:gd name="connsiteY614" fmla="*/ 88128 h 2962327"/>
                <a:gd name="connsiteX615" fmla="*/ 1394003 w 3028217"/>
                <a:gd name="connsiteY615" fmla="*/ 68125 h 2962327"/>
                <a:gd name="connsiteX616" fmla="*/ 1445438 w 3028217"/>
                <a:gd name="connsiteY616" fmla="*/ 41455 h 2962327"/>
                <a:gd name="connsiteX617" fmla="*/ 1471104 w 3028217"/>
                <a:gd name="connsiteY617" fmla="*/ 35589 h 2962327"/>
                <a:gd name="connsiteX618" fmla="*/ 1469608 w 3028217"/>
                <a:gd name="connsiteY618" fmla="*/ 35026 h 2962327"/>
                <a:gd name="connsiteX619" fmla="*/ 1456869 w 3028217"/>
                <a:gd name="connsiteY619" fmla="*/ 34788 h 2962327"/>
                <a:gd name="connsiteX620" fmla="*/ 1365429 w 3028217"/>
                <a:gd name="connsiteY620" fmla="*/ 60505 h 2962327"/>
                <a:gd name="connsiteX621" fmla="*/ 1208266 w 3028217"/>
                <a:gd name="connsiteY621" fmla="*/ 122418 h 2962327"/>
                <a:gd name="connsiteX622" fmla="*/ 1175881 w 3028217"/>
                <a:gd name="connsiteY622" fmla="*/ 122418 h 2962327"/>
                <a:gd name="connsiteX623" fmla="*/ 1187311 w 3028217"/>
                <a:gd name="connsiteY623" fmla="*/ 142420 h 2962327"/>
                <a:gd name="connsiteX624" fmla="*/ 1180644 w 3028217"/>
                <a:gd name="connsiteY624" fmla="*/ 149088 h 2962327"/>
                <a:gd name="connsiteX625" fmla="*/ 1158647 w 3028217"/>
                <a:gd name="connsiteY625" fmla="*/ 153642 h 2962327"/>
                <a:gd name="connsiteX626" fmla="*/ 1143520 w 3028217"/>
                <a:gd name="connsiteY626" fmla="*/ 152466 h 2962327"/>
                <a:gd name="connsiteX627" fmla="*/ 1148259 w 3028217"/>
                <a:gd name="connsiteY627" fmla="*/ 153731 h 2962327"/>
                <a:gd name="connsiteX628" fmla="*/ 1152069 w 3028217"/>
                <a:gd name="connsiteY628" fmla="*/ 175758 h 2962327"/>
                <a:gd name="connsiteX629" fmla="*/ 1029196 w 3028217"/>
                <a:gd name="connsiteY629" fmla="*/ 182425 h 2962327"/>
                <a:gd name="connsiteX630" fmla="*/ 1006336 w 3028217"/>
                <a:gd name="connsiteY630" fmla="*/ 148135 h 2962327"/>
                <a:gd name="connsiteX631" fmla="*/ 995859 w 3028217"/>
                <a:gd name="connsiteY631" fmla="*/ 134800 h 2962327"/>
                <a:gd name="connsiteX632" fmla="*/ 987286 w 3028217"/>
                <a:gd name="connsiteY632" fmla="*/ 114798 h 2962327"/>
                <a:gd name="connsiteX633" fmla="*/ 1049199 w 3028217"/>
                <a:gd name="connsiteY633" fmla="*/ 134800 h 2962327"/>
                <a:gd name="connsiteX634" fmla="*/ 1064439 w 3028217"/>
                <a:gd name="connsiteY634" fmla="*/ 149088 h 2962327"/>
                <a:gd name="connsiteX635" fmla="*/ 1095871 w 3028217"/>
                <a:gd name="connsiteY635" fmla="*/ 149326 h 2962327"/>
                <a:gd name="connsiteX636" fmla="*/ 1106484 w 3028217"/>
                <a:gd name="connsiteY636" fmla="*/ 148924 h 2962327"/>
                <a:gd name="connsiteX637" fmla="*/ 1093014 w 3028217"/>
                <a:gd name="connsiteY637" fmla="*/ 149088 h 2962327"/>
                <a:gd name="connsiteX638" fmla="*/ 1062534 w 3028217"/>
                <a:gd name="connsiteY638" fmla="*/ 131943 h 2962327"/>
                <a:gd name="connsiteX639" fmla="*/ 1133971 w 3028217"/>
                <a:gd name="connsiteY639" fmla="*/ 110988 h 2962327"/>
                <a:gd name="connsiteX640" fmla="*/ 1158736 w 3028217"/>
                <a:gd name="connsiteY640" fmla="*/ 88128 h 2962327"/>
                <a:gd name="connsiteX641" fmla="*/ 1173024 w 3028217"/>
                <a:gd name="connsiteY641" fmla="*/ 73840 h 2962327"/>
                <a:gd name="connsiteX642" fmla="*/ 1214934 w 3028217"/>
                <a:gd name="connsiteY642" fmla="*/ 54790 h 2962327"/>
                <a:gd name="connsiteX643" fmla="*/ 1275894 w 3028217"/>
                <a:gd name="connsiteY643" fmla="*/ 44313 h 2962327"/>
                <a:gd name="connsiteX644" fmla="*/ 1211124 w 3028217"/>
                <a:gd name="connsiteY644" fmla="*/ 51933 h 2962327"/>
                <a:gd name="connsiteX645" fmla="*/ 1174929 w 3028217"/>
                <a:gd name="connsiteY645" fmla="*/ 39550 h 2962327"/>
                <a:gd name="connsiteX646" fmla="*/ 1174929 w 3028217"/>
                <a:gd name="connsiteY646" fmla="*/ 26215 h 2962327"/>
                <a:gd name="connsiteX647" fmla="*/ 1400760 w 3028217"/>
                <a:gd name="connsiteY647" fmla="*/ 96 h 2962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</a:cxnLst>
              <a:rect l="l" t="t" r="r" b="b"/>
              <a:pathLst>
                <a:path w="3028217" h="2962327">
                  <a:moveTo>
                    <a:pt x="2863236" y="2049564"/>
                  </a:moveTo>
                  <a:cubicBezTo>
                    <a:pt x="2854902" y="2049564"/>
                    <a:pt x="2847996" y="2053612"/>
                    <a:pt x="2844662" y="2065518"/>
                  </a:cubicBezTo>
                  <a:cubicBezTo>
                    <a:pt x="2840852" y="2080758"/>
                    <a:pt x="2821802" y="2104571"/>
                    <a:pt x="2847519" y="2116953"/>
                  </a:cubicBezTo>
                  <a:cubicBezTo>
                    <a:pt x="2878000" y="2131241"/>
                    <a:pt x="2877047" y="2098856"/>
                    <a:pt x="2887525" y="2084568"/>
                  </a:cubicBezTo>
                  <a:cubicBezTo>
                    <a:pt x="2888477" y="2083616"/>
                    <a:pt x="2889430" y="2080758"/>
                    <a:pt x="2890382" y="2078853"/>
                  </a:cubicBezTo>
                  <a:cubicBezTo>
                    <a:pt x="2895144" y="2071233"/>
                    <a:pt x="2896097" y="2064566"/>
                    <a:pt x="2890382" y="2057898"/>
                  </a:cubicBezTo>
                  <a:cubicBezTo>
                    <a:pt x="2881334" y="2053612"/>
                    <a:pt x="2871571" y="2049564"/>
                    <a:pt x="2863236" y="2049564"/>
                  </a:cubicBezTo>
                  <a:close/>
                  <a:moveTo>
                    <a:pt x="2453184" y="1703568"/>
                  </a:moveTo>
                  <a:cubicBezTo>
                    <a:pt x="2446516" y="1700711"/>
                    <a:pt x="2442706" y="1708331"/>
                    <a:pt x="2444611" y="1714046"/>
                  </a:cubicBezTo>
                  <a:cubicBezTo>
                    <a:pt x="2448421" y="1725476"/>
                    <a:pt x="2452231" y="1738811"/>
                    <a:pt x="2467471" y="1740716"/>
                  </a:cubicBezTo>
                  <a:cubicBezTo>
                    <a:pt x="2475091" y="1741668"/>
                    <a:pt x="2480806" y="1736906"/>
                    <a:pt x="2482711" y="1728333"/>
                  </a:cubicBezTo>
                  <a:cubicBezTo>
                    <a:pt x="2473186" y="1720713"/>
                    <a:pt x="2463661" y="1710236"/>
                    <a:pt x="2453184" y="1703568"/>
                  </a:cubicBezTo>
                  <a:close/>
                  <a:moveTo>
                    <a:pt x="802501" y="1583553"/>
                  </a:moveTo>
                  <a:cubicBezTo>
                    <a:pt x="805359" y="1585458"/>
                    <a:pt x="811074" y="1586410"/>
                    <a:pt x="812026" y="1589268"/>
                  </a:cubicBezTo>
                  <a:cubicBezTo>
                    <a:pt x="814884" y="1596888"/>
                    <a:pt x="807264" y="1597840"/>
                    <a:pt x="802501" y="1599745"/>
                  </a:cubicBezTo>
                  <a:cubicBezTo>
                    <a:pt x="797739" y="1601650"/>
                    <a:pt x="792976" y="1598793"/>
                    <a:pt x="792024" y="1594030"/>
                  </a:cubicBezTo>
                  <a:cubicBezTo>
                    <a:pt x="788214" y="1586410"/>
                    <a:pt x="794881" y="1585458"/>
                    <a:pt x="802501" y="1583553"/>
                  </a:cubicBezTo>
                  <a:close/>
                  <a:moveTo>
                    <a:pt x="573901" y="1577838"/>
                  </a:moveTo>
                  <a:cubicBezTo>
                    <a:pt x="581521" y="1579743"/>
                    <a:pt x="588189" y="1582600"/>
                    <a:pt x="592951" y="1589268"/>
                  </a:cubicBezTo>
                  <a:cubicBezTo>
                    <a:pt x="592951" y="1594982"/>
                    <a:pt x="589141" y="1596888"/>
                    <a:pt x="584379" y="1596888"/>
                  </a:cubicBezTo>
                  <a:cubicBezTo>
                    <a:pt x="575806" y="1597840"/>
                    <a:pt x="568186" y="1595935"/>
                    <a:pt x="565329" y="1587363"/>
                  </a:cubicBezTo>
                  <a:cubicBezTo>
                    <a:pt x="562471" y="1580695"/>
                    <a:pt x="568186" y="1576885"/>
                    <a:pt x="573901" y="1577838"/>
                  </a:cubicBezTo>
                  <a:close/>
                  <a:moveTo>
                    <a:pt x="698678" y="1550216"/>
                  </a:moveTo>
                  <a:cubicBezTo>
                    <a:pt x="729158" y="1545453"/>
                    <a:pt x="746303" y="1560693"/>
                    <a:pt x="763448" y="1592126"/>
                  </a:cubicBezTo>
                  <a:cubicBezTo>
                    <a:pt x="731063" y="1576886"/>
                    <a:pt x="706298" y="1611176"/>
                    <a:pt x="678676" y="1592126"/>
                  </a:cubicBezTo>
                  <a:cubicBezTo>
                    <a:pt x="675818" y="1573076"/>
                    <a:pt x="667246" y="1551168"/>
                    <a:pt x="698678" y="1550216"/>
                  </a:cubicBezTo>
                  <a:close/>
                  <a:moveTo>
                    <a:pt x="492939" y="1460681"/>
                  </a:moveTo>
                  <a:cubicBezTo>
                    <a:pt x="518656" y="1456871"/>
                    <a:pt x="541516" y="1464491"/>
                    <a:pt x="562471" y="1479731"/>
                  </a:cubicBezTo>
                  <a:cubicBezTo>
                    <a:pt x="590094" y="1499733"/>
                    <a:pt x="618669" y="1515926"/>
                    <a:pt x="646291" y="1537833"/>
                  </a:cubicBezTo>
                  <a:cubicBezTo>
                    <a:pt x="620574" y="1545453"/>
                    <a:pt x="593904" y="1560693"/>
                    <a:pt x="577711" y="1525451"/>
                  </a:cubicBezTo>
                  <a:cubicBezTo>
                    <a:pt x="567234" y="1503543"/>
                    <a:pt x="541516" y="1503543"/>
                    <a:pt x="527229" y="1487351"/>
                  </a:cubicBezTo>
                  <a:lnTo>
                    <a:pt x="525032" y="1486533"/>
                  </a:lnTo>
                  <a:lnTo>
                    <a:pt x="527229" y="1488303"/>
                  </a:lnTo>
                  <a:cubicBezTo>
                    <a:pt x="502464" y="1486398"/>
                    <a:pt x="475794" y="1465443"/>
                    <a:pt x="451029" y="1494971"/>
                  </a:cubicBezTo>
                  <a:cubicBezTo>
                    <a:pt x="453886" y="1467348"/>
                    <a:pt x="471984" y="1461633"/>
                    <a:pt x="492939" y="1460681"/>
                  </a:cubicBezTo>
                  <a:close/>
                  <a:moveTo>
                    <a:pt x="592475" y="1413889"/>
                  </a:moveTo>
                  <a:cubicBezTo>
                    <a:pt x="594380" y="1414008"/>
                    <a:pt x="596285" y="1414485"/>
                    <a:pt x="596761" y="1414961"/>
                  </a:cubicBezTo>
                  <a:cubicBezTo>
                    <a:pt x="605334" y="1423533"/>
                    <a:pt x="603428" y="1433058"/>
                    <a:pt x="595809" y="1447346"/>
                  </a:cubicBezTo>
                  <a:cubicBezTo>
                    <a:pt x="589141" y="1434011"/>
                    <a:pt x="579616" y="1426391"/>
                    <a:pt x="588189" y="1414961"/>
                  </a:cubicBezTo>
                  <a:cubicBezTo>
                    <a:pt x="588665" y="1414009"/>
                    <a:pt x="590570" y="1413770"/>
                    <a:pt x="592475" y="1413889"/>
                  </a:cubicBezTo>
                  <a:close/>
                  <a:moveTo>
                    <a:pt x="2633206" y="1174931"/>
                  </a:moveTo>
                  <a:cubicBezTo>
                    <a:pt x="2646541" y="1176836"/>
                    <a:pt x="2659876" y="1178741"/>
                    <a:pt x="2673211" y="1180646"/>
                  </a:cubicBezTo>
                  <a:cubicBezTo>
                    <a:pt x="2657018" y="1197791"/>
                    <a:pt x="2645588" y="1186361"/>
                    <a:pt x="2633206" y="1174931"/>
                  </a:cubicBezTo>
                  <a:close/>
                  <a:moveTo>
                    <a:pt x="2477948" y="1095873"/>
                  </a:moveTo>
                  <a:cubicBezTo>
                    <a:pt x="2477948" y="1101588"/>
                    <a:pt x="2478901" y="1106350"/>
                    <a:pt x="2484616" y="1110160"/>
                  </a:cubicBezTo>
                  <a:cubicBezTo>
                    <a:pt x="2478901" y="1119685"/>
                    <a:pt x="2464613" y="1121590"/>
                    <a:pt x="2464613" y="1135878"/>
                  </a:cubicBezTo>
                  <a:cubicBezTo>
                    <a:pt x="2464613" y="1153023"/>
                    <a:pt x="2454136" y="1151118"/>
                    <a:pt x="2444611" y="1144450"/>
                  </a:cubicBezTo>
                  <a:cubicBezTo>
                    <a:pt x="2434133" y="1136830"/>
                    <a:pt x="2413178" y="1133020"/>
                    <a:pt x="2415083" y="1119685"/>
                  </a:cubicBezTo>
                  <a:cubicBezTo>
                    <a:pt x="2417941" y="1101588"/>
                    <a:pt x="2436038" y="1116828"/>
                    <a:pt x="2446516" y="1114923"/>
                  </a:cubicBezTo>
                  <a:cubicBezTo>
                    <a:pt x="2458898" y="1112065"/>
                    <a:pt x="2470329" y="1106350"/>
                    <a:pt x="2477948" y="1095873"/>
                  </a:cubicBezTo>
                  <a:close/>
                  <a:moveTo>
                    <a:pt x="2344599" y="1039676"/>
                  </a:moveTo>
                  <a:cubicBezTo>
                    <a:pt x="2358886" y="1039676"/>
                    <a:pt x="2352219" y="1056821"/>
                    <a:pt x="2355076" y="1066346"/>
                  </a:cubicBezTo>
                  <a:cubicBezTo>
                    <a:pt x="2354124" y="1077776"/>
                    <a:pt x="2356981" y="1093016"/>
                    <a:pt x="2341741" y="1092063"/>
                  </a:cubicBezTo>
                  <a:cubicBezTo>
                    <a:pt x="2328406" y="1091111"/>
                    <a:pt x="2329359" y="1075871"/>
                    <a:pt x="2328406" y="1065393"/>
                  </a:cubicBezTo>
                  <a:cubicBezTo>
                    <a:pt x="2327454" y="1053011"/>
                    <a:pt x="2331264" y="1039676"/>
                    <a:pt x="2344599" y="1039676"/>
                  </a:cubicBezTo>
                  <a:close/>
                  <a:moveTo>
                    <a:pt x="699631" y="966334"/>
                  </a:moveTo>
                  <a:cubicBezTo>
                    <a:pt x="671056" y="960619"/>
                    <a:pt x="648196" y="971096"/>
                    <a:pt x="616764" y="992051"/>
                  </a:cubicBezTo>
                  <a:cubicBezTo>
                    <a:pt x="652959" y="990146"/>
                    <a:pt x="677724" y="983478"/>
                    <a:pt x="699631" y="966334"/>
                  </a:cubicBezTo>
                  <a:close/>
                  <a:moveTo>
                    <a:pt x="2786559" y="938711"/>
                  </a:moveTo>
                  <a:cubicBezTo>
                    <a:pt x="2796084" y="944426"/>
                    <a:pt x="2804656" y="939663"/>
                    <a:pt x="2814181" y="938711"/>
                  </a:cubicBezTo>
                  <a:cubicBezTo>
                    <a:pt x="2814181" y="940616"/>
                    <a:pt x="2814181" y="943473"/>
                    <a:pt x="2814181" y="945378"/>
                  </a:cubicBezTo>
                  <a:cubicBezTo>
                    <a:pt x="2803704" y="949188"/>
                    <a:pt x="2791321" y="959666"/>
                    <a:pt x="2786559" y="938711"/>
                  </a:cubicBezTo>
                  <a:close/>
                  <a:moveTo>
                    <a:pt x="737731" y="935019"/>
                  </a:moveTo>
                  <a:cubicBezTo>
                    <a:pt x="726540" y="936091"/>
                    <a:pt x="714872" y="940139"/>
                    <a:pt x="702489" y="951093"/>
                  </a:cubicBezTo>
                  <a:cubicBezTo>
                    <a:pt x="731064" y="951093"/>
                    <a:pt x="753924" y="958713"/>
                    <a:pt x="770116" y="936805"/>
                  </a:cubicBezTo>
                  <a:cubicBezTo>
                    <a:pt x="759639" y="935853"/>
                    <a:pt x="748923" y="933948"/>
                    <a:pt x="737731" y="935019"/>
                  </a:cubicBezTo>
                  <a:close/>
                  <a:moveTo>
                    <a:pt x="619383" y="880251"/>
                  </a:moveTo>
                  <a:cubicBezTo>
                    <a:pt x="616526" y="879417"/>
                    <a:pt x="612477" y="880608"/>
                    <a:pt x="608191" y="882513"/>
                  </a:cubicBezTo>
                  <a:cubicBezTo>
                    <a:pt x="589141" y="887276"/>
                    <a:pt x="539611" y="951093"/>
                    <a:pt x="541516" y="968238"/>
                  </a:cubicBezTo>
                  <a:cubicBezTo>
                    <a:pt x="543421" y="979668"/>
                    <a:pt x="550089" y="980621"/>
                    <a:pt x="558661" y="975858"/>
                  </a:cubicBezTo>
                  <a:cubicBezTo>
                    <a:pt x="569139" y="970143"/>
                    <a:pt x="576759" y="960618"/>
                    <a:pt x="578664" y="949188"/>
                  </a:cubicBezTo>
                  <a:cubicBezTo>
                    <a:pt x="582474" y="920613"/>
                    <a:pt x="601524" y="904421"/>
                    <a:pt x="623431" y="890133"/>
                  </a:cubicBezTo>
                  <a:cubicBezTo>
                    <a:pt x="623907" y="883942"/>
                    <a:pt x="622241" y="881084"/>
                    <a:pt x="619383" y="880251"/>
                  </a:cubicBezTo>
                  <a:close/>
                  <a:moveTo>
                    <a:pt x="659626" y="872036"/>
                  </a:moveTo>
                  <a:cubicBezTo>
                    <a:pt x="653911" y="870131"/>
                    <a:pt x="645339" y="876798"/>
                    <a:pt x="647244" y="879656"/>
                  </a:cubicBezTo>
                  <a:cubicBezTo>
                    <a:pt x="657721" y="901563"/>
                    <a:pt x="632956" y="928233"/>
                    <a:pt x="657721" y="950141"/>
                  </a:cubicBezTo>
                  <a:cubicBezTo>
                    <a:pt x="667246" y="936806"/>
                    <a:pt x="676771" y="926328"/>
                    <a:pt x="683439" y="913946"/>
                  </a:cubicBezTo>
                  <a:cubicBezTo>
                    <a:pt x="691059" y="897753"/>
                    <a:pt x="704394" y="924423"/>
                    <a:pt x="711061" y="910136"/>
                  </a:cubicBezTo>
                  <a:cubicBezTo>
                    <a:pt x="713919" y="903468"/>
                    <a:pt x="713919" y="896801"/>
                    <a:pt x="709156" y="891086"/>
                  </a:cubicBezTo>
                  <a:cubicBezTo>
                    <a:pt x="696774" y="875846"/>
                    <a:pt x="676771" y="876798"/>
                    <a:pt x="659626" y="872036"/>
                  </a:cubicBezTo>
                  <a:close/>
                  <a:moveTo>
                    <a:pt x="620410" y="803828"/>
                  </a:moveTo>
                  <a:cubicBezTo>
                    <a:pt x="614918" y="803575"/>
                    <a:pt x="609144" y="804646"/>
                    <a:pt x="603429" y="807266"/>
                  </a:cubicBezTo>
                  <a:cubicBezTo>
                    <a:pt x="579616" y="817743"/>
                    <a:pt x="555804" y="830126"/>
                    <a:pt x="532944" y="841556"/>
                  </a:cubicBezTo>
                  <a:cubicBezTo>
                    <a:pt x="530086" y="850128"/>
                    <a:pt x="536754" y="852033"/>
                    <a:pt x="541516" y="855843"/>
                  </a:cubicBezTo>
                  <a:cubicBezTo>
                    <a:pt x="561519" y="852986"/>
                    <a:pt x="579616" y="838698"/>
                    <a:pt x="602476" y="859653"/>
                  </a:cubicBezTo>
                  <a:cubicBezTo>
                    <a:pt x="617716" y="874893"/>
                    <a:pt x="654864" y="853938"/>
                    <a:pt x="652959" y="835841"/>
                  </a:cubicBezTo>
                  <a:cubicBezTo>
                    <a:pt x="650815" y="817267"/>
                    <a:pt x="636885" y="804587"/>
                    <a:pt x="620410" y="803828"/>
                  </a:cubicBezTo>
                  <a:close/>
                  <a:moveTo>
                    <a:pt x="2051228" y="690108"/>
                  </a:moveTo>
                  <a:cubicBezTo>
                    <a:pt x="2066468" y="695823"/>
                    <a:pt x="2079803" y="697728"/>
                    <a:pt x="2074088" y="722493"/>
                  </a:cubicBezTo>
                  <a:cubicBezTo>
                    <a:pt x="2066468" y="753925"/>
                    <a:pt x="2053133" y="773928"/>
                    <a:pt x="2021701" y="782500"/>
                  </a:cubicBezTo>
                  <a:cubicBezTo>
                    <a:pt x="2009318" y="785358"/>
                    <a:pt x="1997888" y="785358"/>
                    <a:pt x="2000746" y="772023"/>
                  </a:cubicBezTo>
                  <a:cubicBezTo>
                    <a:pt x="2006461" y="745353"/>
                    <a:pt x="2008366" y="714873"/>
                    <a:pt x="2036941" y="698680"/>
                  </a:cubicBezTo>
                  <a:cubicBezTo>
                    <a:pt x="2040751" y="694870"/>
                    <a:pt x="2045513" y="692965"/>
                    <a:pt x="2051228" y="690108"/>
                  </a:cubicBezTo>
                  <a:close/>
                  <a:moveTo>
                    <a:pt x="2111236" y="608669"/>
                  </a:moveTo>
                  <a:cubicBezTo>
                    <a:pt x="2115046" y="609621"/>
                    <a:pt x="2116951" y="613431"/>
                    <a:pt x="2113141" y="623433"/>
                  </a:cubicBezTo>
                  <a:cubicBezTo>
                    <a:pt x="2113141" y="624385"/>
                    <a:pt x="2112189" y="625338"/>
                    <a:pt x="2111236" y="626290"/>
                  </a:cubicBezTo>
                  <a:cubicBezTo>
                    <a:pt x="2147431" y="643435"/>
                    <a:pt x="2126476" y="692013"/>
                    <a:pt x="2159814" y="711063"/>
                  </a:cubicBezTo>
                  <a:cubicBezTo>
                    <a:pt x="2178864" y="721540"/>
                    <a:pt x="2174101" y="752020"/>
                    <a:pt x="2199819" y="758688"/>
                  </a:cubicBezTo>
                  <a:cubicBezTo>
                    <a:pt x="2206486" y="760593"/>
                    <a:pt x="2189341" y="798693"/>
                    <a:pt x="2176959" y="800598"/>
                  </a:cubicBezTo>
                  <a:cubicBezTo>
                    <a:pt x="2149336" y="805360"/>
                    <a:pt x="2120761" y="810123"/>
                    <a:pt x="2092186" y="814885"/>
                  </a:cubicBezTo>
                  <a:cubicBezTo>
                    <a:pt x="2089329" y="799645"/>
                    <a:pt x="2128381" y="789168"/>
                    <a:pt x="2092186" y="777738"/>
                  </a:cubicBezTo>
                  <a:cubicBezTo>
                    <a:pt x="2098854" y="765355"/>
                    <a:pt x="2098854" y="749163"/>
                    <a:pt x="2111236" y="740590"/>
                  </a:cubicBezTo>
                  <a:cubicBezTo>
                    <a:pt x="2127429" y="729160"/>
                    <a:pt x="2118856" y="712015"/>
                    <a:pt x="2110284" y="710110"/>
                  </a:cubicBezTo>
                  <a:cubicBezTo>
                    <a:pt x="2086471" y="705348"/>
                    <a:pt x="2087424" y="682488"/>
                    <a:pt x="2076946" y="669153"/>
                  </a:cubicBezTo>
                  <a:cubicBezTo>
                    <a:pt x="2062659" y="651055"/>
                    <a:pt x="2076946" y="617718"/>
                    <a:pt x="2097901" y="611050"/>
                  </a:cubicBezTo>
                  <a:cubicBezTo>
                    <a:pt x="2101711" y="609621"/>
                    <a:pt x="2107426" y="607716"/>
                    <a:pt x="2111236" y="608669"/>
                  </a:cubicBezTo>
                  <a:close/>
                  <a:moveTo>
                    <a:pt x="927279" y="479605"/>
                  </a:moveTo>
                  <a:cubicBezTo>
                    <a:pt x="932041" y="477700"/>
                    <a:pt x="935851" y="480558"/>
                    <a:pt x="933946" y="486273"/>
                  </a:cubicBezTo>
                  <a:cubicBezTo>
                    <a:pt x="932041" y="490083"/>
                    <a:pt x="929184" y="492941"/>
                    <a:pt x="929184" y="493893"/>
                  </a:cubicBezTo>
                  <a:cubicBezTo>
                    <a:pt x="919659" y="493893"/>
                    <a:pt x="917754" y="491035"/>
                    <a:pt x="919659" y="488178"/>
                  </a:cubicBezTo>
                  <a:cubicBezTo>
                    <a:pt x="921564" y="484368"/>
                    <a:pt x="924421" y="480558"/>
                    <a:pt x="927279" y="479605"/>
                  </a:cubicBezTo>
                  <a:close/>
                  <a:moveTo>
                    <a:pt x="1938089" y="417931"/>
                  </a:moveTo>
                  <a:cubicBezTo>
                    <a:pt x="1948537" y="420431"/>
                    <a:pt x="1955503" y="431504"/>
                    <a:pt x="1959789" y="441505"/>
                  </a:cubicBezTo>
                  <a:cubicBezTo>
                    <a:pt x="1967409" y="457698"/>
                    <a:pt x="1952169" y="461508"/>
                    <a:pt x="1940739" y="466270"/>
                  </a:cubicBezTo>
                  <a:cubicBezTo>
                    <a:pt x="1909306" y="478653"/>
                    <a:pt x="1880731" y="501513"/>
                    <a:pt x="1842631" y="480558"/>
                  </a:cubicBezTo>
                  <a:cubicBezTo>
                    <a:pt x="1829296" y="472938"/>
                    <a:pt x="1832154" y="467223"/>
                    <a:pt x="1832154" y="458650"/>
                  </a:cubicBezTo>
                  <a:cubicBezTo>
                    <a:pt x="1828344" y="450078"/>
                    <a:pt x="1835964" y="442458"/>
                    <a:pt x="1833106" y="431980"/>
                  </a:cubicBezTo>
                  <a:cubicBezTo>
                    <a:pt x="1828344" y="420550"/>
                    <a:pt x="1835011" y="416740"/>
                    <a:pt x="1845489" y="423408"/>
                  </a:cubicBezTo>
                  <a:cubicBezTo>
                    <a:pt x="1847394" y="430075"/>
                    <a:pt x="1849299" y="439600"/>
                    <a:pt x="1857871" y="432933"/>
                  </a:cubicBezTo>
                  <a:cubicBezTo>
                    <a:pt x="1878826" y="418645"/>
                    <a:pt x="1903591" y="426265"/>
                    <a:pt x="1926451" y="418645"/>
                  </a:cubicBezTo>
                  <a:cubicBezTo>
                    <a:pt x="1930737" y="417216"/>
                    <a:pt x="1934607" y="417097"/>
                    <a:pt x="1938089" y="417931"/>
                  </a:cubicBezTo>
                  <a:close/>
                  <a:moveTo>
                    <a:pt x="904419" y="389118"/>
                  </a:moveTo>
                  <a:cubicBezTo>
                    <a:pt x="915849" y="404358"/>
                    <a:pt x="928231" y="418646"/>
                    <a:pt x="938709" y="433886"/>
                  </a:cubicBezTo>
                  <a:cubicBezTo>
                    <a:pt x="940614" y="436743"/>
                    <a:pt x="940614" y="441505"/>
                    <a:pt x="942519" y="446268"/>
                  </a:cubicBezTo>
                  <a:cubicBezTo>
                    <a:pt x="938709" y="447221"/>
                    <a:pt x="932041" y="450078"/>
                    <a:pt x="931089" y="449125"/>
                  </a:cubicBezTo>
                  <a:cubicBezTo>
                    <a:pt x="912991" y="426266"/>
                    <a:pt x="896799" y="440553"/>
                    <a:pt x="878701" y="449125"/>
                  </a:cubicBezTo>
                  <a:cubicBezTo>
                    <a:pt x="871081" y="452936"/>
                    <a:pt x="863461" y="446268"/>
                    <a:pt x="856794" y="443411"/>
                  </a:cubicBezTo>
                  <a:cubicBezTo>
                    <a:pt x="835839" y="424361"/>
                    <a:pt x="864414" y="422455"/>
                    <a:pt x="867271" y="412930"/>
                  </a:cubicBezTo>
                  <a:cubicBezTo>
                    <a:pt x="878701" y="402453"/>
                    <a:pt x="887274" y="388166"/>
                    <a:pt x="904419" y="389118"/>
                  </a:cubicBezTo>
                  <a:close/>
                  <a:moveTo>
                    <a:pt x="1062534" y="340541"/>
                  </a:moveTo>
                  <a:cubicBezTo>
                    <a:pt x="1073011" y="340541"/>
                    <a:pt x="1082536" y="340541"/>
                    <a:pt x="1083489" y="353876"/>
                  </a:cubicBezTo>
                  <a:cubicBezTo>
                    <a:pt x="1073964" y="356733"/>
                    <a:pt x="1066344" y="373878"/>
                    <a:pt x="1053961" y="360543"/>
                  </a:cubicBezTo>
                  <a:cubicBezTo>
                    <a:pt x="1045389" y="351018"/>
                    <a:pt x="1054914" y="345303"/>
                    <a:pt x="1062534" y="340541"/>
                  </a:cubicBezTo>
                  <a:close/>
                  <a:moveTo>
                    <a:pt x="2471113" y="336025"/>
                  </a:moveTo>
                  <a:cubicBezTo>
                    <a:pt x="2489315" y="339763"/>
                    <a:pt x="2505689" y="355066"/>
                    <a:pt x="2521763" y="370068"/>
                  </a:cubicBezTo>
                  <a:cubicBezTo>
                    <a:pt x="2652256" y="491988"/>
                    <a:pt x="2764651" y="627243"/>
                    <a:pt x="2848471" y="785358"/>
                  </a:cubicBezTo>
                  <a:cubicBezTo>
                    <a:pt x="2875141" y="835841"/>
                    <a:pt x="2898953" y="887276"/>
                    <a:pt x="2920861" y="940616"/>
                  </a:cubicBezTo>
                  <a:cubicBezTo>
                    <a:pt x="2925623" y="952046"/>
                    <a:pt x="2938006" y="963476"/>
                    <a:pt x="2926576" y="977763"/>
                  </a:cubicBezTo>
                  <a:cubicBezTo>
                    <a:pt x="2893238" y="978716"/>
                    <a:pt x="2872283" y="955856"/>
                    <a:pt x="2847518" y="938711"/>
                  </a:cubicBezTo>
                  <a:cubicBezTo>
                    <a:pt x="2844661" y="919661"/>
                    <a:pt x="2858948" y="906326"/>
                    <a:pt x="2864663" y="890133"/>
                  </a:cubicBezTo>
                  <a:cubicBezTo>
                    <a:pt x="2846566" y="892991"/>
                    <a:pt x="2829421" y="903468"/>
                    <a:pt x="2810371" y="908231"/>
                  </a:cubicBezTo>
                  <a:cubicBezTo>
                    <a:pt x="2792273" y="911088"/>
                    <a:pt x="2774176" y="912041"/>
                    <a:pt x="2757031" y="904421"/>
                  </a:cubicBezTo>
                  <a:cubicBezTo>
                    <a:pt x="2741791" y="897753"/>
                    <a:pt x="2733218" y="902516"/>
                    <a:pt x="2728456" y="916803"/>
                  </a:cubicBezTo>
                  <a:cubicBezTo>
                    <a:pt x="2724646" y="935853"/>
                    <a:pt x="2713216" y="952998"/>
                    <a:pt x="2707501" y="971096"/>
                  </a:cubicBezTo>
                  <a:cubicBezTo>
                    <a:pt x="2702738" y="984431"/>
                    <a:pt x="2699881" y="997766"/>
                    <a:pt x="2706548" y="1011101"/>
                  </a:cubicBezTo>
                  <a:cubicBezTo>
                    <a:pt x="2712263" y="1021578"/>
                    <a:pt x="2722741" y="1031103"/>
                    <a:pt x="2712263" y="1044438"/>
                  </a:cubicBezTo>
                  <a:cubicBezTo>
                    <a:pt x="2722979" y="1032294"/>
                    <a:pt x="2735302" y="1023900"/>
                    <a:pt x="2750438" y="1026892"/>
                  </a:cubicBezTo>
                  <a:lnTo>
                    <a:pt x="2757317" y="1029909"/>
                  </a:lnTo>
                  <a:lnTo>
                    <a:pt x="2760842" y="1028246"/>
                  </a:lnTo>
                  <a:cubicBezTo>
                    <a:pt x="2768462" y="1021578"/>
                    <a:pt x="2775130" y="1013006"/>
                    <a:pt x="2785607" y="1010148"/>
                  </a:cubicBezTo>
                  <a:cubicBezTo>
                    <a:pt x="2791798" y="1008243"/>
                    <a:pt x="2798228" y="1006814"/>
                    <a:pt x="2804538" y="1006457"/>
                  </a:cubicBezTo>
                  <a:cubicBezTo>
                    <a:pt x="2810848" y="1006100"/>
                    <a:pt x="2817040" y="1006814"/>
                    <a:pt x="2822755" y="1009196"/>
                  </a:cubicBezTo>
                  <a:cubicBezTo>
                    <a:pt x="2859902" y="1023483"/>
                    <a:pt x="2898955" y="1027293"/>
                    <a:pt x="2938959" y="1031103"/>
                  </a:cubicBezTo>
                  <a:cubicBezTo>
                    <a:pt x="2955152" y="1033008"/>
                    <a:pt x="2957057" y="1047296"/>
                    <a:pt x="2959915" y="1058726"/>
                  </a:cubicBezTo>
                  <a:cubicBezTo>
                    <a:pt x="2990394" y="1159691"/>
                    <a:pt x="3010397" y="1262561"/>
                    <a:pt x="3021827" y="1368288"/>
                  </a:cubicBezTo>
                  <a:cubicBezTo>
                    <a:pt x="3029447" y="1433058"/>
                    <a:pt x="3025637" y="1497828"/>
                    <a:pt x="3027542" y="1562598"/>
                  </a:cubicBezTo>
                  <a:cubicBezTo>
                    <a:pt x="3027542" y="1573076"/>
                    <a:pt x="3031352" y="1585458"/>
                    <a:pt x="3020874" y="1594983"/>
                  </a:cubicBezTo>
                  <a:cubicBezTo>
                    <a:pt x="2992299" y="1573076"/>
                    <a:pt x="2963724" y="1551168"/>
                    <a:pt x="2958009" y="1512116"/>
                  </a:cubicBezTo>
                  <a:cubicBezTo>
                    <a:pt x="2954199" y="1483541"/>
                    <a:pt x="2933244" y="1467348"/>
                    <a:pt x="2918005" y="1446393"/>
                  </a:cubicBezTo>
                  <a:cubicBezTo>
                    <a:pt x="2898955" y="1421628"/>
                    <a:pt x="2888477" y="1390196"/>
                    <a:pt x="2860855" y="1371146"/>
                  </a:cubicBezTo>
                  <a:cubicBezTo>
                    <a:pt x="2846567" y="1368288"/>
                    <a:pt x="2836089" y="1359716"/>
                    <a:pt x="2831327" y="1343523"/>
                  </a:cubicBezTo>
                  <a:cubicBezTo>
                    <a:pt x="2835137" y="1360668"/>
                    <a:pt x="2849424" y="1368288"/>
                    <a:pt x="2856092" y="1380671"/>
                  </a:cubicBezTo>
                  <a:cubicBezTo>
                    <a:pt x="2882762" y="1424486"/>
                    <a:pt x="2896097" y="1474968"/>
                    <a:pt x="2930387" y="1514021"/>
                  </a:cubicBezTo>
                  <a:cubicBezTo>
                    <a:pt x="2938007" y="1522593"/>
                    <a:pt x="2938959" y="1534976"/>
                    <a:pt x="2939912" y="1546406"/>
                  </a:cubicBezTo>
                  <a:cubicBezTo>
                    <a:pt x="2941817" y="1566408"/>
                    <a:pt x="2950390" y="1582601"/>
                    <a:pt x="2962772" y="1597841"/>
                  </a:cubicBezTo>
                  <a:cubicBezTo>
                    <a:pt x="2983727" y="1622606"/>
                    <a:pt x="2993252" y="1652133"/>
                    <a:pt x="2999919" y="1683566"/>
                  </a:cubicBezTo>
                  <a:cubicBezTo>
                    <a:pt x="3023732" y="1698806"/>
                    <a:pt x="3015159" y="1721666"/>
                    <a:pt x="3012302" y="1740716"/>
                  </a:cubicBezTo>
                  <a:cubicBezTo>
                    <a:pt x="2988490" y="1885496"/>
                    <a:pt x="2951342" y="2026466"/>
                    <a:pt x="2886572" y="2158864"/>
                  </a:cubicBezTo>
                  <a:cubicBezTo>
                    <a:pt x="2872284" y="2188391"/>
                    <a:pt x="2858949" y="2218871"/>
                    <a:pt x="2841805" y="2246493"/>
                  </a:cubicBezTo>
                  <a:cubicBezTo>
                    <a:pt x="2837042" y="2255066"/>
                    <a:pt x="2835137" y="2266496"/>
                    <a:pt x="2821802" y="2266496"/>
                  </a:cubicBezTo>
                  <a:cubicBezTo>
                    <a:pt x="2812277" y="2260781"/>
                    <a:pt x="2812277" y="2249351"/>
                    <a:pt x="2808467" y="2240778"/>
                  </a:cubicBezTo>
                  <a:cubicBezTo>
                    <a:pt x="2794180" y="2222681"/>
                    <a:pt x="2796084" y="2198868"/>
                    <a:pt x="2785607" y="2172198"/>
                  </a:cubicBezTo>
                  <a:cubicBezTo>
                    <a:pt x="2795132" y="2196011"/>
                    <a:pt x="2791322" y="2217918"/>
                    <a:pt x="2805609" y="2234111"/>
                  </a:cubicBezTo>
                  <a:cubicBezTo>
                    <a:pt x="2812277" y="2246493"/>
                    <a:pt x="2811324" y="2261733"/>
                    <a:pt x="2821802" y="2273164"/>
                  </a:cubicBezTo>
                  <a:cubicBezTo>
                    <a:pt x="2795132" y="2339839"/>
                    <a:pt x="2750364" y="2394131"/>
                    <a:pt x="2708455" y="2451281"/>
                  </a:cubicBezTo>
                  <a:cubicBezTo>
                    <a:pt x="2661782" y="2514146"/>
                    <a:pt x="2606537" y="2568439"/>
                    <a:pt x="2551292" y="2622731"/>
                  </a:cubicBezTo>
                  <a:cubicBezTo>
                    <a:pt x="2527480" y="2646543"/>
                    <a:pt x="2502714" y="2666546"/>
                    <a:pt x="2476997" y="2687501"/>
                  </a:cubicBezTo>
                  <a:cubicBezTo>
                    <a:pt x="2465567" y="2677976"/>
                    <a:pt x="2476997" y="2661783"/>
                    <a:pt x="2463662" y="2655116"/>
                  </a:cubicBezTo>
                  <a:cubicBezTo>
                    <a:pt x="2469377" y="2608443"/>
                    <a:pt x="2446517" y="2570343"/>
                    <a:pt x="2425562" y="2533196"/>
                  </a:cubicBezTo>
                  <a:cubicBezTo>
                    <a:pt x="2392224" y="2475093"/>
                    <a:pt x="2414132" y="2424611"/>
                    <a:pt x="2439849" y="2375081"/>
                  </a:cubicBezTo>
                  <a:cubicBezTo>
                    <a:pt x="2453184" y="2349364"/>
                    <a:pt x="2458899" y="2330314"/>
                    <a:pt x="2449374" y="2301739"/>
                  </a:cubicBezTo>
                  <a:cubicBezTo>
                    <a:pt x="2439849" y="2272211"/>
                    <a:pt x="2442707" y="2240778"/>
                    <a:pt x="2430324" y="2210298"/>
                  </a:cubicBezTo>
                  <a:cubicBezTo>
                    <a:pt x="2420799" y="2187439"/>
                    <a:pt x="2416989" y="2160768"/>
                    <a:pt x="2396987" y="2144576"/>
                  </a:cubicBezTo>
                  <a:cubicBezTo>
                    <a:pt x="2352219" y="2107428"/>
                    <a:pt x="2357934" y="2060756"/>
                    <a:pt x="2370317" y="2012178"/>
                  </a:cubicBezTo>
                  <a:cubicBezTo>
                    <a:pt x="2372222" y="2005511"/>
                    <a:pt x="2374127" y="1998843"/>
                    <a:pt x="2374127" y="1992176"/>
                  </a:cubicBezTo>
                  <a:cubicBezTo>
                    <a:pt x="2376984" y="1954076"/>
                    <a:pt x="2356982" y="1935978"/>
                    <a:pt x="2319834" y="1944551"/>
                  </a:cubicBezTo>
                  <a:cubicBezTo>
                    <a:pt x="2303642" y="1948361"/>
                    <a:pt x="2292212" y="1948361"/>
                    <a:pt x="2282687" y="1931216"/>
                  </a:cubicBezTo>
                  <a:cubicBezTo>
                    <a:pt x="2263637" y="1897878"/>
                    <a:pt x="2235062" y="1889306"/>
                    <a:pt x="2200772" y="1905498"/>
                  </a:cubicBezTo>
                  <a:cubicBezTo>
                    <a:pt x="2186484" y="1912166"/>
                    <a:pt x="2171244" y="1918833"/>
                    <a:pt x="2157909" y="1926453"/>
                  </a:cubicBezTo>
                  <a:cubicBezTo>
                    <a:pt x="2140764" y="1935978"/>
                    <a:pt x="2124572" y="1938836"/>
                    <a:pt x="2106474" y="1931216"/>
                  </a:cubicBezTo>
                  <a:cubicBezTo>
                    <a:pt x="2083614" y="1921691"/>
                    <a:pt x="2059802" y="1925501"/>
                    <a:pt x="2040752" y="1937883"/>
                  </a:cubicBezTo>
                  <a:cubicBezTo>
                    <a:pt x="2012177" y="1956933"/>
                    <a:pt x="1991222" y="1941693"/>
                    <a:pt x="1974077" y="1924548"/>
                  </a:cubicBezTo>
                  <a:cubicBezTo>
                    <a:pt x="1956932" y="1907403"/>
                    <a:pt x="1938834" y="1892163"/>
                    <a:pt x="1919784" y="1877876"/>
                  </a:cubicBezTo>
                  <a:cubicBezTo>
                    <a:pt x="1909307" y="1870256"/>
                    <a:pt x="1899782" y="1861683"/>
                    <a:pt x="1896924" y="1849301"/>
                  </a:cubicBezTo>
                  <a:cubicBezTo>
                    <a:pt x="1889304" y="1812153"/>
                    <a:pt x="1862634" y="1789293"/>
                    <a:pt x="1839774" y="1762623"/>
                  </a:cubicBezTo>
                  <a:cubicBezTo>
                    <a:pt x="1827392" y="1748336"/>
                    <a:pt x="1815962" y="1694043"/>
                    <a:pt x="1822629" y="1676898"/>
                  </a:cubicBezTo>
                  <a:cubicBezTo>
                    <a:pt x="1840727" y="1632131"/>
                    <a:pt x="1846442" y="1585458"/>
                    <a:pt x="1829297" y="1537833"/>
                  </a:cubicBezTo>
                  <a:cubicBezTo>
                    <a:pt x="1826439" y="1530213"/>
                    <a:pt x="1823582" y="1522593"/>
                    <a:pt x="1828344" y="1514973"/>
                  </a:cubicBezTo>
                  <a:cubicBezTo>
                    <a:pt x="1854062" y="1466396"/>
                    <a:pt x="1875017" y="1416866"/>
                    <a:pt x="1909307" y="1373051"/>
                  </a:cubicBezTo>
                  <a:cubicBezTo>
                    <a:pt x="1915022" y="1366383"/>
                    <a:pt x="1923594" y="1365431"/>
                    <a:pt x="1929309" y="1361621"/>
                  </a:cubicBezTo>
                  <a:cubicBezTo>
                    <a:pt x="1954074" y="1345428"/>
                    <a:pt x="1976934" y="1330188"/>
                    <a:pt x="1977887" y="1293041"/>
                  </a:cubicBezTo>
                  <a:cubicBezTo>
                    <a:pt x="1978839" y="1267323"/>
                    <a:pt x="1992174" y="1239701"/>
                    <a:pt x="2019797" y="1227318"/>
                  </a:cubicBezTo>
                  <a:cubicBezTo>
                    <a:pt x="2040752" y="1217793"/>
                    <a:pt x="2050277" y="1201601"/>
                    <a:pt x="2051229" y="1178741"/>
                  </a:cubicBezTo>
                  <a:cubicBezTo>
                    <a:pt x="2058849" y="1162548"/>
                    <a:pt x="2071232" y="1167311"/>
                    <a:pt x="2083614" y="1172073"/>
                  </a:cubicBezTo>
                  <a:cubicBezTo>
                    <a:pt x="2111237" y="1181598"/>
                    <a:pt x="2136002" y="1178741"/>
                    <a:pt x="2161719" y="1162548"/>
                  </a:cubicBezTo>
                  <a:cubicBezTo>
                    <a:pt x="2193152" y="1142546"/>
                    <a:pt x="2229347" y="1134926"/>
                    <a:pt x="2266494" y="1136831"/>
                  </a:cubicBezTo>
                  <a:cubicBezTo>
                    <a:pt x="2288402" y="1137783"/>
                    <a:pt x="2310309" y="1137783"/>
                    <a:pt x="2331264" y="1133021"/>
                  </a:cubicBezTo>
                  <a:cubicBezTo>
                    <a:pt x="2370317" y="1123496"/>
                    <a:pt x="2397939" y="1138736"/>
                    <a:pt x="2387462" y="1197791"/>
                  </a:cubicBezTo>
                  <a:cubicBezTo>
                    <a:pt x="2384604" y="1213983"/>
                    <a:pt x="2384604" y="1228271"/>
                    <a:pt x="2400797" y="1229223"/>
                  </a:cubicBezTo>
                  <a:cubicBezTo>
                    <a:pt x="2447469" y="1231128"/>
                    <a:pt x="2477949" y="1266371"/>
                    <a:pt x="2517002" y="1283516"/>
                  </a:cubicBezTo>
                  <a:cubicBezTo>
                    <a:pt x="2538909" y="1293041"/>
                    <a:pt x="2550339" y="1296851"/>
                    <a:pt x="2556055" y="1266371"/>
                  </a:cubicBezTo>
                  <a:cubicBezTo>
                    <a:pt x="2561769" y="1236843"/>
                    <a:pt x="2589392" y="1227318"/>
                    <a:pt x="2617967" y="1241606"/>
                  </a:cubicBezTo>
                  <a:cubicBezTo>
                    <a:pt x="2644637" y="1254941"/>
                    <a:pt x="2673212" y="1262561"/>
                    <a:pt x="2701787" y="1271133"/>
                  </a:cubicBezTo>
                  <a:cubicBezTo>
                    <a:pt x="2743697" y="1283516"/>
                    <a:pt x="2782749" y="1259703"/>
                    <a:pt x="2823707" y="1270181"/>
                  </a:cubicBezTo>
                  <a:cubicBezTo>
                    <a:pt x="2833232" y="1272086"/>
                    <a:pt x="2840852" y="1262561"/>
                    <a:pt x="2842757" y="1253988"/>
                  </a:cubicBezTo>
                  <a:cubicBezTo>
                    <a:pt x="2847519" y="1233033"/>
                    <a:pt x="2856092" y="1212078"/>
                    <a:pt x="2857997" y="1191123"/>
                  </a:cubicBezTo>
                  <a:cubicBezTo>
                    <a:pt x="2861807" y="1157786"/>
                    <a:pt x="2857044" y="1154928"/>
                    <a:pt x="2824659" y="1163501"/>
                  </a:cubicBezTo>
                  <a:cubicBezTo>
                    <a:pt x="2807514" y="1168263"/>
                    <a:pt x="2793227" y="1167311"/>
                    <a:pt x="2781797" y="1153023"/>
                  </a:cubicBezTo>
                  <a:lnTo>
                    <a:pt x="2778142" y="1149005"/>
                  </a:lnTo>
                  <a:lnTo>
                    <a:pt x="2758579" y="1157637"/>
                  </a:lnTo>
                  <a:cubicBezTo>
                    <a:pt x="2730182" y="1164691"/>
                    <a:pt x="2706072" y="1153261"/>
                    <a:pt x="2684641" y="1122543"/>
                  </a:cubicBezTo>
                  <a:cubicBezTo>
                    <a:pt x="2676068" y="1110161"/>
                    <a:pt x="2672258" y="1095873"/>
                    <a:pt x="2664638" y="1083491"/>
                  </a:cubicBezTo>
                  <a:cubicBezTo>
                    <a:pt x="2658923" y="1073966"/>
                    <a:pt x="2664638" y="1054916"/>
                    <a:pt x="2646541" y="1054916"/>
                  </a:cubicBezTo>
                  <a:cubicBezTo>
                    <a:pt x="2631301" y="1055868"/>
                    <a:pt x="2616061" y="1061583"/>
                    <a:pt x="2610346" y="1080633"/>
                  </a:cubicBezTo>
                  <a:lnTo>
                    <a:pt x="2609202" y="1082346"/>
                  </a:lnTo>
                  <a:lnTo>
                    <a:pt x="2613204" y="1086348"/>
                  </a:lnTo>
                  <a:cubicBezTo>
                    <a:pt x="2619871" y="1093968"/>
                    <a:pt x="2626539" y="1101588"/>
                    <a:pt x="2632254" y="1108255"/>
                  </a:cubicBezTo>
                  <a:cubicBezTo>
                    <a:pt x="2619871" y="1117780"/>
                    <a:pt x="2617014" y="1133020"/>
                    <a:pt x="2609394" y="1145403"/>
                  </a:cubicBezTo>
                  <a:cubicBezTo>
                    <a:pt x="2602726" y="1154928"/>
                    <a:pt x="2586534" y="1142545"/>
                    <a:pt x="2584629" y="1132068"/>
                  </a:cubicBezTo>
                  <a:cubicBezTo>
                    <a:pt x="2581771" y="1117780"/>
                    <a:pt x="2574151" y="1106350"/>
                    <a:pt x="2566055" y="1095397"/>
                  </a:cubicBezTo>
                  <a:lnTo>
                    <a:pt x="2558490" y="1083461"/>
                  </a:lnTo>
                  <a:lnTo>
                    <a:pt x="2545576" y="1071108"/>
                  </a:lnTo>
                  <a:cubicBezTo>
                    <a:pt x="2541766" y="1068251"/>
                    <a:pt x="2537003" y="1065393"/>
                    <a:pt x="2536051" y="1061583"/>
                  </a:cubicBezTo>
                  <a:cubicBezTo>
                    <a:pt x="2522716" y="1003481"/>
                    <a:pt x="2462708" y="991098"/>
                    <a:pt x="2429371" y="952046"/>
                  </a:cubicBezTo>
                  <a:cubicBezTo>
                    <a:pt x="2426513" y="949188"/>
                    <a:pt x="2421751" y="947283"/>
                    <a:pt x="2417941" y="944426"/>
                  </a:cubicBezTo>
                  <a:cubicBezTo>
                    <a:pt x="2416036" y="943473"/>
                    <a:pt x="2413178" y="943473"/>
                    <a:pt x="2407463" y="947283"/>
                  </a:cubicBezTo>
                  <a:cubicBezTo>
                    <a:pt x="2425561" y="973001"/>
                    <a:pt x="2440801" y="998718"/>
                    <a:pt x="2469376" y="1014911"/>
                  </a:cubicBezTo>
                  <a:cubicBezTo>
                    <a:pt x="2483663" y="1023483"/>
                    <a:pt x="2500808" y="1028246"/>
                    <a:pt x="2509381" y="1044438"/>
                  </a:cubicBezTo>
                  <a:cubicBezTo>
                    <a:pt x="2510333" y="1049201"/>
                    <a:pt x="2508428" y="1053963"/>
                    <a:pt x="2504618" y="1057773"/>
                  </a:cubicBezTo>
                  <a:cubicBezTo>
                    <a:pt x="2500808" y="1066346"/>
                    <a:pt x="2479853" y="1059678"/>
                    <a:pt x="2488426" y="1077776"/>
                  </a:cubicBezTo>
                  <a:cubicBezTo>
                    <a:pt x="2485568" y="1082538"/>
                    <a:pt x="2481758" y="1084443"/>
                    <a:pt x="2476996" y="1084443"/>
                  </a:cubicBezTo>
                  <a:cubicBezTo>
                    <a:pt x="2437943" y="1050153"/>
                    <a:pt x="2385556" y="1032056"/>
                    <a:pt x="2356028" y="985383"/>
                  </a:cubicBezTo>
                  <a:cubicBezTo>
                    <a:pt x="2346503" y="970143"/>
                    <a:pt x="2333168" y="968238"/>
                    <a:pt x="2317928" y="978716"/>
                  </a:cubicBezTo>
                  <a:cubicBezTo>
                    <a:pt x="2310308" y="984431"/>
                    <a:pt x="2301736" y="994908"/>
                    <a:pt x="2295068" y="993003"/>
                  </a:cubicBezTo>
                  <a:cubicBezTo>
                    <a:pt x="2237918" y="978716"/>
                    <a:pt x="2232203" y="1040628"/>
                    <a:pt x="2196008" y="1057773"/>
                  </a:cubicBezTo>
                  <a:cubicBezTo>
                    <a:pt x="2185531" y="1062536"/>
                    <a:pt x="2183626" y="1075871"/>
                    <a:pt x="2181721" y="1087301"/>
                  </a:cubicBezTo>
                  <a:cubicBezTo>
                    <a:pt x="2172196" y="1130163"/>
                    <a:pt x="2149336" y="1152071"/>
                    <a:pt x="2105521" y="1157786"/>
                  </a:cubicBezTo>
                  <a:cubicBezTo>
                    <a:pt x="2088376" y="1159691"/>
                    <a:pt x="2069326" y="1179693"/>
                    <a:pt x="2053133" y="1155881"/>
                  </a:cubicBezTo>
                  <a:cubicBezTo>
                    <a:pt x="2052181" y="1145403"/>
                    <a:pt x="2048371" y="1137783"/>
                    <a:pt x="2036941" y="1136831"/>
                  </a:cubicBezTo>
                  <a:cubicBezTo>
                    <a:pt x="2026463" y="1135878"/>
                    <a:pt x="2010271" y="1148261"/>
                    <a:pt x="2008366" y="1131116"/>
                  </a:cubicBezTo>
                  <a:cubicBezTo>
                    <a:pt x="2005508" y="1113018"/>
                    <a:pt x="1993126" y="1094921"/>
                    <a:pt x="2001698" y="1074918"/>
                  </a:cubicBezTo>
                  <a:cubicBezTo>
                    <a:pt x="2011223" y="1051106"/>
                    <a:pt x="2015986" y="1027293"/>
                    <a:pt x="2008366" y="1001576"/>
                  </a:cubicBezTo>
                  <a:cubicBezTo>
                    <a:pt x="2002651" y="979668"/>
                    <a:pt x="2021701" y="978716"/>
                    <a:pt x="2035988" y="977763"/>
                  </a:cubicBezTo>
                  <a:cubicBezTo>
                    <a:pt x="2059801" y="974906"/>
                    <a:pt x="2083613" y="981573"/>
                    <a:pt x="2107426" y="983478"/>
                  </a:cubicBezTo>
                  <a:cubicBezTo>
                    <a:pt x="2120761" y="984431"/>
                    <a:pt x="2139811" y="992051"/>
                    <a:pt x="2148383" y="975858"/>
                  </a:cubicBezTo>
                  <a:cubicBezTo>
                    <a:pt x="2157908" y="956808"/>
                    <a:pt x="2162671" y="934901"/>
                    <a:pt x="2150288" y="913946"/>
                  </a:cubicBezTo>
                  <a:cubicBezTo>
                    <a:pt x="2140763" y="897753"/>
                    <a:pt x="2131238" y="882513"/>
                    <a:pt x="2112188" y="876798"/>
                  </a:cubicBezTo>
                  <a:cubicBezTo>
                    <a:pt x="2105521" y="874893"/>
                    <a:pt x="2094091" y="873941"/>
                    <a:pt x="2096948" y="862511"/>
                  </a:cubicBezTo>
                  <a:cubicBezTo>
                    <a:pt x="2098853" y="852033"/>
                    <a:pt x="2109331" y="852033"/>
                    <a:pt x="2118856" y="849176"/>
                  </a:cubicBezTo>
                  <a:cubicBezTo>
                    <a:pt x="2149336" y="838698"/>
                    <a:pt x="2177911" y="830126"/>
                    <a:pt x="2206486" y="810123"/>
                  </a:cubicBezTo>
                  <a:cubicBezTo>
                    <a:pt x="2241728" y="785358"/>
                    <a:pt x="2258873" y="735828"/>
                    <a:pt x="2308403" y="731066"/>
                  </a:cubicBezTo>
                  <a:cubicBezTo>
                    <a:pt x="2322691" y="729161"/>
                    <a:pt x="2323643" y="718683"/>
                    <a:pt x="2321738" y="708206"/>
                  </a:cubicBezTo>
                  <a:cubicBezTo>
                    <a:pt x="2319833" y="698681"/>
                    <a:pt x="2314118" y="689156"/>
                    <a:pt x="2311261" y="679631"/>
                  </a:cubicBezTo>
                  <a:cubicBezTo>
                    <a:pt x="2307451" y="666296"/>
                    <a:pt x="2305546" y="652008"/>
                    <a:pt x="2320786" y="643436"/>
                  </a:cubicBezTo>
                  <a:cubicBezTo>
                    <a:pt x="2326501" y="640578"/>
                    <a:pt x="2334121" y="632958"/>
                    <a:pt x="2338883" y="638673"/>
                  </a:cubicBezTo>
                  <a:cubicBezTo>
                    <a:pt x="2346503" y="649151"/>
                    <a:pt x="2353171" y="662486"/>
                    <a:pt x="2343646" y="675821"/>
                  </a:cubicBezTo>
                  <a:cubicBezTo>
                    <a:pt x="2337931" y="685346"/>
                    <a:pt x="2342693" y="692966"/>
                    <a:pt x="2348408" y="699633"/>
                  </a:cubicBezTo>
                  <a:cubicBezTo>
                    <a:pt x="2356028" y="708206"/>
                    <a:pt x="2364601" y="711063"/>
                    <a:pt x="2376031" y="706301"/>
                  </a:cubicBezTo>
                  <a:cubicBezTo>
                    <a:pt x="2378888" y="705348"/>
                    <a:pt x="2381746" y="704396"/>
                    <a:pt x="2385556" y="704396"/>
                  </a:cubicBezTo>
                  <a:cubicBezTo>
                    <a:pt x="2409368" y="712968"/>
                    <a:pt x="2432228" y="712016"/>
                    <a:pt x="2454136" y="698681"/>
                  </a:cubicBezTo>
                  <a:cubicBezTo>
                    <a:pt x="2460803" y="694871"/>
                    <a:pt x="2469376" y="692966"/>
                    <a:pt x="2476996" y="692013"/>
                  </a:cubicBezTo>
                  <a:cubicBezTo>
                    <a:pt x="2517001" y="689156"/>
                    <a:pt x="2517001" y="689156"/>
                    <a:pt x="2517953" y="648198"/>
                  </a:cubicBezTo>
                  <a:cubicBezTo>
                    <a:pt x="2525573" y="626291"/>
                    <a:pt x="2540813" y="618671"/>
                    <a:pt x="2563673" y="626291"/>
                  </a:cubicBezTo>
                  <a:cubicBezTo>
                    <a:pt x="2558911" y="610098"/>
                    <a:pt x="2545576" y="599621"/>
                    <a:pt x="2554148" y="585333"/>
                  </a:cubicBezTo>
                  <a:lnTo>
                    <a:pt x="2572928" y="573708"/>
                  </a:lnTo>
                  <a:lnTo>
                    <a:pt x="2586098" y="571735"/>
                  </a:lnTo>
                  <a:lnTo>
                    <a:pt x="2586726" y="571671"/>
                  </a:lnTo>
                  <a:cubicBezTo>
                    <a:pt x="2599630" y="572653"/>
                    <a:pt x="2613203" y="578189"/>
                    <a:pt x="2624633" y="568188"/>
                  </a:cubicBezTo>
                  <a:cubicBezTo>
                    <a:pt x="2626538" y="566283"/>
                    <a:pt x="2628443" y="565331"/>
                    <a:pt x="2630348" y="563426"/>
                  </a:cubicBezTo>
                  <a:cubicBezTo>
                    <a:pt x="2634158" y="561521"/>
                    <a:pt x="2634158" y="568188"/>
                    <a:pt x="2633206" y="563426"/>
                  </a:cubicBezTo>
                  <a:cubicBezTo>
                    <a:pt x="2632253" y="557711"/>
                    <a:pt x="2629396" y="564378"/>
                    <a:pt x="2626538" y="563426"/>
                  </a:cubicBezTo>
                  <a:cubicBezTo>
                    <a:pt x="2615584" y="567236"/>
                    <a:pt x="2604392" y="569141"/>
                    <a:pt x="2593082" y="570689"/>
                  </a:cubicBezTo>
                  <a:lnTo>
                    <a:pt x="2586098" y="571735"/>
                  </a:lnTo>
                  <a:lnTo>
                    <a:pt x="2574151" y="572951"/>
                  </a:lnTo>
                  <a:lnTo>
                    <a:pt x="2572928" y="573708"/>
                  </a:lnTo>
                  <a:lnTo>
                    <a:pt x="2558911" y="575808"/>
                  </a:lnTo>
                  <a:cubicBezTo>
                    <a:pt x="2533193" y="580571"/>
                    <a:pt x="2516048" y="563426"/>
                    <a:pt x="2506523" y="541518"/>
                  </a:cubicBezTo>
                  <a:cubicBezTo>
                    <a:pt x="2496998" y="519611"/>
                    <a:pt x="2487473" y="498656"/>
                    <a:pt x="2512238" y="480558"/>
                  </a:cubicBezTo>
                  <a:cubicBezTo>
                    <a:pt x="2520811" y="474843"/>
                    <a:pt x="2527478" y="467223"/>
                    <a:pt x="2533193" y="458651"/>
                  </a:cubicBezTo>
                  <a:cubicBezTo>
                    <a:pt x="2537003" y="452936"/>
                    <a:pt x="2541766" y="446268"/>
                    <a:pt x="2534146" y="440553"/>
                  </a:cubicBezTo>
                  <a:cubicBezTo>
                    <a:pt x="2526526" y="434838"/>
                    <a:pt x="2515096" y="437696"/>
                    <a:pt x="2513191" y="445316"/>
                  </a:cubicBezTo>
                  <a:cubicBezTo>
                    <a:pt x="2506523" y="474843"/>
                    <a:pt x="2482711" y="489131"/>
                    <a:pt x="2464613" y="509133"/>
                  </a:cubicBezTo>
                  <a:cubicBezTo>
                    <a:pt x="2452231" y="523421"/>
                    <a:pt x="2455088" y="538661"/>
                    <a:pt x="2467471" y="551996"/>
                  </a:cubicBezTo>
                  <a:cubicBezTo>
                    <a:pt x="2481758" y="567236"/>
                    <a:pt x="2481758" y="582476"/>
                    <a:pt x="2468423" y="597716"/>
                  </a:cubicBezTo>
                  <a:cubicBezTo>
                    <a:pt x="2457946" y="610098"/>
                    <a:pt x="2455088" y="623433"/>
                    <a:pt x="2453183" y="638673"/>
                  </a:cubicBezTo>
                  <a:cubicBezTo>
                    <a:pt x="2451278" y="657723"/>
                    <a:pt x="2442706" y="671058"/>
                    <a:pt x="2423656" y="676773"/>
                  </a:cubicBezTo>
                  <a:cubicBezTo>
                    <a:pt x="2413178" y="682488"/>
                    <a:pt x="2402701" y="690108"/>
                    <a:pt x="2389366" y="683441"/>
                  </a:cubicBezTo>
                  <a:cubicBezTo>
                    <a:pt x="2381746" y="676773"/>
                    <a:pt x="2376983" y="670106"/>
                    <a:pt x="2383651" y="659628"/>
                  </a:cubicBezTo>
                  <a:cubicBezTo>
                    <a:pt x="2377936" y="649151"/>
                    <a:pt x="2372221" y="638673"/>
                    <a:pt x="2367458" y="627243"/>
                  </a:cubicBezTo>
                  <a:cubicBezTo>
                    <a:pt x="2348408" y="585333"/>
                    <a:pt x="2348408" y="584381"/>
                    <a:pt x="2308403" y="612003"/>
                  </a:cubicBezTo>
                  <a:cubicBezTo>
                    <a:pt x="2273161" y="616766"/>
                    <a:pt x="2265541" y="608193"/>
                    <a:pt x="2270303" y="571046"/>
                  </a:cubicBezTo>
                  <a:cubicBezTo>
                    <a:pt x="2271256" y="560568"/>
                    <a:pt x="2287448" y="545328"/>
                    <a:pt x="2260778" y="543423"/>
                  </a:cubicBezTo>
                  <a:cubicBezTo>
                    <a:pt x="2255063" y="542471"/>
                    <a:pt x="2255063" y="530088"/>
                    <a:pt x="2259826" y="522468"/>
                  </a:cubicBezTo>
                  <a:cubicBezTo>
                    <a:pt x="2313166" y="486273"/>
                    <a:pt x="2361743" y="445316"/>
                    <a:pt x="2390318" y="385308"/>
                  </a:cubicBezTo>
                  <a:cubicBezTo>
                    <a:pt x="2396986" y="372926"/>
                    <a:pt x="2403653" y="362448"/>
                    <a:pt x="2416988" y="357686"/>
                  </a:cubicBezTo>
                  <a:cubicBezTo>
                    <a:pt x="2416988" y="355781"/>
                    <a:pt x="2416988" y="353876"/>
                    <a:pt x="2417941" y="351971"/>
                  </a:cubicBezTo>
                  <a:cubicBezTo>
                    <a:pt x="2419846" y="352923"/>
                    <a:pt x="2423656" y="354828"/>
                    <a:pt x="2424608" y="353876"/>
                  </a:cubicBezTo>
                  <a:cubicBezTo>
                    <a:pt x="2434371" y="344351"/>
                    <a:pt x="2443539" y="338934"/>
                    <a:pt x="2452245" y="336582"/>
                  </a:cubicBezTo>
                  <a:cubicBezTo>
                    <a:pt x="2458775" y="334818"/>
                    <a:pt x="2465045" y="334779"/>
                    <a:pt x="2471113" y="336025"/>
                  </a:cubicBezTo>
                  <a:close/>
                  <a:moveTo>
                    <a:pt x="761544" y="194808"/>
                  </a:moveTo>
                  <a:cubicBezTo>
                    <a:pt x="773926" y="196713"/>
                    <a:pt x="774879" y="206238"/>
                    <a:pt x="773926" y="216716"/>
                  </a:cubicBezTo>
                  <a:cubicBezTo>
                    <a:pt x="755829" y="237671"/>
                    <a:pt x="760591" y="257673"/>
                    <a:pt x="773926" y="278628"/>
                  </a:cubicBezTo>
                  <a:cubicBezTo>
                    <a:pt x="748209" y="302441"/>
                    <a:pt x="720586" y="315776"/>
                    <a:pt x="687249" y="293868"/>
                  </a:cubicBezTo>
                  <a:cubicBezTo>
                    <a:pt x="682486" y="291011"/>
                    <a:pt x="675819" y="292916"/>
                    <a:pt x="671056" y="292916"/>
                  </a:cubicBezTo>
                  <a:cubicBezTo>
                    <a:pt x="660579" y="294821"/>
                    <a:pt x="650101" y="296726"/>
                    <a:pt x="640576" y="298631"/>
                  </a:cubicBezTo>
                  <a:cubicBezTo>
                    <a:pt x="627241" y="300536"/>
                    <a:pt x="613906" y="302441"/>
                    <a:pt x="603429" y="291011"/>
                  </a:cubicBezTo>
                  <a:cubicBezTo>
                    <a:pt x="636766" y="258626"/>
                    <a:pt x="678676" y="239576"/>
                    <a:pt x="715824" y="211953"/>
                  </a:cubicBezTo>
                  <a:cubicBezTo>
                    <a:pt x="719634" y="209096"/>
                    <a:pt x="724396" y="211953"/>
                    <a:pt x="727254" y="215763"/>
                  </a:cubicBezTo>
                  <a:cubicBezTo>
                    <a:pt x="746304" y="220526"/>
                    <a:pt x="741541" y="187188"/>
                    <a:pt x="761544" y="194808"/>
                  </a:cubicBezTo>
                  <a:close/>
                  <a:moveTo>
                    <a:pt x="873343" y="184331"/>
                  </a:moveTo>
                  <a:cubicBezTo>
                    <a:pt x="879653" y="185283"/>
                    <a:pt x="886320" y="188617"/>
                    <a:pt x="891083" y="191951"/>
                  </a:cubicBezTo>
                  <a:cubicBezTo>
                    <a:pt x="904418" y="200523"/>
                    <a:pt x="892988" y="209096"/>
                    <a:pt x="888226" y="217668"/>
                  </a:cubicBezTo>
                  <a:lnTo>
                    <a:pt x="879241" y="234820"/>
                  </a:lnTo>
                  <a:lnTo>
                    <a:pt x="895370" y="235036"/>
                  </a:lnTo>
                  <a:cubicBezTo>
                    <a:pt x="907514" y="238206"/>
                    <a:pt x="906800" y="249815"/>
                    <a:pt x="899656" y="266246"/>
                  </a:cubicBezTo>
                  <a:cubicBezTo>
                    <a:pt x="894893" y="277676"/>
                    <a:pt x="884416" y="289106"/>
                    <a:pt x="892988" y="303393"/>
                  </a:cubicBezTo>
                  <a:cubicBezTo>
                    <a:pt x="897751" y="310061"/>
                    <a:pt x="901561" y="309108"/>
                    <a:pt x="905371" y="303393"/>
                  </a:cubicBezTo>
                  <a:cubicBezTo>
                    <a:pt x="923468" y="307203"/>
                    <a:pt x="923468" y="307203"/>
                    <a:pt x="915848" y="337683"/>
                  </a:cubicBezTo>
                  <a:cubicBezTo>
                    <a:pt x="926326" y="330063"/>
                    <a:pt x="936803" y="329111"/>
                    <a:pt x="946328" y="324348"/>
                  </a:cubicBezTo>
                  <a:lnTo>
                    <a:pt x="973409" y="303804"/>
                  </a:lnTo>
                  <a:lnTo>
                    <a:pt x="975260" y="292796"/>
                  </a:lnTo>
                  <a:cubicBezTo>
                    <a:pt x="974903" y="288629"/>
                    <a:pt x="972522" y="284819"/>
                    <a:pt x="965378" y="281485"/>
                  </a:cubicBezTo>
                  <a:cubicBezTo>
                    <a:pt x="944423" y="270055"/>
                    <a:pt x="942518" y="249100"/>
                    <a:pt x="962521" y="233860"/>
                  </a:cubicBezTo>
                  <a:cubicBezTo>
                    <a:pt x="977761" y="221478"/>
                    <a:pt x="993953" y="208143"/>
                    <a:pt x="1013956" y="203380"/>
                  </a:cubicBezTo>
                  <a:cubicBezTo>
                    <a:pt x="1018718" y="201475"/>
                    <a:pt x="1023481" y="200046"/>
                    <a:pt x="1028243" y="200165"/>
                  </a:cubicBezTo>
                  <a:cubicBezTo>
                    <a:pt x="1033006" y="200284"/>
                    <a:pt x="1037768" y="201951"/>
                    <a:pt x="1042531" y="206238"/>
                  </a:cubicBezTo>
                  <a:cubicBezTo>
                    <a:pt x="1037768" y="220525"/>
                    <a:pt x="1018718" y="221478"/>
                    <a:pt x="1016813" y="234813"/>
                  </a:cubicBezTo>
                  <a:cubicBezTo>
                    <a:pt x="1029196" y="212905"/>
                    <a:pt x="1052056" y="208143"/>
                    <a:pt x="1075868" y="204333"/>
                  </a:cubicBezTo>
                  <a:cubicBezTo>
                    <a:pt x="1082536" y="204333"/>
                    <a:pt x="1089203" y="204333"/>
                    <a:pt x="1095871" y="204333"/>
                  </a:cubicBezTo>
                  <a:cubicBezTo>
                    <a:pt x="1106348" y="211953"/>
                    <a:pt x="1099681" y="223383"/>
                    <a:pt x="1099681" y="232908"/>
                  </a:cubicBezTo>
                  <a:cubicBezTo>
                    <a:pt x="1112063" y="235765"/>
                    <a:pt x="1123493" y="229098"/>
                    <a:pt x="1133971" y="231003"/>
                  </a:cubicBezTo>
                  <a:cubicBezTo>
                    <a:pt x="1140638" y="231003"/>
                    <a:pt x="1146353" y="233860"/>
                    <a:pt x="1151116" y="238623"/>
                  </a:cubicBezTo>
                  <a:cubicBezTo>
                    <a:pt x="1162546" y="262435"/>
                    <a:pt x="1192073" y="265293"/>
                    <a:pt x="1205408" y="287200"/>
                  </a:cubicBezTo>
                  <a:cubicBezTo>
                    <a:pt x="1219696" y="305298"/>
                    <a:pt x="1210171" y="320538"/>
                    <a:pt x="1198741" y="334825"/>
                  </a:cubicBezTo>
                  <a:cubicBezTo>
                    <a:pt x="1205408" y="359590"/>
                    <a:pt x="1234936" y="358638"/>
                    <a:pt x="1248271" y="377688"/>
                  </a:cubicBezTo>
                  <a:cubicBezTo>
                    <a:pt x="1257796" y="391023"/>
                    <a:pt x="1257796" y="393880"/>
                    <a:pt x="1246366" y="402453"/>
                  </a:cubicBezTo>
                  <a:cubicBezTo>
                    <a:pt x="1226363" y="415788"/>
                    <a:pt x="1207313" y="445315"/>
                    <a:pt x="1187311" y="402453"/>
                  </a:cubicBezTo>
                  <a:cubicBezTo>
                    <a:pt x="1184453" y="396738"/>
                    <a:pt x="1176833" y="390070"/>
                    <a:pt x="1171118" y="396738"/>
                  </a:cubicBezTo>
                  <a:cubicBezTo>
                    <a:pt x="1161593" y="407215"/>
                    <a:pt x="1163498" y="418645"/>
                    <a:pt x="1171118" y="431028"/>
                  </a:cubicBezTo>
                  <a:cubicBezTo>
                    <a:pt x="1186358" y="457698"/>
                    <a:pt x="1180643" y="471033"/>
                    <a:pt x="1151116" y="479605"/>
                  </a:cubicBezTo>
                  <a:cubicBezTo>
                    <a:pt x="1147306" y="475795"/>
                    <a:pt x="1141591" y="474843"/>
                    <a:pt x="1136828" y="476748"/>
                  </a:cubicBezTo>
                  <a:cubicBezTo>
                    <a:pt x="1132066" y="478653"/>
                    <a:pt x="1134923" y="483415"/>
                    <a:pt x="1136828" y="487225"/>
                  </a:cubicBezTo>
                  <a:cubicBezTo>
                    <a:pt x="1135876" y="500560"/>
                    <a:pt x="1128256" y="503418"/>
                    <a:pt x="1118731" y="497703"/>
                  </a:cubicBezTo>
                  <a:cubicBezTo>
                    <a:pt x="1098728" y="487225"/>
                    <a:pt x="1074916" y="482463"/>
                    <a:pt x="1066343" y="455793"/>
                  </a:cubicBezTo>
                  <a:cubicBezTo>
                    <a:pt x="1058723" y="432933"/>
                    <a:pt x="1039673" y="427218"/>
                    <a:pt x="1016813" y="433885"/>
                  </a:cubicBezTo>
                  <a:cubicBezTo>
                    <a:pt x="1008241" y="436743"/>
                    <a:pt x="999668" y="438648"/>
                    <a:pt x="996811" y="428170"/>
                  </a:cubicBezTo>
                  <a:cubicBezTo>
                    <a:pt x="993001" y="415788"/>
                    <a:pt x="1007288" y="411025"/>
                    <a:pt x="1013003" y="411978"/>
                  </a:cubicBezTo>
                  <a:cubicBezTo>
                    <a:pt x="1055866" y="420550"/>
                    <a:pt x="1078726" y="386260"/>
                    <a:pt x="1109206" y="369115"/>
                  </a:cubicBezTo>
                  <a:cubicBezTo>
                    <a:pt x="1117778" y="343398"/>
                    <a:pt x="1089203" y="330063"/>
                    <a:pt x="1089203" y="307203"/>
                  </a:cubicBezTo>
                  <a:cubicBezTo>
                    <a:pt x="1085393" y="301488"/>
                    <a:pt x="1081583" y="296725"/>
                    <a:pt x="1077773" y="291010"/>
                  </a:cubicBezTo>
                  <a:cubicBezTo>
                    <a:pt x="1057771" y="307203"/>
                    <a:pt x="1036816" y="290058"/>
                    <a:pt x="1016813" y="292915"/>
                  </a:cubicBezTo>
                  <a:cubicBezTo>
                    <a:pt x="1012050" y="293391"/>
                    <a:pt x="1008717" y="294106"/>
                    <a:pt x="1007169" y="296011"/>
                  </a:cubicBezTo>
                  <a:lnTo>
                    <a:pt x="1007866" y="302667"/>
                  </a:lnTo>
                  <a:lnTo>
                    <a:pt x="1009193" y="303393"/>
                  </a:lnTo>
                  <a:cubicBezTo>
                    <a:pt x="1013003" y="324348"/>
                    <a:pt x="986333" y="363401"/>
                    <a:pt x="962521" y="370068"/>
                  </a:cubicBezTo>
                  <a:cubicBezTo>
                    <a:pt x="943471" y="375783"/>
                    <a:pt x="924421" y="377688"/>
                    <a:pt x="905371" y="371973"/>
                  </a:cubicBezTo>
                  <a:cubicBezTo>
                    <a:pt x="896798" y="389118"/>
                    <a:pt x="879653" y="396738"/>
                    <a:pt x="868223" y="410073"/>
                  </a:cubicBezTo>
                  <a:cubicBezTo>
                    <a:pt x="859651" y="419598"/>
                    <a:pt x="849173" y="424361"/>
                    <a:pt x="836791" y="426266"/>
                  </a:cubicBezTo>
                  <a:cubicBezTo>
                    <a:pt x="830123" y="425313"/>
                    <a:pt x="820598" y="421503"/>
                    <a:pt x="816788" y="424361"/>
                  </a:cubicBezTo>
                  <a:cubicBezTo>
                    <a:pt x="772973" y="455793"/>
                    <a:pt x="714871" y="464366"/>
                    <a:pt x="677723" y="507228"/>
                  </a:cubicBezTo>
                  <a:cubicBezTo>
                    <a:pt x="667246" y="519611"/>
                    <a:pt x="646291" y="531993"/>
                    <a:pt x="668198" y="553901"/>
                  </a:cubicBezTo>
                  <a:cubicBezTo>
                    <a:pt x="672961" y="558663"/>
                    <a:pt x="665341" y="574856"/>
                    <a:pt x="662483" y="586286"/>
                  </a:cubicBezTo>
                  <a:cubicBezTo>
                    <a:pt x="685343" y="585333"/>
                    <a:pt x="702488" y="596763"/>
                    <a:pt x="716776" y="612956"/>
                  </a:cubicBezTo>
                  <a:cubicBezTo>
                    <a:pt x="731063" y="630101"/>
                    <a:pt x="747256" y="644388"/>
                    <a:pt x="771068" y="645341"/>
                  </a:cubicBezTo>
                  <a:cubicBezTo>
                    <a:pt x="789166" y="646293"/>
                    <a:pt x="788213" y="653913"/>
                    <a:pt x="782498" y="667248"/>
                  </a:cubicBezTo>
                  <a:cubicBezTo>
                    <a:pt x="774878" y="685346"/>
                    <a:pt x="766306" y="702491"/>
                    <a:pt x="772973" y="726303"/>
                  </a:cubicBezTo>
                  <a:cubicBezTo>
                    <a:pt x="779641" y="752973"/>
                    <a:pt x="789166" y="747258"/>
                    <a:pt x="805358" y="736781"/>
                  </a:cubicBezTo>
                  <a:cubicBezTo>
                    <a:pt x="823456" y="725351"/>
                    <a:pt x="826313" y="706301"/>
                    <a:pt x="828218" y="689156"/>
                  </a:cubicBezTo>
                  <a:cubicBezTo>
                    <a:pt x="831076" y="669153"/>
                    <a:pt x="841553" y="660581"/>
                    <a:pt x="858698" y="652961"/>
                  </a:cubicBezTo>
                  <a:cubicBezTo>
                    <a:pt x="901561" y="638673"/>
                    <a:pt x="911086" y="619623"/>
                    <a:pt x="901561" y="573903"/>
                  </a:cubicBezTo>
                  <a:cubicBezTo>
                    <a:pt x="900608" y="569141"/>
                    <a:pt x="899656" y="563426"/>
                    <a:pt x="904418" y="561521"/>
                  </a:cubicBezTo>
                  <a:cubicBezTo>
                    <a:pt x="937756" y="550091"/>
                    <a:pt x="937756" y="514848"/>
                    <a:pt x="953948" y="491988"/>
                  </a:cubicBezTo>
                  <a:cubicBezTo>
                    <a:pt x="957758" y="486273"/>
                    <a:pt x="961568" y="480558"/>
                    <a:pt x="968236" y="478653"/>
                  </a:cubicBezTo>
                  <a:cubicBezTo>
                    <a:pt x="991096" y="471986"/>
                    <a:pt x="1037768" y="491036"/>
                    <a:pt x="1049198" y="512943"/>
                  </a:cubicBezTo>
                  <a:cubicBezTo>
                    <a:pt x="1061581" y="517706"/>
                    <a:pt x="1074916" y="522468"/>
                    <a:pt x="1063486" y="539613"/>
                  </a:cubicBezTo>
                  <a:cubicBezTo>
                    <a:pt x="1048246" y="555806"/>
                    <a:pt x="1052056" y="572951"/>
                    <a:pt x="1067296" y="583428"/>
                  </a:cubicBezTo>
                  <a:cubicBezTo>
                    <a:pt x="1084441" y="593906"/>
                    <a:pt x="1099681" y="578666"/>
                    <a:pt x="1112063" y="568188"/>
                  </a:cubicBezTo>
                  <a:cubicBezTo>
                    <a:pt x="1139686" y="545328"/>
                    <a:pt x="1138733" y="544376"/>
                    <a:pt x="1146353" y="580571"/>
                  </a:cubicBezTo>
                  <a:cubicBezTo>
                    <a:pt x="1149211" y="592953"/>
                    <a:pt x="1154926" y="606288"/>
                    <a:pt x="1151116" y="616766"/>
                  </a:cubicBezTo>
                  <a:cubicBezTo>
                    <a:pt x="1138733" y="656771"/>
                    <a:pt x="1163498" y="672011"/>
                    <a:pt x="1193026" y="684393"/>
                  </a:cubicBezTo>
                  <a:cubicBezTo>
                    <a:pt x="1193026" y="693918"/>
                    <a:pt x="1188501" y="696537"/>
                    <a:pt x="1182905" y="697847"/>
                  </a:cubicBezTo>
                  <a:lnTo>
                    <a:pt x="1179024" y="699159"/>
                  </a:lnTo>
                  <a:lnTo>
                    <a:pt x="1177845" y="699023"/>
                  </a:lnTo>
                  <a:cubicBezTo>
                    <a:pt x="1174214" y="699455"/>
                    <a:pt x="1170404" y="700824"/>
                    <a:pt x="1166356" y="703443"/>
                  </a:cubicBezTo>
                  <a:lnTo>
                    <a:pt x="1179024" y="699159"/>
                  </a:lnTo>
                  <a:lnTo>
                    <a:pt x="1188263" y="700229"/>
                  </a:lnTo>
                  <a:cubicBezTo>
                    <a:pt x="1194931" y="702491"/>
                    <a:pt x="1201122" y="707253"/>
                    <a:pt x="1207313" y="712016"/>
                  </a:cubicBezTo>
                  <a:cubicBezTo>
                    <a:pt x="1210647" y="727732"/>
                    <a:pt x="1209694" y="741781"/>
                    <a:pt x="1205051" y="754402"/>
                  </a:cubicBezTo>
                  <a:lnTo>
                    <a:pt x="1180854" y="787924"/>
                  </a:lnTo>
                  <a:lnTo>
                    <a:pt x="1187073" y="807504"/>
                  </a:lnTo>
                  <a:cubicBezTo>
                    <a:pt x="1190883" y="812504"/>
                    <a:pt x="1196836" y="815362"/>
                    <a:pt x="1206361" y="814886"/>
                  </a:cubicBezTo>
                  <a:cubicBezTo>
                    <a:pt x="1214934" y="814886"/>
                    <a:pt x="1223506" y="816791"/>
                    <a:pt x="1213981" y="828221"/>
                  </a:cubicBezTo>
                  <a:cubicBezTo>
                    <a:pt x="1208266" y="850128"/>
                    <a:pt x="1205409" y="874893"/>
                    <a:pt x="1172071" y="862511"/>
                  </a:cubicBezTo>
                  <a:cubicBezTo>
                    <a:pt x="1153021" y="859653"/>
                    <a:pt x="1123494" y="872036"/>
                    <a:pt x="1115874" y="854891"/>
                  </a:cubicBezTo>
                  <a:cubicBezTo>
                    <a:pt x="1109206" y="839651"/>
                    <a:pt x="1133971" y="821553"/>
                    <a:pt x="1148259" y="807266"/>
                  </a:cubicBezTo>
                  <a:cubicBezTo>
                    <a:pt x="1157784" y="799646"/>
                    <a:pt x="1159689" y="785358"/>
                    <a:pt x="1173024" y="780596"/>
                  </a:cubicBezTo>
                  <a:lnTo>
                    <a:pt x="1173125" y="780684"/>
                  </a:lnTo>
                  <a:lnTo>
                    <a:pt x="1174333" y="770475"/>
                  </a:lnTo>
                  <a:cubicBezTo>
                    <a:pt x="1173023" y="767975"/>
                    <a:pt x="1169689" y="766784"/>
                    <a:pt x="1163498" y="767261"/>
                  </a:cubicBezTo>
                  <a:cubicBezTo>
                    <a:pt x="1147306" y="769166"/>
                    <a:pt x="1137781" y="780596"/>
                    <a:pt x="1124446" y="787263"/>
                  </a:cubicBezTo>
                  <a:cubicBezTo>
                    <a:pt x="1097776" y="793931"/>
                    <a:pt x="1070153" y="791073"/>
                    <a:pt x="1043483" y="789168"/>
                  </a:cubicBezTo>
                  <a:cubicBezTo>
                    <a:pt x="1026338" y="788216"/>
                    <a:pt x="1010146" y="786311"/>
                    <a:pt x="993953" y="794883"/>
                  </a:cubicBezTo>
                  <a:cubicBezTo>
                    <a:pt x="987286" y="810123"/>
                    <a:pt x="971093" y="808218"/>
                    <a:pt x="959663" y="814886"/>
                  </a:cubicBezTo>
                  <a:cubicBezTo>
                    <a:pt x="951091" y="825363"/>
                    <a:pt x="939661" y="831078"/>
                    <a:pt x="929183" y="839651"/>
                  </a:cubicBezTo>
                  <a:lnTo>
                    <a:pt x="925100" y="843462"/>
                  </a:lnTo>
                  <a:lnTo>
                    <a:pt x="915848" y="851081"/>
                  </a:lnTo>
                  <a:cubicBezTo>
                    <a:pt x="915848" y="851081"/>
                    <a:pt x="912991" y="851081"/>
                    <a:pt x="912991" y="851081"/>
                  </a:cubicBezTo>
                  <a:cubicBezTo>
                    <a:pt x="912991" y="851081"/>
                    <a:pt x="914896" y="852986"/>
                    <a:pt x="914896" y="852986"/>
                  </a:cubicBezTo>
                  <a:lnTo>
                    <a:pt x="925100" y="843462"/>
                  </a:lnTo>
                  <a:lnTo>
                    <a:pt x="932041" y="837746"/>
                  </a:lnTo>
                  <a:cubicBezTo>
                    <a:pt x="942518" y="824411"/>
                    <a:pt x="959663" y="826316"/>
                    <a:pt x="972998" y="820601"/>
                  </a:cubicBezTo>
                  <a:cubicBezTo>
                    <a:pt x="979666" y="818696"/>
                    <a:pt x="986333" y="814886"/>
                    <a:pt x="992048" y="814886"/>
                  </a:cubicBezTo>
                  <a:cubicBezTo>
                    <a:pt x="1003478" y="813933"/>
                    <a:pt x="1017766" y="809171"/>
                    <a:pt x="1023481" y="819648"/>
                  </a:cubicBezTo>
                  <a:cubicBezTo>
                    <a:pt x="1032053" y="834888"/>
                    <a:pt x="1013003" y="835841"/>
                    <a:pt x="1005383" y="842508"/>
                  </a:cubicBezTo>
                  <a:cubicBezTo>
                    <a:pt x="1003478" y="844413"/>
                    <a:pt x="1005383" y="851081"/>
                    <a:pt x="1006336" y="854891"/>
                  </a:cubicBezTo>
                  <a:cubicBezTo>
                    <a:pt x="997763" y="866321"/>
                    <a:pt x="1011098" y="877751"/>
                    <a:pt x="1005383" y="889181"/>
                  </a:cubicBezTo>
                  <a:cubicBezTo>
                    <a:pt x="1001573" y="899658"/>
                    <a:pt x="992048" y="903468"/>
                    <a:pt x="984428" y="910136"/>
                  </a:cubicBezTo>
                  <a:cubicBezTo>
                    <a:pt x="974903" y="918708"/>
                    <a:pt x="961568" y="909183"/>
                    <a:pt x="952043" y="916803"/>
                  </a:cubicBezTo>
                  <a:cubicBezTo>
                    <a:pt x="937756" y="931091"/>
                    <a:pt x="916801" y="932043"/>
                    <a:pt x="899656" y="938711"/>
                  </a:cubicBezTo>
                  <a:cubicBezTo>
                    <a:pt x="876796" y="947283"/>
                    <a:pt x="858698" y="959666"/>
                    <a:pt x="855841" y="985383"/>
                  </a:cubicBezTo>
                  <a:cubicBezTo>
                    <a:pt x="853936" y="1001576"/>
                    <a:pt x="839648" y="1003481"/>
                    <a:pt x="831076" y="1003481"/>
                  </a:cubicBezTo>
                  <a:cubicBezTo>
                    <a:pt x="779641" y="1006338"/>
                    <a:pt x="763448" y="1048248"/>
                    <a:pt x="738683" y="1081586"/>
                  </a:cubicBezTo>
                  <a:cubicBezTo>
                    <a:pt x="708203" y="1076823"/>
                    <a:pt x="712013" y="1097778"/>
                    <a:pt x="711061" y="1115876"/>
                  </a:cubicBezTo>
                  <a:cubicBezTo>
                    <a:pt x="707251" y="1144451"/>
                    <a:pt x="692011" y="1163501"/>
                    <a:pt x="666293" y="1175883"/>
                  </a:cubicBezTo>
                  <a:cubicBezTo>
                    <a:pt x="636766" y="1191123"/>
                    <a:pt x="610096" y="1209221"/>
                    <a:pt x="585331" y="1230176"/>
                  </a:cubicBezTo>
                  <a:cubicBezTo>
                    <a:pt x="565328" y="1247320"/>
                    <a:pt x="557708" y="1270181"/>
                    <a:pt x="559613" y="1297803"/>
                  </a:cubicBezTo>
                  <a:cubicBezTo>
                    <a:pt x="561518" y="1327331"/>
                    <a:pt x="564376" y="1356858"/>
                    <a:pt x="557708" y="1386386"/>
                  </a:cubicBezTo>
                  <a:cubicBezTo>
                    <a:pt x="555803" y="1394958"/>
                    <a:pt x="551993" y="1406388"/>
                    <a:pt x="542468" y="1407341"/>
                  </a:cubicBezTo>
                  <a:cubicBezTo>
                    <a:pt x="530086" y="1409246"/>
                    <a:pt x="531038" y="1394958"/>
                    <a:pt x="528181" y="1387338"/>
                  </a:cubicBezTo>
                  <a:cubicBezTo>
                    <a:pt x="522466" y="1365431"/>
                    <a:pt x="516751" y="1344476"/>
                    <a:pt x="519608" y="1320663"/>
                  </a:cubicBezTo>
                  <a:cubicBezTo>
                    <a:pt x="521513" y="1300661"/>
                    <a:pt x="522466" y="1280658"/>
                    <a:pt x="488176" y="1283516"/>
                  </a:cubicBezTo>
                  <a:cubicBezTo>
                    <a:pt x="470078" y="1285421"/>
                    <a:pt x="452933" y="1262561"/>
                    <a:pt x="429121" y="1267323"/>
                  </a:cubicBezTo>
                  <a:cubicBezTo>
                    <a:pt x="422453" y="1268276"/>
                    <a:pt x="411023" y="1265418"/>
                    <a:pt x="409118" y="1268276"/>
                  </a:cubicBezTo>
                  <a:cubicBezTo>
                    <a:pt x="391973" y="1307328"/>
                    <a:pt x="364351" y="1288278"/>
                    <a:pt x="336728" y="1284468"/>
                  </a:cubicBezTo>
                  <a:cubicBezTo>
                    <a:pt x="279578" y="1275896"/>
                    <a:pt x="228143" y="1315901"/>
                    <a:pt x="215761" y="1373051"/>
                  </a:cubicBezTo>
                  <a:cubicBezTo>
                    <a:pt x="210998" y="1396863"/>
                    <a:pt x="193853" y="1415913"/>
                    <a:pt x="189091" y="1441631"/>
                  </a:cubicBezTo>
                  <a:cubicBezTo>
                    <a:pt x="182423" y="1476873"/>
                    <a:pt x="183376" y="1511163"/>
                    <a:pt x="196711" y="1544501"/>
                  </a:cubicBezTo>
                  <a:cubicBezTo>
                    <a:pt x="204331" y="1564503"/>
                    <a:pt x="219571" y="1574028"/>
                    <a:pt x="244336" y="1573076"/>
                  </a:cubicBezTo>
                  <a:cubicBezTo>
                    <a:pt x="284341" y="1571171"/>
                    <a:pt x="310058" y="1555931"/>
                    <a:pt x="320536" y="1514973"/>
                  </a:cubicBezTo>
                  <a:cubicBezTo>
                    <a:pt x="324346" y="1500686"/>
                    <a:pt x="374828" y="1487351"/>
                    <a:pt x="387211" y="1494971"/>
                  </a:cubicBezTo>
                  <a:cubicBezTo>
                    <a:pt x="396736" y="1500686"/>
                    <a:pt x="392926" y="1507353"/>
                    <a:pt x="389116" y="1515926"/>
                  </a:cubicBezTo>
                  <a:cubicBezTo>
                    <a:pt x="372923" y="1552121"/>
                    <a:pt x="358636" y="1589268"/>
                    <a:pt x="340538" y="1624511"/>
                  </a:cubicBezTo>
                  <a:cubicBezTo>
                    <a:pt x="329108" y="1646418"/>
                    <a:pt x="340538" y="1644513"/>
                    <a:pt x="354826" y="1644513"/>
                  </a:cubicBezTo>
                  <a:cubicBezTo>
                    <a:pt x="372923" y="1644513"/>
                    <a:pt x="391973" y="1642608"/>
                    <a:pt x="410071" y="1645466"/>
                  </a:cubicBezTo>
                  <a:cubicBezTo>
                    <a:pt x="432931" y="1649276"/>
                    <a:pt x="449123" y="1658801"/>
                    <a:pt x="439598" y="1687376"/>
                  </a:cubicBezTo>
                  <a:cubicBezTo>
                    <a:pt x="433883" y="1705473"/>
                    <a:pt x="432931" y="1725476"/>
                    <a:pt x="426263" y="1743573"/>
                  </a:cubicBezTo>
                  <a:cubicBezTo>
                    <a:pt x="414833" y="1774053"/>
                    <a:pt x="432931" y="1793103"/>
                    <a:pt x="450076" y="1813106"/>
                  </a:cubicBezTo>
                  <a:cubicBezTo>
                    <a:pt x="466268" y="1832156"/>
                    <a:pt x="483413" y="1819773"/>
                    <a:pt x="499606" y="1812153"/>
                  </a:cubicBezTo>
                  <a:cubicBezTo>
                    <a:pt x="512941" y="1806438"/>
                    <a:pt x="528181" y="1806438"/>
                    <a:pt x="536753" y="1818821"/>
                  </a:cubicBezTo>
                  <a:cubicBezTo>
                    <a:pt x="554851" y="1843586"/>
                    <a:pt x="571996" y="1829298"/>
                    <a:pt x="577711" y="1813106"/>
                  </a:cubicBezTo>
                  <a:cubicBezTo>
                    <a:pt x="591998" y="1771196"/>
                    <a:pt x="630098" y="1768338"/>
                    <a:pt x="661531" y="1754051"/>
                  </a:cubicBezTo>
                  <a:cubicBezTo>
                    <a:pt x="671056" y="1754051"/>
                    <a:pt x="673913" y="1755956"/>
                    <a:pt x="672008" y="1763576"/>
                  </a:cubicBezTo>
                  <a:cubicBezTo>
                    <a:pt x="676771" y="1783578"/>
                    <a:pt x="689153" y="1777863"/>
                    <a:pt x="695821" y="1768338"/>
                  </a:cubicBezTo>
                  <a:cubicBezTo>
                    <a:pt x="713918" y="1745478"/>
                    <a:pt x="729158" y="1761671"/>
                    <a:pt x="741541" y="1772148"/>
                  </a:cubicBezTo>
                  <a:cubicBezTo>
                    <a:pt x="769163" y="1795008"/>
                    <a:pt x="799643" y="1798818"/>
                    <a:pt x="832028" y="1788341"/>
                  </a:cubicBezTo>
                  <a:cubicBezTo>
                    <a:pt x="845363" y="1783578"/>
                    <a:pt x="854888" y="1779768"/>
                    <a:pt x="865366" y="1796913"/>
                  </a:cubicBezTo>
                  <a:cubicBezTo>
                    <a:pt x="875843" y="1814058"/>
                    <a:pt x="896798" y="1823583"/>
                    <a:pt x="910133" y="1838823"/>
                  </a:cubicBezTo>
                  <a:cubicBezTo>
                    <a:pt x="947281" y="1881686"/>
                    <a:pt x="990143" y="1906451"/>
                    <a:pt x="1047293" y="1918833"/>
                  </a:cubicBezTo>
                  <a:cubicBezTo>
                    <a:pt x="1093966" y="1928358"/>
                    <a:pt x="1124446" y="1995986"/>
                    <a:pt x="1116826" y="2036943"/>
                  </a:cubicBezTo>
                  <a:cubicBezTo>
                    <a:pt x="1113968" y="2044563"/>
                    <a:pt x="1111111" y="2051231"/>
                    <a:pt x="1106348" y="2056946"/>
                  </a:cubicBezTo>
                  <a:cubicBezTo>
                    <a:pt x="1092061" y="2071233"/>
                    <a:pt x="1112063" y="2086473"/>
                    <a:pt x="1104443" y="2099808"/>
                  </a:cubicBezTo>
                  <a:cubicBezTo>
                    <a:pt x="1110158" y="2107428"/>
                    <a:pt x="1117778" y="2102666"/>
                    <a:pt x="1124446" y="2102666"/>
                  </a:cubicBezTo>
                  <a:cubicBezTo>
                    <a:pt x="1147306" y="2095046"/>
                    <a:pt x="1161593" y="2062661"/>
                    <a:pt x="1193026" y="2077901"/>
                  </a:cubicBezTo>
                  <a:cubicBezTo>
                    <a:pt x="1225411" y="2087426"/>
                    <a:pt x="1244461" y="2125526"/>
                    <a:pt x="1280656" y="2123621"/>
                  </a:cubicBezTo>
                  <a:cubicBezTo>
                    <a:pt x="1325423" y="2121716"/>
                    <a:pt x="1360666" y="2136956"/>
                    <a:pt x="1387336" y="2172198"/>
                  </a:cubicBezTo>
                  <a:cubicBezTo>
                    <a:pt x="1398766" y="2187438"/>
                    <a:pt x="1427341" y="2172198"/>
                    <a:pt x="1434008" y="2199821"/>
                  </a:cubicBezTo>
                  <a:cubicBezTo>
                    <a:pt x="1440676" y="2228396"/>
                    <a:pt x="1444486" y="2256018"/>
                    <a:pt x="1430198" y="2282688"/>
                  </a:cubicBezTo>
                  <a:cubicBezTo>
                    <a:pt x="1413053" y="2315073"/>
                    <a:pt x="1388288" y="2341743"/>
                    <a:pt x="1370191" y="2373176"/>
                  </a:cubicBezTo>
                  <a:cubicBezTo>
                    <a:pt x="1359713" y="2391273"/>
                    <a:pt x="1356856" y="2406513"/>
                    <a:pt x="1358761" y="2423658"/>
                  </a:cubicBezTo>
                  <a:cubicBezTo>
                    <a:pt x="1366381" y="2486523"/>
                    <a:pt x="1352093" y="2544626"/>
                    <a:pt x="1327328" y="2600823"/>
                  </a:cubicBezTo>
                  <a:cubicBezTo>
                    <a:pt x="1321613" y="2612253"/>
                    <a:pt x="1313041" y="2629398"/>
                    <a:pt x="1293991" y="2626541"/>
                  </a:cubicBezTo>
                  <a:cubicBezTo>
                    <a:pt x="1261606" y="2622731"/>
                    <a:pt x="1241603" y="2647496"/>
                    <a:pt x="1218743" y="2661783"/>
                  </a:cubicBezTo>
                  <a:cubicBezTo>
                    <a:pt x="1203503" y="2671308"/>
                    <a:pt x="1187311" y="2690358"/>
                    <a:pt x="1193026" y="2710361"/>
                  </a:cubicBezTo>
                  <a:cubicBezTo>
                    <a:pt x="1205408" y="2757033"/>
                    <a:pt x="1178738" y="2793228"/>
                    <a:pt x="1164451" y="2832281"/>
                  </a:cubicBezTo>
                  <a:cubicBezTo>
                    <a:pt x="1154926" y="2859903"/>
                    <a:pt x="1136828" y="2884668"/>
                    <a:pt x="1122541" y="2910386"/>
                  </a:cubicBezTo>
                  <a:cubicBezTo>
                    <a:pt x="1116826" y="2920863"/>
                    <a:pt x="1109206" y="2929436"/>
                    <a:pt x="1095871" y="2929436"/>
                  </a:cubicBezTo>
                  <a:cubicBezTo>
                    <a:pt x="1085393" y="2920863"/>
                    <a:pt x="1072058" y="2930388"/>
                    <a:pt x="1061581" y="2922768"/>
                  </a:cubicBezTo>
                  <a:cubicBezTo>
                    <a:pt x="1053961" y="2919911"/>
                    <a:pt x="1044436" y="2911338"/>
                    <a:pt x="1047293" y="2929436"/>
                  </a:cubicBezTo>
                  <a:cubicBezTo>
                    <a:pt x="1052056" y="2938961"/>
                    <a:pt x="1062533" y="2944676"/>
                    <a:pt x="1061581" y="2956106"/>
                  </a:cubicBezTo>
                  <a:cubicBezTo>
                    <a:pt x="1055866" y="2964678"/>
                    <a:pt x="1048246" y="2962773"/>
                    <a:pt x="1040626" y="2959916"/>
                  </a:cubicBezTo>
                  <a:cubicBezTo>
                    <a:pt x="952043" y="2929436"/>
                    <a:pt x="865366" y="2895146"/>
                    <a:pt x="783451" y="2850378"/>
                  </a:cubicBezTo>
                  <a:cubicBezTo>
                    <a:pt x="762496" y="2838948"/>
                    <a:pt x="762496" y="2820851"/>
                    <a:pt x="752971" y="2805611"/>
                  </a:cubicBezTo>
                  <a:cubicBezTo>
                    <a:pt x="730111" y="2799896"/>
                    <a:pt x="738683" y="2779893"/>
                    <a:pt x="737731" y="2765606"/>
                  </a:cubicBezTo>
                  <a:cubicBezTo>
                    <a:pt x="736778" y="2697978"/>
                    <a:pt x="732968" y="2631303"/>
                    <a:pt x="721538" y="2564628"/>
                  </a:cubicBezTo>
                  <a:cubicBezTo>
                    <a:pt x="715823" y="2532243"/>
                    <a:pt x="700583" y="2503668"/>
                    <a:pt x="670103" y="2492238"/>
                  </a:cubicBezTo>
                  <a:cubicBezTo>
                    <a:pt x="596761" y="2464616"/>
                    <a:pt x="568186" y="2400798"/>
                    <a:pt x="539611" y="2337933"/>
                  </a:cubicBezTo>
                  <a:cubicBezTo>
                    <a:pt x="520561" y="2296976"/>
                    <a:pt x="502463" y="2256971"/>
                    <a:pt x="473888" y="2221728"/>
                  </a:cubicBezTo>
                  <a:cubicBezTo>
                    <a:pt x="456743" y="2200773"/>
                    <a:pt x="450076" y="2174103"/>
                    <a:pt x="468173" y="2148386"/>
                  </a:cubicBezTo>
                  <a:cubicBezTo>
                    <a:pt x="473888" y="2140766"/>
                    <a:pt x="477698" y="2133146"/>
                    <a:pt x="471983" y="2122668"/>
                  </a:cubicBezTo>
                  <a:cubicBezTo>
                    <a:pt x="452933" y="2083616"/>
                    <a:pt x="471983" y="2052183"/>
                    <a:pt x="493891" y="2021703"/>
                  </a:cubicBezTo>
                  <a:cubicBezTo>
                    <a:pt x="518656" y="1987413"/>
                    <a:pt x="546278" y="1955028"/>
                    <a:pt x="538658" y="1907403"/>
                  </a:cubicBezTo>
                  <a:cubicBezTo>
                    <a:pt x="535801" y="1889306"/>
                    <a:pt x="531991" y="1871208"/>
                    <a:pt x="524371" y="1854063"/>
                  </a:cubicBezTo>
                  <a:cubicBezTo>
                    <a:pt x="517703" y="1837871"/>
                    <a:pt x="507226" y="1834061"/>
                    <a:pt x="499606" y="1853111"/>
                  </a:cubicBezTo>
                  <a:cubicBezTo>
                    <a:pt x="489128" y="1876923"/>
                    <a:pt x="475793" y="1875018"/>
                    <a:pt x="459601" y="1860731"/>
                  </a:cubicBezTo>
                  <a:cubicBezTo>
                    <a:pt x="443408" y="1847396"/>
                    <a:pt x="425311" y="1838823"/>
                    <a:pt x="408166" y="1827393"/>
                  </a:cubicBezTo>
                  <a:cubicBezTo>
                    <a:pt x="375781" y="1806438"/>
                    <a:pt x="371971" y="1771196"/>
                    <a:pt x="354826" y="1742621"/>
                  </a:cubicBezTo>
                  <a:cubicBezTo>
                    <a:pt x="346253" y="1729286"/>
                    <a:pt x="337681" y="1720713"/>
                    <a:pt x="322441" y="1715951"/>
                  </a:cubicBezTo>
                  <a:cubicBezTo>
                    <a:pt x="289103" y="1705473"/>
                    <a:pt x="255766" y="1691186"/>
                    <a:pt x="234811" y="1658801"/>
                  </a:cubicBezTo>
                  <a:cubicBezTo>
                    <a:pt x="228143" y="1649276"/>
                    <a:pt x="218618" y="1639751"/>
                    <a:pt x="206236" y="1644513"/>
                  </a:cubicBezTo>
                  <a:cubicBezTo>
                    <a:pt x="170993" y="1656896"/>
                    <a:pt x="143371" y="1639751"/>
                    <a:pt x="116701" y="1622606"/>
                  </a:cubicBezTo>
                  <a:cubicBezTo>
                    <a:pt x="85268" y="1603556"/>
                    <a:pt x="54788" y="1583553"/>
                    <a:pt x="28118" y="1557836"/>
                  </a:cubicBezTo>
                  <a:cubicBezTo>
                    <a:pt x="11926" y="1541643"/>
                    <a:pt x="1448" y="1523546"/>
                    <a:pt x="12878" y="1499733"/>
                  </a:cubicBezTo>
                  <a:cubicBezTo>
                    <a:pt x="20498" y="1482588"/>
                    <a:pt x="16688" y="1463538"/>
                    <a:pt x="10021" y="1446393"/>
                  </a:cubicBezTo>
                  <a:cubicBezTo>
                    <a:pt x="6211" y="1434963"/>
                    <a:pt x="-1409" y="1423533"/>
                    <a:pt x="5258" y="1410198"/>
                  </a:cubicBezTo>
                  <a:cubicBezTo>
                    <a:pt x="-12839" y="1304471"/>
                    <a:pt x="19546" y="1205411"/>
                    <a:pt x="45263" y="1105398"/>
                  </a:cubicBezTo>
                  <a:cubicBezTo>
                    <a:pt x="94793" y="912993"/>
                    <a:pt x="185281" y="739638"/>
                    <a:pt x="304343" y="581523"/>
                  </a:cubicBezTo>
                  <a:cubicBezTo>
                    <a:pt x="374828" y="487226"/>
                    <a:pt x="458648" y="405311"/>
                    <a:pt x="548183" y="329111"/>
                  </a:cubicBezTo>
                  <a:cubicBezTo>
                    <a:pt x="568186" y="311966"/>
                    <a:pt x="591046" y="303393"/>
                    <a:pt x="617716" y="317681"/>
                  </a:cubicBezTo>
                  <a:cubicBezTo>
                    <a:pt x="628193" y="324348"/>
                    <a:pt x="628193" y="314823"/>
                    <a:pt x="631051" y="309108"/>
                  </a:cubicBezTo>
                  <a:cubicBezTo>
                    <a:pt x="652006" y="308156"/>
                    <a:pt x="669151" y="289106"/>
                    <a:pt x="692011" y="299583"/>
                  </a:cubicBezTo>
                  <a:cubicBezTo>
                    <a:pt x="712013" y="311966"/>
                    <a:pt x="732968" y="317681"/>
                    <a:pt x="756781" y="316728"/>
                  </a:cubicBezTo>
                  <a:cubicBezTo>
                    <a:pt x="764401" y="317681"/>
                    <a:pt x="772973" y="320538"/>
                    <a:pt x="780593" y="315776"/>
                  </a:cubicBezTo>
                  <a:cubicBezTo>
                    <a:pt x="786308" y="312918"/>
                    <a:pt x="792023" y="311966"/>
                    <a:pt x="797738" y="314823"/>
                  </a:cubicBezTo>
                  <a:cubicBezTo>
                    <a:pt x="808216" y="327206"/>
                    <a:pt x="819646" y="321491"/>
                    <a:pt x="831076" y="316728"/>
                  </a:cubicBezTo>
                  <a:cubicBezTo>
                    <a:pt x="837743" y="304346"/>
                    <a:pt x="858698" y="297678"/>
                    <a:pt x="841553" y="277676"/>
                  </a:cubicBezTo>
                  <a:cubicBezTo>
                    <a:pt x="834886" y="270056"/>
                    <a:pt x="846316" y="263388"/>
                    <a:pt x="852031" y="259578"/>
                  </a:cubicBezTo>
                  <a:cubicBezTo>
                    <a:pt x="857269" y="255768"/>
                    <a:pt x="862508" y="252434"/>
                    <a:pt x="867152" y="248624"/>
                  </a:cubicBezTo>
                  <a:lnTo>
                    <a:pt x="876026" y="238011"/>
                  </a:lnTo>
                  <a:lnTo>
                    <a:pt x="858921" y="241392"/>
                  </a:lnTo>
                  <a:cubicBezTo>
                    <a:pt x="840303" y="244874"/>
                    <a:pt x="823694" y="244338"/>
                    <a:pt x="821551" y="210048"/>
                  </a:cubicBezTo>
                  <a:cubicBezTo>
                    <a:pt x="833933" y="208143"/>
                    <a:pt x="848221" y="208143"/>
                    <a:pt x="857746" y="190998"/>
                  </a:cubicBezTo>
                  <a:cubicBezTo>
                    <a:pt x="861079" y="184807"/>
                    <a:pt x="867032" y="183378"/>
                    <a:pt x="873343" y="184331"/>
                  </a:cubicBezTo>
                  <a:close/>
                  <a:moveTo>
                    <a:pt x="798215" y="181949"/>
                  </a:moveTo>
                  <a:cubicBezTo>
                    <a:pt x="801310" y="182187"/>
                    <a:pt x="803930" y="183378"/>
                    <a:pt x="805359" y="187188"/>
                  </a:cubicBezTo>
                  <a:cubicBezTo>
                    <a:pt x="808216" y="194808"/>
                    <a:pt x="800596" y="194808"/>
                    <a:pt x="795834" y="196713"/>
                  </a:cubicBezTo>
                  <a:cubicBezTo>
                    <a:pt x="790119" y="193856"/>
                    <a:pt x="788214" y="189093"/>
                    <a:pt x="788214" y="182426"/>
                  </a:cubicBezTo>
                  <a:cubicBezTo>
                    <a:pt x="791547" y="182426"/>
                    <a:pt x="795119" y="181711"/>
                    <a:pt x="798215" y="181949"/>
                  </a:cubicBezTo>
                  <a:close/>
                  <a:moveTo>
                    <a:pt x="938708" y="121466"/>
                  </a:moveTo>
                  <a:cubicBezTo>
                    <a:pt x="943471" y="128133"/>
                    <a:pt x="953948" y="130038"/>
                    <a:pt x="952043" y="141468"/>
                  </a:cubicBezTo>
                  <a:lnTo>
                    <a:pt x="951037" y="142501"/>
                  </a:lnTo>
                  <a:lnTo>
                    <a:pt x="953949" y="140516"/>
                  </a:lnTo>
                  <a:cubicBezTo>
                    <a:pt x="952996" y="143373"/>
                    <a:pt x="952996" y="146231"/>
                    <a:pt x="952996" y="148136"/>
                  </a:cubicBezTo>
                  <a:cubicBezTo>
                    <a:pt x="952996" y="154803"/>
                    <a:pt x="952996" y="161471"/>
                    <a:pt x="952996" y="169091"/>
                  </a:cubicBezTo>
                  <a:cubicBezTo>
                    <a:pt x="949662" y="166709"/>
                    <a:pt x="947281" y="162899"/>
                    <a:pt x="944424" y="159804"/>
                  </a:cubicBezTo>
                  <a:lnTo>
                    <a:pt x="933131" y="154863"/>
                  </a:lnTo>
                  <a:lnTo>
                    <a:pt x="931088" y="155756"/>
                  </a:lnTo>
                  <a:cubicBezTo>
                    <a:pt x="931088" y="155756"/>
                    <a:pt x="930136" y="155756"/>
                    <a:pt x="930136" y="155756"/>
                  </a:cubicBezTo>
                  <a:cubicBezTo>
                    <a:pt x="925373" y="152898"/>
                    <a:pt x="906323" y="162423"/>
                    <a:pt x="918706" y="144326"/>
                  </a:cubicBezTo>
                  <a:cubicBezTo>
                    <a:pt x="923468" y="137658"/>
                    <a:pt x="931088" y="131943"/>
                    <a:pt x="931088" y="122418"/>
                  </a:cubicBezTo>
                  <a:cubicBezTo>
                    <a:pt x="934898" y="118608"/>
                    <a:pt x="936803" y="118608"/>
                    <a:pt x="938708" y="121466"/>
                  </a:cubicBezTo>
                  <a:close/>
                  <a:moveTo>
                    <a:pt x="925373" y="107178"/>
                  </a:moveTo>
                  <a:cubicBezTo>
                    <a:pt x="930136" y="111940"/>
                    <a:pt x="934898" y="116703"/>
                    <a:pt x="938708" y="121465"/>
                  </a:cubicBezTo>
                  <a:lnTo>
                    <a:pt x="935851" y="121465"/>
                  </a:lnTo>
                  <a:cubicBezTo>
                    <a:pt x="935851" y="121465"/>
                    <a:pt x="932993" y="121465"/>
                    <a:pt x="932993" y="121465"/>
                  </a:cubicBezTo>
                  <a:cubicBezTo>
                    <a:pt x="923468" y="125275"/>
                    <a:pt x="912991" y="131943"/>
                    <a:pt x="901561" y="123370"/>
                  </a:cubicBezTo>
                  <a:cubicBezTo>
                    <a:pt x="904418" y="109083"/>
                    <a:pt x="915848" y="109083"/>
                    <a:pt x="925373" y="107178"/>
                  </a:cubicBezTo>
                  <a:close/>
                  <a:moveTo>
                    <a:pt x="1021576" y="71936"/>
                  </a:moveTo>
                  <a:cubicBezTo>
                    <a:pt x="1037768" y="75746"/>
                    <a:pt x="1038721" y="87176"/>
                    <a:pt x="1031101" y="97653"/>
                  </a:cubicBezTo>
                  <a:cubicBezTo>
                    <a:pt x="1019671" y="115751"/>
                    <a:pt x="1011098" y="95748"/>
                    <a:pt x="1000621" y="92891"/>
                  </a:cubicBezTo>
                  <a:cubicBezTo>
                    <a:pt x="1002526" y="88128"/>
                    <a:pt x="1005383" y="83366"/>
                    <a:pt x="1007288" y="79556"/>
                  </a:cubicBezTo>
                  <a:cubicBezTo>
                    <a:pt x="1012051" y="76698"/>
                    <a:pt x="1016813" y="74793"/>
                    <a:pt x="1021576" y="71936"/>
                  </a:cubicBezTo>
                  <a:close/>
                  <a:moveTo>
                    <a:pt x="1113849" y="40265"/>
                  </a:moveTo>
                  <a:cubicBezTo>
                    <a:pt x="1128732" y="39074"/>
                    <a:pt x="1143972" y="42885"/>
                    <a:pt x="1159689" y="51933"/>
                  </a:cubicBezTo>
                  <a:cubicBezTo>
                    <a:pt x="1175881" y="68126"/>
                    <a:pt x="1166356" y="76698"/>
                    <a:pt x="1151116" y="84318"/>
                  </a:cubicBezTo>
                  <a:cubicBezTo>
                    <a:pt x="1137781" y="90986"/>
                    <a:pt x="1123494" y="86223"/>
                    <a:pt x="1111111" y="92891"/>
                  </a:cubicBezTo>
                  <a:cubicBezTo>
                    <a:pt x="1083489" y="98606"/>
                    <a:pt x="1067296" y="90033"/>
                    <a:pt x="1070153" y="58601"/>
                  </a:cubicBezTo>
                  <a:cubicBezTo>
                    <a:pt x="1084441" y="47647"/>
                    <a:pt x="1098967" y="41456"/>
                    <a:pt x="1113849" y="40265"/>
                  </a:cubicBezTo>
                  <a:close/>
                  <a:moveTo>
                    <a:pt x="1400760" y="96"/>
                  </a:moveTo>
                  <a:cubicBezTo>
                    <a:pt x="1426031" y="498"/>
                    <a:pt x="1451392" y="2164"/>
                    <a:pt x="1476871" y="5260"/>
                  </a:cubicBezTo>
                  <a:cubicBezTo>
                    <a:pt x="1521639" y="13833"/>
                    <a:pt x="1566406" y="14785"/>
                    <a:pt x="1611174" y="9070"/>
                  </a:cubicBezTo>
                  <a:cubicBezTo>
                    <a:pt x="1614984" y="7165"/>
                    <a:pt x="1619746" y="9070"/>
                    <a:pt x="1619746" y="17643"/>
                  </a:cubicBezTo>
                  <a:cubicBezTo>
                    <a:pt x="1631176" y="13833"/>
                    <a:pt x="1639748" y="20500"/>
                    <a:pt x="1646416" y="28120"/>
                  </a:cubicBezTo>
                  <a:cubicBezTo>
                    <a:pt x="1652131" y="36693"/>
                    <a:pt x="1659751" y="35740"/>
                    <a:pt x="1667371" y="31930"/>
                  </a:cubicBezTo>
                  <a:cubicBezTo>
                    <a:pt x="1693088" y="18119"/>
                    <a:pt x="1717377" y="11690"/>
                    <a:pt x="1742261" y="11690"/>
                  </a:cubicBezTo>
                  <a:cubicBezTo>
                    <a:pt x="1767145" y="11690"/>
                    <a:pt x="1792624" y="18119"/>
                    <a:pt x="1820723" y="30025"/>
                  </a:cubicBezTo>
                  <a:cubicBezTo>
                    <a:pt x="1845488" y="40503"/>
                    <a:pt x="1874063" y="40503"/>
                    <a:pt x="1901686" y="45265"/>
                  </a:cubicBezTo>
                  <a:cubicBezTo>
                    <a:pt x="1905496" y="54790"/>
                    <a:pt x="1888351" y="56695"/>
                    <a:pt x="1894066" y="69078"/>
                  </a:cubicBezTo>
                  <a:cubicBezTo>
                    <a:pt x="1913116" y="57648"/>
                    <a:pt x="1934071" y="52885"/>
                    <a:pt x="1955978" y="55743"/>
                  </a:cubicBezTo>
                  <a:cubicBezTo>
                    <a:pt x="1961693" y="62410"/>
                    <a:pt x="1959788" y="69078"/>
                    <a:pt x="1954073" y="71935"/>
                  </a:cubicBezTo>
                  <a:cubicBezTo>
                    <a:pt x="1939786" y="78603"/>
                    <a:pt x="1939786" y="91938"/>
                    <a:pt x="1935976" y="103368"/>
                  </a:cubicBezTo>
                  <a:cubicBezTo>
                    <a:pt x="1904543" y="124323"/>
                    <a:pt x="1914068" y="142420"/>
                    <a:pt x="1949311" y="161470"/>
                  </a:cubicBezTo>
                  <a:cubicBezTo>
                    <a:pt x="1923593" y="162423"/>
                    <a:pt x="1905496" y="153850"/>
                    <a:pt x="1894066" y="171948"/>
                  </a:cubicBezTo>
                  <a:cubicBezTo>
                    <a:pt x="1899781" y="177663"/>
                    <a:pt x="1909306" y="175758"/>
                    <a:pt x="1913116" y="183378"/>
                  </a:cubicBezTo>
                  <a:cubicBezTo>
                    <a:pt x="1917878" y="187188"/>
                    <a:pt x="1922641" y="195760"/>
                    <a:pt x="1907401" y="196713"/>
                  </a:cubicBezTo>
                  <a:cubicBezTo>
                    <a:pt x="1907401" y="221478"/>
                    <a:pt x="1903591" y="242433"/>
                    <a:pt x="1873111" y="245290"/>
                  </a:cubicBezTo>
                  <a:cubicBezTo>
                    <a:pt x="1842631" y="244338"/>
                    <a:pt x="1879778" y="263388"/>
                    <a:pt x="1866443" y="267198"/>
                  </a:cubicBezTo>
                  <a:cubicBezTo>
                    <a:pt x="1860728" y="271008"/>
                    <a:pt x="1855013" y="271960"/>
                    <a:pt x="1851203" y="270055"/>
                  </a:cubicBezTo>
                  <a:cubicBezTo>
                    <a:pt x="1860728" y="280533"/>
                    <a:pt x="1876921" y="291963"/>
                    <a:pt x="1866443" y="313870"/>
                  </a:cubicBezTo>
                  <a:cubicBezTo>
                    <a:pt x="1859776" y="319585"/>
                    <a:pt x="1852156" y="321490"/>
                    <a:pt x="1843583" y="319585"/>
                  </a:cubicBezTo>
                  <a:cubicBezTo>
                    <a:pt x="1833106" y="315775"/>
                    <a:pt x="1827391" y="307203"/>
                    <a:pt x="1819771" y="300535"/>
                  </a:cubicBezTo>
                  <a:cubicBezTo>
                    <a:pt x="1811198" y="310060"/>
                    <a:pt x="1800721" y="314823"/>
                    <a:pt x="1788338" y="313870"/>
                  </a:cubicBezTo>
                  <a:cubicBezTo>
                    <a:pt x="1791196" y="322443"/>
                    <a:pt x="1796911" y="313870"/>
                    <a:pt x="1800721" y="315775"/>
                  </a:cubicBezTo>
                  <a:cubicBezTo>
                    <a:pt x="1808341" y="314823"/>
                    <a:pt x="1815961" y="312918"/>
                    <a:pt x="1823581" y="314823"/>
                  </a:cubicBezTo>
                  <a:cubicBezTo>
                    <a:pt x="1826438" y="315775"/>
                    <a:pt x="1830248" y="316728"/>
                    <a:pt x="1833106" y="317680"/>
                  </a:cubicBezTo>
                  <a:cubicBezTo>
                    <a:pt x="1838821" y="322443"/>
                    <a:pt x="1842631" y="327205"/>
                    <a:pt x="1838821" y="334825"/>
                  </a:cubicBezTo>
                  <a:cubicBezTo>
                    <a:pt x="1800721" y="354828"/>
                    <a:pt x="1760716" y="371020"/>
                    <a:pt x="1715948" y="370068"/>
                  </a:cubicBezTo>
                  <a:cubicBezTo>
                    <a:pt x="1707376" y="370068"/>
                    <a:pt x="1695946" y="372925"/>
                    <a:pt x="1691183" y="379593"/>
                  </a:cubicBezTo>
                  <a:cubicBezTo>
                    <a:pt x="1662608" y="411025"/>
                    <a:pt x="1627366" y="425313"/>
                    <a:pt x="1586408" y="430075"/>
                  </a:cubicBezTo>
                  <a:cubicBezTo>
                    <a:pt x="1564501" y="432933"/>
                    <a:pt x="1554976" y="450078"/>
                    <a:pt x="1542593" y="468175"/>
                  </a:cubicBezTo>
                  <a:cubicBezTo>
                    <a:pt x="1522591" y="497703"/>
                    <a:pt x="1501636" y="527230"/>
                    <a:pt x="1480681" y="555805"/>
                  </a:cubicBezTo>
                  <a:cubicBezTo>
                    <a:pt x="1475918" y="562473"/>
                    <a:pt x="1469251" y="562473"/>
                    <a:pt x="1462583" y="562473"/>
                  </a:cubicBezTo>
                  <a:cubicBezTo>
                    <a:pt x="1419721" y="558663"/>
                    <a:pt x="1380668" y="507228"/>
                    <a:pt x="1385431" y="462460"/>
                  </a:cubicBezTo>
                  <a:cubicBezTo>
                    <a:pt x="1388288" y="441505"/>
                    <a:pt x="1374001" y="421503"/>
                    <a:pt x="1379716" y="398643"/>
                  </a:cubicBezTo>
                  <a:cubicBezTo>
                    <a:pt x="1387336" y="363400"/>
                    <a:pt x="1418768" y="354828"/>
                    <a:pt x="1441628" y="335778"/>
                  </a:cubicBezTo>
                  <a:cubicBezTo>
                    <a:pt x="1443533" y="331015"/>
                    <a:pt x="1445438" y="325300"/>
                    <a:pt x="1449248" y="321490"/>
                  </a:cubicBezTo>
                  <a:cubicBezTo>
                    <a:pt x="1454011" y="314823"/>
                    <a:pt x="1454963" y="306250"/>
                    <a:pt x="1461631" y="300535"/>
                  </a:cubicBezTo>
                  <a:cubicBezTo>
                    <a:pt x="1451153" y="280533"/>
                    <a:pt x="1439723" y="265293"/>
                    <a:pt x="1412101" y="280533"/>
                  </a:cubicBezTo>
                  <a:cubicBezTo>
                    <a:pt x="1425436" y="259578"/>
                    <a:pt x="1438771" y="241480"/>
                    <a:pt x="1434961" y="215763"/>
                  </a:cubicBezTo>
                  <a:cubicBezTo>
                    <a:pt x="1430198" y="178615"/>
                    <a:pt x="1409243" y="158613"/>
                    <a:pt x="1371143" y="160518"/>
                  </a:cubicBezTo>
                  <a:cubicBezTo>
                    <a:pt x="1357808" y="161470"/>
                    <a:pt x="1343521" y="159565"/>
                    <a:pt x="1331138" y="162423"/>
                  </a:cubicBezTo>
                  <a:cubicBezTo>
                    <a:pt x="1317803" y="165280"/>
                    <a:pt x="1310183" y="161470"/>
                    <a:pt x="1303516" y="150040"/>
                  </a:cubicBezTo>
                  <a:cubicBezTo>
                    <a:pt x="1296848" y="136705"/>
                    <a:pt x="1300658" y="131943"/>
                    <a:pt x="1313993" y="130038"/>
                  </a:cubicBezTo>
                  <a:cubicBezTo>
                    <a:pt x="1321613" y="129085"/>
                    <a:pt x="1316851" y="124323"/>
                    <a:pt x="1313041" y="121465"/>
                  </a:cubicBezTo>
                  <a:cubicBezTo>
                    <a:pt x="1283513" y="99558"/>
                    <a:pt x="1311136" y="99558"/>
                    <a:pt x="1323518" y="96700"/>
                  </a:cubicBezTo>
                  <a:cubicBezTo>
                    <a:pt x="1344473" y="92890"/>
                    <a:pt x="1365428" y="88128"/>
                    <a:pt x="1387336" y="88128"/>
                  </a:cubicBezTo>
                  <a:cubicBezTo>
                    <a:pt x="1399718" y="88128"/>
                    <a:pt x="1414006" y="81460"/>
                    <a:pt x="1394003" y="68125"/>
                  </a:cubicBezTo>
                  <a:cubicBezTo>
                    <a:pt x="1402576" y="42408"/>
                    <a:pt x="1427341" y="49075"/>
                    <a:pt x="1445438" y="41455"/>
                  </a:cubicBezTo>
                  <a:lnTo>
                    <a:pt x="1471104" y="35589"/>
                  </a:lnTo>
                  <a:lnTo>
                    <a:pt x="1469608" y="35026"/>
                  </a:lnTo>
                  <a:cubicBezTo>
                    <a:pt x="1465441" y="34550"/>
                    <a:pt x="1461155" y="34788"/>
                    <a:pt x="1456869" y="34788"/>
                  </a:cubicBezTo>
                  <a:cubicBezTo>
                    <a:pt x="1424484" y="38598"/>
                    <a:pt x="1396861" y="56695"/>
                    <a:pt x="1365429" y="60505"/>
                  </a:cubicBezTo>
                  <a:cubicBezTo>
                    <a:pt x="1307326" y="66220"/>
                    <a:pt x="1264464" y="112893"/>
                    <a:pt x="1208266" y="122418"/>
                  </a:cubicBezTo>
                  <a:cubicBezTo>
                    <a:pt x="1196836" y="130038"/>
                    <a:pt x="1186359" y="129085"/>
                    <a:pt x="1175881" y="122418"/>
                  </a:cubicBezTo>
                  <a:cubicBezTo>
                    <a:pt x="1178739" y="129085"/>
                    <a:pt x="1197789" y="127180"/>
                    <a:pt x="1187311" y="142420"/>
                  </a:cubicBezTo>
                  <a:cubicBezTo>
                    <a:pt x="1185406" y="144325"/>
                    <a:pt x="1182549" y="146230"/>
                    <a:pt x="1180644" y="149088"/>
                  </a:cubicBezTo>
                  <a:cubicBezTo>
                    <a:pt x="1173262" y="152183"/>
                    <a:pt x="1165939" y="153434"/>
                    <a:pt x="1158647" y="153642"/>
                  </a:cubicBezTo>
                  <a:lnTo>
                    <a:pt x="1143520" y="152466"/>
                  </a:lnTo>
                  <a:lnTo>
                    <a:pt x="1148259" y="153731"/>
                  </a:lnTo>
                  <a:cubicBezTo>
                    <a:pt x="1153498" y="157422"/>
                    <a:pt x="1155879" y="163851"/>
                    <a:pt x="1152069" y="175758"/>
                  </a:cubicBezTo>
                  <a:cubicBezTo>
                    <a:pt x="1112064" y="198618"/>
                    <a:pt x="1069201" y="175758"/>
                    <a:pt x="1029196" y="182425"/>
                  </a:cubicBezTo>
                  <a:cubicBezTo>
                    <a:pt x="1020624" y="171948"/>
                    <a:pt x="980619" y="182425"/>
                    <a:pt x="1006336" y="148135"/>
                  </a:cubicBezTo>
                  <a:cubicBezTo>
                    <a:pt x="1011099" y="141468"/>
                    <a:pt x="1003479" y="136705"/>
                    <a:pt x="995859" y="134800"/>
                  </a:cubicBezTo>
                  <a:cubicBezTo>
                    <a:pt x="984429" y="131943"/>
                    <a:pt x="981571" y="125275"/>
                    <a:pt x="987286" y="114798"/>
                  </a:cubicBezTo>
                  <a:cubicBezTo>
                    <a:pt x="1010146" y="115750"/>
                    <a:pt x="1027291" y="130990"/>
                    <a:pt x="1049199" y="134800"/>
                  </a:cubicBezTo>
                  <a:cubicBezTo>
                    <a:pt x="1053009" y="140515"/>
                    <a:pt x="1055866" y="147183"/>
                    <a:pt x="1064439" y="149088"/>
                  </a:cubicBezTo>
                  <a:cubicBezTo>
                    <a:pt x="1074916" y="150993"/>
                    <a:pt x="1085394" y="150278"/>
                    <a:pt x="1095871" y="149326"/>
                  </a:cubicBezTo>
                  <a:lnTo>
                    <a:pt x="1106484" y="148924"/>
                  </a:lnTo>
                  <a:lnTo>
                    <a:pt x="1093014" y="149088"/>
                  </a:lnTo>
                  <a:cubicBezTo>
                    <a:pt x="1081584" y="144325"/>
                    <a:pt x="1067296" y="146230"/>
                    <a:pt x="1062534" y="131943"/>
                  </a:cubicBezTo>
                  <a:cubicBezTo>
                    <a:pt x="1083489" y="115750"/>
                    <a:pt x="1102539" y="93843"/>
                    <a:pt x="1133971" y="110988"/>
                  </a:cubicBezTo>
                  <a:cubicBezTo>
                    <a:pt x="1150164" y="112893"/>
                    <a:pt x="1147306" y="91938"/>
                    <a:pt x="1158736" y="88128"/>
                  </a:cubicBezTo>
                  <a:cubicBezTo>
                    <a:pt x="1164451" y="84318"/>
                    <a:pt x="1172071" y="81460"/>
                    <a:pt x="1173024" y="73840"/>
                  </a:cubicBezTo>
                  <a:cubicBezTo>
                    <a:pt x="1176834" y="44313"/>
                    <a:pt x="1193979" y="46218"/>
                    <a:pt x="1214934" y="54790"/>
                  </a:cubicBezTo>
                  <a:cubicBezTo>
                    <a:pt x="1234936" y="51933"/>
                    <a:pt x="1254939" y="44313"/>
                    <a:pt x="1275894" y="44313"/>
                  </a:cubicBezTo>
                  <a:cubicBezTo>
                    <a:pt x="1253986" y="44313"/>
                    <a:pt x="1233031" y="51933"/>
                    <a:pt x="1211124" y="51933"/>
                  </a:cubicBezTo>
                  <a:cubicBezTo>
                    <a:pt x="1199694" y="46218"/>
                    <a:pt x="1184454" y="50028"/>
                    <a:pt x="1174929" y="39550"/>
                  </a:cubicBezTo>
                  <a:cubicBezTo>
                    <a:pt x="1174929" y="34788"/>
                    <a:pt x="1174929" y="30978"/>
                    <a:pt x="1174929" y="26215"/>
                  </a:cubicBezTo>
                  <a:cubicBezTo>
                    <a:pt x="1249938" y="9070"/>
                    <a:pt x="1324947" y="-1110"/>
                    <a:pt x="1400760" y="9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30437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pa [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MAPPA</a:t>
            </a:r>
          </a:p>
        </p:txBody>
      </p:sp>
      <p:sp>
        <p:nvSpPr>
          <p:cNvPr id="12" name="Shape 215">
            <a:extLst>
              <a:ext uri="{FF2B5EF4-FFF2-40B4-BE49-F238E27FC236}">
                <a16:creationId xmlns:a16="http://schemas.microsoft.com/office/drawing/2014/main" id="{A972D2AC-ED10-4431-B782-AB97831285BC}"/>
              </a:ext>
            </a:extLst>
          </p:cNvPr>
          <p:cNvSpPr/>
          <p:nvPr userDrawn="1"/>
        </p:nvSpPr>
        <p:spPr>
          <a:xfrm>
            <a:off x="4101548" y="2074486"/>
            <a:ext cx="7975623" cy="3799411"/>
          </a:xfrm>
          <a:custGeom>
            <a:avLst/>
            <a:gdLst/>
            <a:ahLst/>
            <a:cxnLst/>
            <a:rect l="0" t="0" r="0" b="0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Shape 219">
            <a:extLst>
              <a:ext uri="{FF2B5EF4-FFF2-40B4-BE49-F238E27FC236}">
                <a16:creationId xmlns:a16="http://schemas.microsoft.com/office/drawing/2014/main" id="{BE74BBEA-F625-4D87-BB4F-605A87CFCAF2}"/>
              </a:ext>
            </a:extLst>
          </p:cNvPr>
          <p:cNvGrpSpPr/>
          <p:nvPr userDrawn="1"/>
        </p:nvGrpSpPr>
        <p:grpSpPr>
          <a:xfrm>
            <a:off x="10842867" y="1229337"/>
            <a:ext cx="790375" cy="667855"/>
            <a:chOff x="3918650" y="293075"/>
            <a:chExt cx="488500" cy="412775"/>
          </a:xfrm>
          <a:solidFill>
            <a:schemeClr val="bg1">
              <a:lumMod val="65000"/>
            </a:schemeClr>
          </a:solidFill>
        </p:grpSpPr>
        <p:sp>
          <p:nvSpPr>
            <p:cNvPr id="14" name="Shape 220">
              <a:extLst>
                <a:ext uri="{FF2B5EF4-FFF2-40B4-BE49-F238E27FC236}">
                  <a16:creationId xmlns:a16="http://schemas.microsoft.com/office/drawing/2014/main" id="{F99B594D-7FBE-4C6E-A15B-D4075B2168F9}"/>
                </a:ext>
              </a:extLst>
            </p:cNvPr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0" t="0" r="0" b="0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Shape 221">
              <a:extLst>
                <a:ext uri="{FF2B5EF4-FFF2-40B4-BE49-F238E27FC236}">
                  <a16:creationId xmlns:a16="http://schemas.microsoft.com/office/drawing/2014/main" id="{2E1EE0E2-6EA6-4C0B-BAFA-552FBDD4496C}"/>
                </a:ext>
              </a:extLst>
            </p:cNvPr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0" t="0" r="0" b="0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Shape 222">
              <a:extLst>
                <a:ext uri="{FF2B5EF4-FFF2-40B4-BE49-F238E27FC236}">
                  <a16:creationId xmlns:a16="http://schemas.microsoft.com/office/drawing/2014/main" id="{EF553479-4E3A-4D7F-B6A1-4BEDFDA67916}"/>
                </a:ext>
              </a:extLst>
            </p:cNvPr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0" t="0" r="0" b="0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Shape 217">
            <a:extLst>
              <a:ext uri="{FF2B5EF4-FFF2-40B4-BE49-F238E27FC236}">
                <a16:creationId xmlns:a16="http://schemas.microsoft.com/office/drawing/2014/main" id="{5EF2C178-136C-4BEC-B359-598655A84A3E}"/>
              </a:ext>
            </a:extLst>
          </p:cNvPr>
          <p:cNvSpPr/>
          <p:nvPr userDrawn="1"/>
        </p:nvSpPr>
        <p:spPr>
          <a:xfrm>
            <a:off x="7606623" y="2732374"/>
            <a:ext cx="755499" cy="168641"/>
          </a:xfrm>
          <a:prstGeom prst="wedgeRectCallout">
            <a:avLst>
              <a:gd name="adj1" fmla="val -32570"/>
              <a:gd name="adj2" fmla="val 95806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FFFF"/>
                </a:solidFill>
                <a:latin typeface="+mj-lt"/>
                <a:ea typeface="Raleway Light"/>
                <a:cs typeface="Poppins" panose="00000500000000000000" pitchFamily="2" charset="0"/>
                <a:sym typeface="Raleway Light"/>
              </a:rPr>
              <a:t>PoliTO</a:t>
            </a:r>
            <a:endParaRPr sz="1400" dirty="0">
              <a:solidFill>
                <a:srgbClr val="FFFFFF"/>
              </a:solidFill>
              <a:latin typeface="+mj-lt"/>
              <a:ea typeface="Raleway Light"/>
              <a:cs typeface="Poppins" panose="00000500000000000000" pitchFamily="2" charset="0"/>
              <a:sym typeface="Raleway Light"/>
            </a:endParaRP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0B4D8284-A13A-48D9-8E44-4CA20F2EE3BC}"/>
              </a:ext>
            </a:extLst>
          </p:cNvPr>
          <p:cNvSpPr/>
          <p:nvPr userDrawn="1"/>
        </p:nvSpPr>
        <p:spPr>
          <a:xfrm>
            <a:off x="263525" y="927751"/>
            <a:ext cx="3743156" cy="5256000"/>
          </a:xfrm>
          <a:prstGeom prst="roundRect">
            <a:avLst>
              <a:gd name="adj" fmla="val 3968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>
              <a:latin typeface="+mn-lt"/>
            </a:endParaRP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FAACBFE5-5EC3-4514-B73D-56A4E5872B31}"/>
              </a:ext>
            </a:extLst>
          </p:cNvPr>
          <p:cNvSpPr/>
          <p:nvPr userDrawn="1"/>
        </p:nvSpPr>
        <p:spPr>
          <a:xfrm>
            <a:off x="441448" y="1125751"/>
            <a:ext cx="153868" cy="4860000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" name="Half Frame 4">
            <a:extLst>
              <a:ext uri="{FF2B5EF4-FFF2-40B4-BE49-F238E27FC236}">
                <a16:creationId xmlns:a16="http://schemas.microsoft.com/office/drawing/2014/main" id="{ABBBF0ED-8552-47F2-BA5A-44ECAD72C43A}"/>
              </a:ext>
            </a:extLst>
          </p:cNvPr>
          <p:cNvSpPr/>
          <p:nvPr userDrawn="1"/>
        </p:nvSpPr>
        <p:spPr>
          <a:xfrm rot="5400000">
            <a:off x="3136411" y="1145529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4" name="TextBox 57">
            <a:extLst>
              <a:ext uri="{FF2B5EF4-FFF2-40B4-BE49-F238E27FC236}">
                <a16:creationId xmlns:a16="http://schemas.microsoft.com/office/drawing/2014/main" id="{6470E98D-3B6C-489A-A015-939941D9EB2A}"/>
              </a:ext>
            </a:extLst>
          </p:cNvPr>
          <p:cNvSpPr txBox="1"/>
          <p:nvPr userDrawn="1"/>
        </p:nvSpPr>
        <p:spPr>
          <a:xfrm>
            <a:off x="621218" y="1655296"/>
            <a:ext cx="25863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dirty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r>
              <a:rPr lang="it-IT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ridimensionare senza perdere la qualità</a:t>
            </a:r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</a:t>
            </a:r>
            <a:endParaRPr lang="ko-KR" altLang="en-US" sz="1400" b="0" dirty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25" name="TextBox 58">
            <a:extLst>
              <a:ext uri="{FF2B5EF4-FFF2-40B4-BE49-F238E27FC236}">
                <a16:creationId xmlns:a16="http://schemas.microsoft.com/office/drawing/2014/main" id="{C5F7ADFC-6F7F-4E77-907F-3EC7568827B8}"/>
              </a:ext>
            </a:extLst>
          </p:cNvPr>
          <p:cNvSpPr txBox="1"/>
          <p:nvPr userDrawn="1"/>
        </p:nvSpPr>
        <p:spPr>
          <a:xfrm>
            <a:off x="621219" y="235690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È </a:t>
            </a:r>
            <a:r>
              <a:rPr lang="en-US" altLang="ko-KR" sz="1400" b="0" dirty="0" err="1">
                <a:solidFill>
                  <a:schemeClr val="bg1"/>
                </a:solidFill>
                <a:latin typeface="+mn-lt"/>
                <a:cs typeface="Arial" pitchFamily="34" charset="0"/>
              </a:rPr>
              <a:t>possibile</a:t>
            </a:r>
            <a:r>
              <a:rPr lang="it-IT" altLang="ko-KR" sz="1400" b="0" dirty="0">
                <a:solidFill>
                  <a:schemeClr val="bg1"/>
                </a:solidFill>
                <a:latin typeface="+mn-lt"/>
                <a:cs typeface="Arial" pitchFamily="34" charset="0"/>
              </a:rPr>
              <a:t> cambiare il colore di riempimento e il colore della linea</a:t>
            </a:r>
            <a:endParaRPr lang="ko-KR" altLang="en-US" sz="1400" b="0" dirty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  <p:sp>
        <p:nvSpPr>
          <p:cNvPr id="26" name="TextBox 60">
            <a:extLst>
              <a:ext uri="{FF2B5EF4-FFF2-40B4-BE49-F238E27FC236}">
                <a16:creationId xmlns:a16="http://schemas.microsoft.com/office/drawing/2014/main" id="{010DB92C-60C5-4D76-BDCC-479A4879F991}"/>
              </a:ext>
            </a:extLst>
          </p:cNvPr>
          <p:cNvSpPr txBox="1"/>
          <p:nvPr userDrawn="1"/>
        </p:nvSpPr>
        <p:spPr>
          <a:xfrm>
            <a:off x="630743" y="4406663"/>
            <a:ext cx="33574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altLang="ko-KR" sz="2800" b="1">
                <a:solidFill>
                  <a:schemeClr val="bg1"/>
                </a:solidFill>
                <a:latin typeface="+mj-lt"/>
                <a:ea typeface="+mn-ea"/>
                <a:cs typeface="Arial" pitchFamily="34" charset="0"/>
              </a:rPr>
              <a:t>MAPPA MODIFICABILE</a:t>
            </a:r>
            <a:endParaRPr lang="it-IT" altLang="ko-KR" sz="2800" b="1" dirty="0">
              <a:solidFill>
                <a:schemeClr val="bg1"/>
              </a:solidFill>
              <a:latin typeface="+mj-lt"/>
              <a:ea typeface="+mn-ea"/>
              <a:cs typeface="Arial" pitchFamily="34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2307CCBF-C56D-4497-8D3D-79B7878105CD}"/>
              </a:ext>
            </a:extLst>
          </p:cNvPr>
          <p:cNvSpPr txBox="1"/>
          <p:nvPr userDrawn="1"/>
        </p:nvSpPr>
        <p:spPr>
          <a:xfrm>
            <a:off x="3355356" y="5413740"/>
            <a:ext cx="532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b="1" dirty="0">
                <a:solidFill>
                  <a:schemeClr val="bg1"/>
                </a:solidFill>
                <a:latin typeface="+mj-lt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96072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pa [b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69">
            <a:extLst>
              <a:ext uri="{FF2B5EF4-FFF2-40B4-BE49-F238E27FC236}">
                <a16:creationId xmlns:a16="http://schemas.microsoft.com/office/drawing/2014/main" id="{6FBA6DEE-0205-4890-B5C2-68EBCDF54691}"/>
              </a:ext>
            </a:extLst>
          </p:cNvPr>
          <p:cNvSpPr/>
          <p:nvPr userDrawn="1"/>
        </p:nvSpPr>
        <p:spPr>
          <a:xfrm>
            <a:off x="1227401" y="1453101"/>
            <a:ext cx="10010775" cy="4783887"/>
          </a:xfrm>
          <a:custGeom>
            <a:avLst/>
            <a:gdLst/>
            <a:ahLst/>
            <a:cxnLst/>
            <a:rect l="0" t="0" r="0" b="0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6" name="Shape 173">
            <a:extLst>
              <a:ext uri="{FF2B5EF4-FFF2-40B4-BE49-F238E27FC236}">
                <a16:creationId xmlns:a16="http://schemas.microsoft.com/office/drawing/2014/main" id="{C8E5F231-AC6C-405D-897C-FF9958B141E0}"/>
              </a:ext>
            </a:extLst>
          </p:cNvPr>
          <p:cNvSpPr/>
          <p:nvPr userDrawn="1"/>
        </p:nvSpPr>
        <p:spPr>
          <a:xfrm rot="10800000">
            <a:off x="2052167" y="2984033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" name="Shape 174">
            <a:extLst>
              <a:ext uri="{FF2B5EF4-FFF2-40B4-BE49-F238E27FC236}">
                <a16:creationId xmlns:a16="http://schemas.microsoft.com/office/drawing/2014/main" id="{DA357DF7-EDFB-4A79-947D-1F918BB56C6E}"/>
              </a:ext>
            </a:extLst>
          </p:cNvPr>
          <p:cNvSpPr/>
          <p:nvPr userDrawn="1"/>
        </p:nvSpPr>
        <p:spPr>
          <a:xfrm rot="10800000">
            <a:off x="4108600" y="4946233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" name="Shape 175">
            <a:extLst>
              <a:ext uri="{FF2B5EF4-FFF2-40B4-BE49-F238E27FC236}">
                <a16:creationId xmlns:a16="http://schemas.microsoft.com/office/drawing/2014/main" id="{2F631DDD-2C6D-4FFE-8A05-5488BB92DCFF}"/>
              </a:ext>
            </a:extLst>
          </p:cNvPr>
          <p:cNvSpPr/>
          <p:nvPr userDrawn="1"/>
        </p:nvSpPr>
        <p:spPr>
          <a:xfrm rot="10800000">
            <a:off x="5348333" y="2657533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" name="Shape 176">
            <a:extLst>
              <a:ext uri="{FF2B5EF4-FFF2-40B4-BE49-F238E27FC236}">
                <a16:creationId xmlns:a16="http://schemas.microsoft.com/office/drawing/2014/main" id="{39E13EB0-E17D-4916-8CD0-3241BD95EC64}"/>
              </a:ext>
            </a:extLst>
          </p:cNvPr>
          <p:cNvSpPr/>
          <p:nvPr userDrawn="1"/>
        </p:nvSpPr>
        <p:spPr>
          <a:xfrm rot="10800000">
            <a:off x="6263533" y="5300267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0" name="Shape 177">
            <a:extLst>
              <a:ext uri="{FF2B5EF4-FFF2-40B4-BE49-F238E27FC236}">
                <a16:creationId xmlns:a16="http://schemas.microsoft.com/office/drawing/2014/main" id="{7571A997-2DC4-445F-A978-38206869A68F}"/>
              </a:ext>
            </a:extLst>
          </p:cNvPr>
          <p:cNvSpPr/>
          <p:nvPr userDrawn="1"/>
        </p:nvSpPr>
        <p:spPr>
          <a:xfrm rot="10800000">
            <a:off x="8833000" y="3294267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" name="Shape 178">
            <a:extLst>
              <a:ext uri="{FF2B5EF4-FFF2-40B4-BE49-F238E27FC236}">
                <a16:creationId xmlns:a16="http://schemas.microsoft.com/office/drawing/2014/main" id="{D3808E6E-40E2-4F47-8796-AB8588B31845}"/>
              </a:ext>
            </a:extLst>
          </p:cNvPr>
          <p:cNvSpPr/>
          <p:nvPr userDrawn="1"/>
        </p:nvSpPr>
        <p:spPr>
          <a:xfrm rot="10800000">
            <a:off x="9821467" y="5423967"/>
            <a:ext cx="193600" cy="167600"/>
          </a:xfrm>
          <a:prstGeom prst="triangle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D6A8902-3170-49B0-B5BB-C4B5149AC8C5}"/>
              </a:ext>
            </a:extLst>
          </p:cNvPr>
          <p:cNvSpPr txBox="1"/>
          <p:nvPr userDrawn="1"/>
        </p:nvSpPr>
        <p:spPr>
          <a:xfrm>
            <a:off x="1861931" y="2614252"/>
            <a:ext cx="2662908" cy="307777"/>
          </a:xfrm>
          <a:prstGeom prst="rect">
            <a:avLst/>
          </a:prstGeom>
          <a:solidFill>
            <a:schemeClr val="bg1">
              <a:lumMod val="75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D3D6ED5-5BD5-452B-A9B2-02EAC2EBB0D3}"/>
              </a:ext>
            </a:extLst>
          </p:cNvPr>
          <p:cNvSpPr txBox="1"/>
          <p:nvPr userDrawn="1"/>
        </p:nvSpPr>
        <p:spPr>
          <a:xfrm>
            <a:off x="1861931" y="4573552"/>
            <a:ext cx="2662908" cy="307777"/>
          </a:xfrm>
          <a:prstGeom prst="rect">
            <a:avLst/>
          </a:prstGeom>
          <a:solidFill>
            <a:schemeClr val="bg1">
              <a:lumMod val="75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8976D0B-E27A-46CA-A8A9-C6419CBE3C40}"/>
              </a:ext>
            </a:extLst>
          </p:cNvPr>
          <p:cNvSpPr txBox="1"/>
          <p:nvPr userDrawn="1"/>
        </p:nvSpPr>
        <p:spPr>
          <a:xfrm>
            <a:off x="5732677" y="4913103"/>
            <a:ext cx="2662908" cy="307777"/>
          </a:xfrm>
          <a:prstGeom prst="rect">
            <a:avLst/>
          </a:prstGeom>
          <a:solidFill>
            <a:schemeClr val="bg1">
              <a:lumMod val="75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5E7814D-165D-4333-AFE9-175F8999FA73}"/>
              </a:ext>
            </a:extLst>
          </p:cNvPr>
          <p:cNvSpPr txBox="1"/>
          <p:nvPr userDrawn="1"/>
        </p:nvSpPr>
        <p:spPr>
          <a:xfrm>
            <a:off x="5176086" y="2278896"/>
            <a:ext cx="2662908" cy="307777"/>
          </a:xfrm>
          <a:prstGeom prst="rect">
            <a:avLst/>
          </a:prstGeom>
          <a:solidFill>
            <a:schemeClr val="bg1">
              <a:lumMod val="75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AD0F5C7-D61E-407B-B944-035CB89FFCE2}"/>
              </a:ext>
            </a:extLst>
          </p:cNvPr>
          <p:cNvSpPr txBox="1"/>
          <p:nvPr userDrawn="1"/>
        </p:nvSpPr>
        <p:spPr>
          <a:xfrm>
            <a:off x="8674550" y="2922029"/>
            <a:ext cx="2662908" cy="307777"/>
          </a:xfrm>
          <a:prstGeom prst="rect">
            <a:avLst/>
          </a:prstGeom>
          <a:solidFill>
            <a:schemeClr val="bg1">
              <a:lumMod val="75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258E9C1-DF93-431E-8101-EB88D4890D9C}"/>
              </a:ext>
            </a:extLst>
          </p:cNvPr>
          <p:cNvSpPr txBox="1"/>
          <p:nvPr userDrawn="1"/>
        </p:nvSpPr>
        <p:spPr>
          <a:xfrm>
            <a:off x="9193069" y="5055300"/>
            <a:ext cx="2662908" cy="307777"/>
          </a:xfrm>
          <a:prstGeom prst="rect">
            <a:avLst/>
          </a:prstGeom>
          <a:solidFill>
            <a:schemeClr val="bg1">
              <a:lumMod val="75000"/>
              <a:alpha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chemeClr val="bg1"/>
                </a:solidFill>
                <a:latin typeface="+mj-lt"/>
              </a:rPr>
              <a:t>Lorem Ipsum dolor sit amet</a:t>
            </a:r>
            <a:endParaRPr lang="it-IT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Segnaposto titolo 1">
            <a:extLst>
              <a:ext uri="{FF2B5EF4-FFF2-40B4-BE49-F238E27FC236}">
                <a16:creationId xmlns:a16="http://schemas.microsoft.com/office/drawing/2014/main" id="{4C99FCB6-6034-4E63-B736-586D0A81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305" y="180000"/>
            <a:ext cx="11652170" cy="707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MAPPA</a:t>
            </a:r>
          </a:p>
        </p:txBody>
      </p:sp>
    </p:spTree>
    <p:extLst>
      <p:ext uri="{BB962C8B-B14F-4D97-AF65-F5344CB8AC3E}">
        <p14:creationId xmlns:p14="http://schemas.microsoft.com/office/powerpoint/2010/main" val="1737444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71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9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35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9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164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4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31" r:id="rId2"/>
    <p:sldLayoutId id="2147483698" r:id="rId3"/>
    <p:sldLayoutId id="2147483732" r:id="rId4"/>
    <p:sldLayoutId id="214748369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514" userDrawn="1">
          <p15:clr>
            <a:srgbClr val="F26B43"/>
          </p15:clr>
        </p15:guide>
        <p15:guide id="4" pos="166" userDrawn="1">
          <p15:clr>
            <a:srgbClr val="F26B43"/>
          </p15:clr>
        </p15:guide>
        <p15:guide id="5" orient="horz" pos="164" userDrawn="1">
          <p15:clr>
            <a:srgbClr val="F26B43"/>
          </p15:clr>
        </p15:guide>
        <p15:guide id="6" orient="horz" pos="4133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pic>
        <p:nvPicPr>
          <p:cNvPr id="6" name="Immagine 5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1" y="6465212"/>
            <a:ext cx="951065" cy="26962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ECFCC25-4FD9-414D-AE29-E50F7351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05" y="180000"/>
            <a:ext cx="11652170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FA7E6D1-1565-475C-8B80-AB85A6073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05" y="1800000"/>
            <a:ext cx="11652170" cy="435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29281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804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700" r:id="rId11"/>
    <p:sldLayoutId id="2147483671" r:id="rId12"/>
    <p:sldLayoutId id="2147483763" r:id="rId13"/>
    <p:sldLayoutId id="2147483672" r:id="rId14"/>
    <p:sldLayoutId id="2147483701" r:id="rId15"/>
    <p:sldLayoutId id="2147483670" r:id="rId16"/>
    <p:sldLayoutId id="214748367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marR="0" indent="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 spc="300">
          <a:solidFill>
            <a:schemeClr val="tx1"/>
          </a:solidFill>
          <a:latin typeface="Poppins" panose="00000500000000000000" pitchFamily="2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66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164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3807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0" y="6308725"/>
            <a:ext cx="12192000" cy="5492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pic>
        <p:nvPicPr>
          <p:cNvPr id="6" name="Immagine 5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11" y="6465212"/>
            <a:ext cx="951065" cy="26962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ECFCC25-4FD9-414D-AE29-E50F7351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05" y="180000"/>
            <a:ext cx="11652170" cy="12054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FA7E6D1-1565-475C-8B80-AB85A6073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05" y="1800000"/>
            <a:ext cx="11652170" cy="435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365820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marR="0" indent="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 spc="300">
          <a:solidFill>
            <a:schemeClr val="tx1"/>
          </a:solidFill>
          <a:latin typeface="Poppins" panose="00000500000000000000" pitchFamily="2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66">
          <p15:clr>
            <a:srgbClr val="F26B43"/>
          </p15:clr>
        </p15:guide>
        <p15:guide id="4" pos="7514">
          <p15:clr>
            <a:srgbClr val="F26B43"/>
          </p15:clr>
        </p15:guide>
        <p15:guide id="5" orient="horz" pos="164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orient="horz" pos="3807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0" y="6597650"/>
            <a:ext cx="12192000" cy="2603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sp>
        <p:nvSpPr>
          <p:cNvPr id="9" name="Rettangolo 8"/>
          <p:cNvSpPr/>
          <p:nvPr userDrawn="1"/>
        </p:nvSpPr>
        <p:spPr bwMode="auto">
          <a:xfrm>
            <a:off x="0" y="-1586"/>
            <a:ext cx="12192000" cy="5508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50B177F-1D25-4E1B-87E1-58107A5D7D06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511" y="126000"/>
            <a:ext cx="951065" cy="26962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5A8A9F5-4471-4C0A-B9F1-A0857FA87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E733174E-0550-4213-A613-C218C3206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843" y="2268000"/>
            <a:ext cx="11919914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262694E9-96AA-42D9-B4A5-30CCE0B14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9200" y="6623026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81D3145E-B1DA-43BC-8F82-43C4263E046D}" type="datetimeFigureOut">
              <a:rPr lang="it-IT" smtClean="0"/>
              <a:pPr/>
              <a:t>15/09/2025</a:t>
            </a:fld>
            <a:endParaRPr lang="it-IT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CF502C4E-B320-491E-9A2B-816FD6F26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6863" y="6623026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EE272CC6-F969-4BE6-92FF-DB5CFBA96BF0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02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62" r:id="rId10"/>
    <p:sldLayoutId id="2147483764" r:id="rId11"/>
    <p:sldLayoutId id="2147483765" r:id="rId12"/>
    <p:sldLayoutId id="2147483760" r:id="rId13"/>
    <p:sldLayoutId id="2147483766" r:id="rId14"/>
    <p:sldLayoutId id="2147483758" r:id="rId15"/>
    <p:sldLayoutId id="214748376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marR="0" indent="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 spc="3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4156" userDrawn="1">
          <p15:clr>
            <a:srgbClr val="F26B43"/>
          </p15:clr>
        </p15:guide>
        <p15:guide id="6" orient="horz" pos="16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0" y="6597650"/>
            <a:ext cx="12192000" cy="2603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sp>
        <p:nvSpPr>
          <p:cNvPr id="9" name="Rettangolo 8"/>
          <p:cNvSpPr/>
          <p:nvPr userDrawn="1"/>
        </p:nvSpPr>
        <p:spPr bwMode="auto">
          <a:xfrm>
            <a:off x="0" y="-1586"/>
            <a:ext cx="12192000" cy="5508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50B177F-1D25-4E1B-87E1-58107A5D7D06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511" y="126000"/>
            <a:ext cx="951065" cy="269625"/>
          </a:xfrm>
          <a:prstGeom prst="rect">
            <a:avLst/>
          </a:prstGeom>
        </p:spPr>
      </p:pic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5A8A9F5-4471-4C0A-B9F1-A0857FA87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43" y="648000"/>
            <a:ext cx="11919914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E733174E-0550-4213-A613-C218C3206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843" y="2268000"/>
            <a:ext cx="11919914" cy="4176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2" name="Segnaposto data 11">
            <a:extLst>
              <a:ext uri="{FF2B5EF4-FFF2-40B4-BE49-F238E27FC236}">
                <a16:creationId xmlns:a16="http://schemas.microsoft.com/office/drawing/2014/main" id="{262694E9-96AA-42D9-B4A5-30CCE0B14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9200" y="6623026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81D3145E-B1DA-43BC-8F82-43C4263E046D}" type="datetimeFigureOut">
              <a:rPr lang="it-IT" smtClean="0"/>
              <a:pPr/>
              <a:t>15/09/2025</a:t>
            </a:fld>
            <a:endParaRPr lang="it-IT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CF502C4E-B320-491E-9A2B-816FD6F26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6863" y="6623026"/>
            <a:ext cx="27432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EE272CC6-F969-4BE6-92FF-DB5CFBA96BF0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172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marR="0" indent="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 spc="3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orient="horz" pos="4156" userDrawn="1">
          <p15:clr>
            <a:srgbClr val="F26B43"/>
          </p15:clr>
        </p15:guide>
        <p15:guide id="6" orient="horz" pos="16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06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801" r:id="rId2"/>
    <p:sldLayoutId id="2147483714" r:id="rId3"/>
    <p:sldLayoutId id="2147483715" r:id="rId4"/>
    <p:sldLayoutId id="2147483716" r:id="rId5"/>
    <p:sldLayoutId id="2147483802" r:id="rId6"/>
    <p:sldLayoutId id="2147483803" r:id="rId7"/>
    <p:sldLayoutId id="2147483711" r:id="rId8"/>
    <p:sldLayoutId id="214748371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4F73F-1498-5D9C-8AF5-7C1D9DDF1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ED9CEAFF-9A77-F077-F501-1E6C1BC630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3BC9F289-4360-6F9C-C814-4FBC9C24A6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1848" y="1993391"/>
            <a:ext cx="6000969" cy="2267713"/>
          </a:xfrm>
        </p:spPr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LAS</a:t>
            </a:r>
            <a:br>
              <a:rPr lang="it-IT" dirty="0">
                <a:solidFill>
                  <a:srgbClr val="002060"/>
                </a:solidFill>
              </a:rPr>
            </a:br>
            <a:r>
              <a:rPr lang="it-IT" dirty="0" err="1">
                <a:solidFill>
                  <a:srgbClr val="002060"/>
                </a:solidFill>
              </a:rPr>
              <a:t>Liqo</a:t>
            </a:r>
            <a:r>
              <a:rPr lang="it-IT" dirty="0">
                <a:solidFill>
                  <a:srgbClr val="002060"/>
                </a:solidFill>
              </a:rPr>
              <a:t> </a:t>
            </a:r>
            <a:r>
              <a:rPr lang="it-IT" dirty="0" err="1">
                <a:solidFill>
                  <a:srgbClr val="002060"/>
                </a:solidFill>
              </a:rPr>
              <a:t>Autoscaling</a:t>
            </a:r>
            <a:r>
              <a:rPr lang="it-IT" dirty="0">
                <a:solidFill>
                  <a:srgbClr val="002060"/>
                </a:solidFill>
              </a:rPr>
              <a:t> System</a:t>
            </a:r>
            <a:endParaRPr lang="en-GB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403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B02C8-D6F2-1867-53BA-5FD6DFA1E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olo 61">
            <a:extLst>
              <a:ext uri="{FF2B5EF4-FFF2-40B4-BE49-F238E27FC236}">
                <a16:creationId xmlns:a16="http://schemas.microsoft.com/office/drawing/2014/main" id="{41C1657F-26F8-0D86-FA77-6608AB0E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4" y="180000"/>
            <a:ext cx="11650517" cy="1325563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pPr algn="ctr"/>
            <a:r>
              <a:rPr lang="it-IT" kern="1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Cluster </a:t>
            </a:r>
            <a:r>
              <a:rPr lang="it-IT" kern="1200" dirty="0" err="1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Autoscaling</a:t>
            </a:r>
            <a:endParaRPr lang="it-IT" kern="120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643D1CE-4E14-7952-6FF6-3AFE945BA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Ability of a cluster to </a:t>
            </a:r>
            <a:r>
              <a:rPr lang="en-GB" sz="2600" b="1" dirty="0"/>
              <a:t>dynamically manage</a:t>
            </a:r>
            <a:r>
              <a:rPr lang="en-GB" sz="2600" dirty="0"/>
              <a:t> its number of nodes based on the current/future workload. </a:t>
            </a:r>
          </a:p>
          <a:p>
            <a:r>
              <a:rPr lang="en-GB" sz="2600" dirty="0"/>
              <a:t>This feature is well </a:t>
            </a:r>
            <a:r>
              <a:rPr lang="en-GB" sz="2600" b="1" dirty="0"/>
              <a:t>established</a:t>
            </a:r>
            <a:r>
              <a:rPr lang="en-GB" sz="2600" dirty="0"/>
              <a:t> in a </a:t>
            </a:r>
            <a:r>
              <a:rPr lang="en-GB" sz="2600" b="1" dirty="0"/>
              <a:t>cloud ecosystems</a:t>
            </a:r>
            <a:r>
              <a:rPr lang="en-GB" sz="2600" dirty="0"/>
              <a:t>, but remains </a:t>
            </a:r>
            <a:r>
              <a:rPr lang="en-GB" sz="2600" b="1" dirty="0"/>
              <a:t>critical</a:t>
            </a:r>
            <a:r>
              <a:rPr lang="en-GB" sz="2600" dirty="0"/>
              <a:t> in on-premise environments</a:t>
            </a:r>
            <a:r>
              <a:rPr lang="en-GB" sz="2400" dirty="0"/>
              <a:t>.</a:t>
            </a:r>
            <a:endParaRPr lang="en-GB" sz="2600" dirty="0"/>
          </a:p>
        </p:txBody>
      </p:sp>
      <p:pic>
        <p:nvPicPr>
          <p:cNvPr id="6" name="Segnaposto immagine 5" descr="Immagine che contiene diagramma, schermata, testo, design">
            <a:extLst>
              <a:ext uri="{FF2B5EF4-FFF2-40B4-BE49-F238E27FC236}">
                <a16:creationId xmlns:a16="http://schemas.microsoft.com/office/drawing/2014/main" id="{E9C6EF11-7338-7893-E717-D1B45E6ED078}"/>
              </a:ext>
            </a:extLst>
          </p:cNvPr>
          <p:cNvPicPr>
            <a:picLocks noGrp="1" noChangeAspect="1"/>
          </p:cNvPicPr>
          <p:nvPr>
            <p:ph type="pic" idx="11"/>
          </p:nvPr>
        </p:nvPicPr>
        <p:blipFill>
          <a:blip r:embed="rId3"/>
          <a:srcRect l="-3" t="-4" r="-1" b="-4"/>
          <a:stretch/>
        </p:blipFill>
        <p:spPr>
          <a:xfrm>
            <a:off x="6300000" y="1980000"/>
            <a:ext cx="5832000" cy="3924000"/>
          </a:xfrm>
        </p:spPr>
      </p:pic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DB662309-6217-1D59-FAE0-3B9C1C2556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15486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BF347-999D-DC37-9851-A1C0D158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olo 61">
            <a:extLst>
              <a:ext uri="{FF2B5EF4-FFF2-40B4-BE49-F238E27FC236}">
                <a16:creationId xmlns:a16="http://schemas.microsoft.com/office/drawing/2014/main" id="{97AB7A0B-76C9-7628-99BC-3299CAAF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11676550" cy="651460"/>
          </a:xfrm>
        </p:spPr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Benefits of </a:t>
            </a:r>
            <a:r>
              <a:rPr lang="en-GB" dirty="0" err="1">
                <a:solidFill>
                  <a:srgbClr val="C00000"/>
                </a:solidFill>
              </a:rPr>
              <a:t>Liqo</a:t>
            </a:r>
            <a:r>
              <a:rPr lang="en-GB" dirty="0">
                <a:solidFill>
                  <a:srgbClr val="C00000"/>
                </a:solidFill>
              </a:rPr>
              <a:t> Dynamic Cluster Autoscaling</a:t>
            </a:r>
            <a:endParaRPr lang="it-IT" dirty="0">
              <a:solidFill>
                <a:srgbClr val="C00000"/>
              </a:solidFill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80CAAA-0859-ACF5-2AE8-2C19BE9861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600" dirty="0"/>
              <a:t>Challenges in </a:t>
            </a:r>
            <a:r>
              <a:rPr lang="en-GB" sz="2600" b="1" dirty="0"/>
              <a:t>on-premise</a:t>
            </a:r>
            <a:r>
              <a:rPr lang="en-GB" sz="2600" dirty="0"/>
              <a:t> environments: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600" dirty="0"/>
              <a:t>Heterogeneous platform providers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600" dirty="0"/>
              <a:t>Application constraints, including latency requirements, hardware dependencies, security, etc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600" dirty="0"/>
              <a:t>Limited local resources</a:t>
            </a:r>
          </a:p>
          <a:p>
            <a:r>
              <a:rPr lang="en-GB" sz="2600" dirty="0"/>
              <a:t>While cloud solutions efficiently address resource limitations, </a:t>
            </a:r>
            <a:r>
              <a:rPr lang="en-GB" sz="2600" dirty="0" err="1"/>
              <a:t>Liqo</a:t>
            </a:r>
            <a:r>
              <a:rPr lang="en-GB" sz="2600" dirty="0"/>
              <a:t> is better suited to handle the other types of challenges.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4663466-0CEA-F45B-8D72-A6497E1C0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 dirty="0"/>
              <a:t>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890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746B-BEB5-E4B2-48CA-94C995EB7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olo 61">
            <a:extLst>
              <a:ext uri="{FF2B5EF4-FFF2-40B4-BE49-F238E27FC236}">
                <a16:creationId xmlns:a16="http://schemas.microsoft.com/office/drawing/2014/main" id="{9DF3C411-7074-74F1-FA29-F2B2E2F31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11676550" cy="651460"/>
          </a:xfrm>
        </p:spPr>
        <p:txBody>
          <a:bodyPr/>
          <a:lstStyle/>
          <a:p>
            <a:r>
              <a:rPr lang="it-IT" dirty="0">
                <a:solidFill>
                  <a:srgbClr val="C00000"/>
                </a:solidFill>
              </a:rPr>
              <a:t>POC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0AD3E8-37C1-62E7-D11E-A9B16B1FF5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600" b="1" dirty="0"/>
              <a:t>Three main components:</a:t>
            </a:r>
            <a:endParaRPr lang="en-GB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b="1" dirty="0" err="1"/>
              <a:t>Autoscaler</a:t>
            </a:r>
            <a:r>
              <a:rPr lang="en-GB" sz="2600" b="1" dirty="0"/>
              <a:t>:</a:t>
            </a:r>
            <a:r>
              <a:rPr lang="en-GB" sz="2600" dirty="0"/>
              <a:t> Software dedicated to detecting issues caused by resource shortages. In this POC, it was used the open-source Cluster </a:t>
            </a:r>
            <a:r>
              <a:rPr lang="en-GB" sz="2600" dirty="0" err="1"/>
              <a:t>Autoscaler</a:t>
            </a:r>
            <a:r>
              <a:rPr lang="en-GB" sz="2600" dirty="0"/>
              <a:t>, but it can be replaced with other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b="1" dirty="0"/>
              <a:t>Node Manager:</a:t>
            </a:r>
            <a:r>
              <a:rPr lang="en-GB" sz="2600" dirty="0"/>
              <a:t> Component responsible for managing nodes using </a:t>
            </a:r>
            <a:r>
              <a:rPr lang="en-GB" sz="2600" dirty="0" err="1"/>
              <a:t>Liqo</a:t>
            </a:r>
            <a:r>
              <a:rPr lang="en-GB" sz="2600" dirty="0"/>
              <a:t> features (adding/removing nodes, management via groups).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b="1" dirty="0"/>
              <a:t>Discovery Server:</a:t>
            </a:r>
            <a:r>
              <a:rPr lang="en-GB" sz="2600" dirty="0"/>
              <a:t> Database containing information about available remote clusters for resource sharing.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30696F3-1069-9294-FE42-BAD9EF9199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 dirty="0"/>
              <a:t>12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2383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4CF9C-2ABB-EC07-5CE6-1F39EAEE0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olo 61">
            <a:extLst>
              <a:ext uri="{FF2B5EF4-FFF2-40B4-BE49-F238E27FC236}">
                <a16:creationId xmlns:a16="http://schemas.microsoft.com/office/drawing/2014/main" id="{13104B70-81D3-DB6D-E8CF-AB6AD884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 anchorCtr="0">
            <a:normAutofit/>
          </a:bodyPr>
          <a:lstStyle/>
          <a:p>
            <a:r>
              <a:rPr lang="it-IT" kern="12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Cluster </a:t>
            </a:r>
            <a:r>
              <a:rPr lang="it-IT" kern="1200" dirty="0" err="1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Autoscaler</a:t>
            </a:r>
            <a:endParaRPr lang="it-IT" kern="120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CA57D1A-BD03-2DF1-49C9-C7E9B38362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 dirty="0"/>
              <a:t>4</a:t>
            </a:r>
            <a:endParaRPr lang="en-GB" dirty="0"/>
          </a:p>
        </p:txBody>
      </p:sp>
      <p:pic>
        <p:nvPicPr>
          <p:cNvPr id="8" name="Segnaposto immagine 7" descr="Immagine che contiene testo, diagramma, schermata, linea&#10;&#10;Descrizione generata automaticamente">
            <a:extLst>
              <a:ext uri="{FF2B5EF4-FFF2-40B4-BE49-F238E27FC236}">
                <a16:creationId xmlns:a16="http://schemas.microsoft.com/office/drawing/2014/main" id="{82FA2431-664F-BB96-7A6F-2F4142B9CD4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713" t="869" r="4758"/>
          <a:stretch/>
        </p:blipFill>
        <p:spPr>
          <a:xfrm>
            <a:off x="6120000" y="1944000"/>
            <a:ext cx="5724000" cy="4104000"/>
          </a:xfrm>
        </p:spPr>
      </p:pic>
      <p:sp>
        <p:nvSpPr>
          <p:cNvPr id="72" name="Text Placeholder 5">
            <a:extLst>
              <a:ext uri="{FF2B5EF4-FFF2-40B4-BE49-F238E27FC236}">
                <a16:creationId xmlns:a16="http://schemas.microsoft.com/office/drawing/2014/main" id="{B0DFE816-EEF0-3140-BB66-4E1C0639A4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Open-source tool, already integrated into many cloud ecosystems, based on </a:t>
            </a:r>
            <a:r>
              <a:rPr lang="en-GB" sz="2000" b="1" dirty="0"/>
              <a:t>monitoring pods. </a:t>
            </a:r>
            <a:r>
              <a:rPr lang="en-GB" sz="2000" dirty="0"/>
              <a:t>Its main purposes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Scale up:</a:t>
            </a:r>
            <a:r>
              <a:rPr lang="en-GB" sz="2000" dirty="0"/>
              <a:t> Trigger scaling when there are pods </a:t>
            </a:r>
            <a:r>
              <a:rPr lang="en-GB" sz="2000" b="1" dirty="0"/>
              <a:t>that cannot be scheduled </a:t>
            </a:r>
            <a:r>
              <a:rPr lang="en-GB" sz="2000" dirty="0"/>
              <a:t>due to lack of resources.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Scale down:</a:t>
            </a:r>
            <a:r>
              <a:rPr lang="en-GB" sz="2000" dirty="0"/>
              <a:t> Trigger scaling when a node </a:t>
            </a:r>
            <a:r>
              <a:rPr lang="en-GB" sz="2000" b="1" dirty="0"/>
              <a:t>is underutilized </a:t>
            </a:r>
            <a:r>
              <a:rPr lang="en-GB" sz="2000" dirty="0"/>
              <a:t>for an extended period and the pods on it can be rescheduled on other nodes.</a:t>
            </a:r>
          </a:p>
          <a:p>
            <a:r>
              <a:rPr lang="en-GB" sz="2000" dirty="0"/>
              <a:t>To work with a </a:t>
            </a:r>
            <a:r>
              <a:rPr lang="en-GB" sz="2000" b="1" dirty="0"/>
              <a:t>new provider </a:t>
            </a:r>
            <a:r>
              <a:rPr lang="en-GB" sz="2000" dirty="0"/>
              <a:t>such as </a:t>
            </a:r>
            <a:r>
              <a:rPr lang="en-GB" sz="2000" dirty="0" err="1"/>
              <a:t>Liqo</a:t>
            </a:r>
            <a:r>
              <a:rPr lang="en-GB" sz="2000" dirty="0"/>
              <a:t>, it needs to use a </a:t>
            </a:r>
            <a:r>
              <a:rPr lang="en-GB" sz="2000" b="1" dirty="0" err="1"/>
              <a:t>gRPC</a:t>
            </a:r>
            <a:r>
              <a:rPr lang="en-GB" sz="2000" b="1" dirty="0"/>
              <a:t> server</a:t>
            </a:r>
            <a:r>
              <a:rPr lang="en-GB" sz="20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7470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9A9CD-0619-D172-325F-DA3A2416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C00000"/>
                </a:solidFill>
              </a:rPr>
              <a:t>Scale up </a:t>
            </a:r>
            <a:r>
              <a:rPr lang="it-IT" dirty="0" err="1">
                <a:solidFill>
                  <a:srgbClr val="C00000"/>
                </a:solidFill>
              </a:rPr>
              <a:t>worflow</a:t>
            </a:r>
            <a:endParaRPr lang="en-GB" dirty="0">
              <a:solidFill>
                <a:srgbClr val="C00000"/>
              </a:solidFill>
            </a:endParaRPr>
          </a:p>
        </p:txBody>
      </p:sp>
      <p:pic>
        <p:nvPicPr>
          <p:cNvPr id="7" name="Segnaposto immagine 6" descr="Immagine che contiene diagramma, cerchio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195103B9-DE12-43A1-1015-B582122F644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-12587" t="-368" r="-12587" b="-368"/>
          <a:stretch>
            <a:fillRect/>
          </a:stretch>
        </p:blipFill>
        <p:spPr>
          <a:xfrm>
            <a:off x="1021442" y="1708874"/>
            <a:ext cx="10184130" cy="4460540"/>
          </a:xfrm>
          <a:noFill/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CDB34C9-1D28-9FCE-76EE-B5179064A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9DFCFBC-D07B-C1F6-7CE8-A64DC97ADA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420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F3254-A6C9-CAE7-E75E-99D4702BA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olo 61">
            <a:extLst>
              <a:ext uri="{FF2B5EF4-FFF2-40B4-BE49-F238E27FC236}">
                <a16:creationId xmlns:a16="http://schemas.microsoft.com/office/drawing/2014/main" id="{98655BE6-8B4F-12E6-1D56-4E762273F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15" y="180000"/>
            <a:ext cx="11676550" cy="651460"/>
          </a:xfrm>
        </p:spPr>
        <p:txBody>
          <a:bodyPr/>
          <a:lstStyle/>
          <a:p>
            <a:r>
              <a:rPr lang="it-IT" dirty="0">
                <a:solidFill>
                  <a:srgbClr val="C00000"/>
                </a:solidFill>
              </a:rPr>
              <a:t>Next steps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ACE2B9D-E7EB-0251-30D9-5E89991738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b="1" dirty="0"/>
              <a:t>Forecast </a:t>
            </a:r>
            <a:r>
              <a:rPr lang="en-GB" sz="2600" b="1" dirty="0" err="1"/>
              <a:t>autoscaler</a:t>
            </a:r>
            <a:r>
              <a:rPr lang="en-GB" sz="2600" b="1" dirty="0"/>
              <a:t>: </a:t>
            </a:r>
            <a:r>
              <a:rPr lang="en-GB" sz="2600" dirty="0"/>
              <a:t>The Cluster </a:t>
            </a:r>
            <a:r>
              <a:rPr lang="en-GB" sz="2600" dirty="0" err="1"/>
              <a:t>Autoscaler</a:t>
            </a:r>
            <a:r>
              <a:rPr lang="en-GB" sz="2600" dirty="0"/>
              <a:t> performs reactive scaling, initiating operations only when a problem arises. The next step in its evolution would be to replace this component with an </a:t>
            </a:r>
            <a:r>
              <a:rPr lang="en-GB" sz="2600" dirty="0" err="1"/>
              <a:t>autoscaler</a:t>
            </a:r>
            <a:r>
              <a:rPr lang="en-GB" sz="2600" dirty="0"/>
              <a:t> capable of predictive scaling features (e.g., DREEM by </a:t>
            </a:r>
            <a:r>
              <a:rPr lang="en-GB" sz="2600" dirty="0" err="1"/>
              <a:t>Miracapillo</a:t>
            </a:r>
            <a:r>
              <a:rPr lang="en-GB" sz="26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b="1" dirty="0"/>
              <a:t>Discovery agent: </a:t>
            </a:r>
            <a:r>
              <a:rPr lang="en-GB" sz="2600" dirty="0"/>
              <a:t>Component responsible for periodically updating the database server with information about the resources available on each remote cluster.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298B71A-3C64-7E0B-BC80-3FA46533A3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 dirty="0"/>
              <a:t>12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3295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C4E88-62F2-0E7C-B147-4FB0CB401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244990B7-D7CE-928F-A17A-4A64DF69DE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 dirty="0"/>
              <a:t>12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8263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791668"/>
      </p:ext>
    </p:extLst>
  </p:cSld>
  <p:clrMapOvr>
    <a:masterClrMapping/>
  </p:clrMapOvr>
</p:sld>
</file>

<file path=ppt/theme/theme1.xml><?xml version="1.0" encoding="utf-8"?>
<a:theme xmlns:a="http://schemas.openxmlformats.org/drawingml/2006/main" name="COPERTINE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OLI SEZIONI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UTI 1 _ titoli arancio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round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UTI 1 _ titoli blu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round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NTENUTI 2 _ titoli arancio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round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ONTENUTI 2 _ titoli blu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round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RISORSE">
  <a:themeElements>
    <a:clrScheme name="PoliTO_Template">
      <a:dk1>
        <a:srgbClr val="002B49"/>
      </a:dk1>
      <a:lt1>
        <a:srgbClr val="FFFFFF"/>
      </a:lt1>
      <a:dk2>
        <a:srgbClr val="000000"/>
      </a:dk2>
      <a:lt2>
        <a:srgbClr val="EED9CC"/>
      </a:lt2>
      <a:accent1>
        <a:srgbClr val="EF7B00"/>
      </a:accent1>
      <a:accent2>
        <a:srgbClr val="00B1DF"/>
      </a:accent2>
      <a:accent3>
        <a:srgbClr val="C4E7FB"/>
      </a:accent3>
      <a:accent4>
        <a:srgbClr val="F1C64C"/>
      </a:accent4>
      <a:accent5>
        <a:srgbClr val="FFE9AF"/>
      </a:accent5>
      <a:accent6>
        <a:srgbClr val="92CCAE"/>
      </a:accent6>
      <a:hlink>
        <a:srgbClr val="175673"/>
      </a:hlink>
      <a:folHlink>
        <a:srgbClr val="EC6055"/>
      </a:folHlink>
    </a:clrScheme>
    <a:fontScheme name="PoliTO_Template">
      <a:majorFont>
        <a:latin typeface="Poppins Medium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51838F3D50F04DB46BA183CC6F2F10" ma:contentTypeVersion="1" ma:contentTypeDescription="Create a new document." ma:contentTypeScope="" ma:versionID="1f74adb0b6706923b88c219ae7185f78">
  <xsd:schema xmlns:xsd="http://www.w3.org/2001/XMLSchema" xmlns:xs="http://www.w3.org/2001/XMLSchema" xmlns:p="http://schemas.microsoft.com/office/2006/metadata/properties" xmlns:ns3="d040e5be-56b2-46c4-a231-8e77b23acc99" targetNamespace="http://schemas.microsoft.com/office/2006/metadata/properties" ma:root="true" ma:fieldsID="b69f49e336eeaf70923286ebd94bd86c" ns3:_="">
    <xsd:import namespace="d040e5be-56b2-46c4-a231-8e77b23acc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40e5be-56b2-46c4-a231-8e77b23acc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DC2F0E-D6BE-4FDB-B618-AD1207338B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D93A5E-EDA8-4307-90F7-2F824EE234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40e5be-56b2-46c4-a231-8e77b23acc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525F78-D638-43C4-8589-70B46BAC1D6D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d040e5be-56b2-46c4-a231-8e77b23acc9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334</Words>
  <Application>Microsoft Office PowerPoint</Application>
  <PresentationFormat>Widescreen</PresentationFormat>
  <Paragraphs>33</Paragraphs>
  <Slides>9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7</vt:i4>
      </vt:variant>
      <vt:variant>
        <vt:lpstr>Titoli diapositive</vt:lpstr>
      </vt:variant>
      <vt:variant>
        <vt:i4>9</vt:i4>
      </vt:variant>
    </vt:vector>
  </HeadingPairs>
  <TitlesOfParts>
    <vt:vector size="20" baseType="lpstr">
      <vt:lpstr>Arial</vt:lpstr>
      <vt:lpstr>Poppins</vt:lpstr>
      <vt:lpstr>Poppins Medium</vt:lpstr>
      <vt:lpstr>Aptos</vt:lpstr>
      <vt:lpstr>COPERTINE</vt:lpstr>
      <vt:lpstr>TITOLI SEZIONI</vt:lpstr>
      <vt:lpstr>CONTENUTI 1 _ titoli arancio</vt:lpstr>
      <vt:lpstr>CONTENUTI 1 _ titoli blu</vt:lpstr>
      <vt:lpstr>CONTENUTI 2 _ titoli arancio</vt:lpstr>
      <vt:lpstr>CONTENUTI 2 _ titoli blu</vt:lpstr>
      <vt:lpstr>RISORSE</vt:lpstr>
      <vt:lpstr>Presentazione standard di PowerPoint</vt:lpstr>
      <vt:lpstr>Cluster Autoscaling</vt:lpstr>
      <vt:lpstr>Benefits of Liqo Dynamic Cluster Autoscaling</vt:lpstr>
      <vt:lpstr>POC</vt:lpstr>
      <vt:lpstr>Cluster Autoscaler</vt:lpstr>
      <vt:lpstr>Scale up worflow</vt:lpstr>
      <vt:lpstr>Next steps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CAVALIERE  MONICA</dc:creator>
  <cp:lastModifiedBy>Riccardo  Medina</cp:lastModifiedBy>
  <cp:revision>57</cp:revision>
  <dcterms:created xsi:type="dcterms:W3CDTF">2021-03-31T12:12:17Z</dcterms:created>
  <dcterms:modified xsi:type="dcterms:W3CDTF">2025-09-15T12:06:01Z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0x0101007651838F3D50F04DB46BA183CC6F2F10</vt:lpwstr>
  </property>
</Properties>
</file>